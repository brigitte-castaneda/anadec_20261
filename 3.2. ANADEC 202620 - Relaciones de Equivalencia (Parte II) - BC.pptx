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48"/>
  </p:notesMasterIdLst>
  <p:handoutMasterIdLst>
    <p:handoutMasterId r:id="rId49"/>
  </p:handoutMasterIdLst>
  <p:sldIdLst>
    <p:sldId id="398" r:id="rId2"/>
    <p:sldId id="354" r:id="rId3"/>
    <p:sldId id="585" r:id="rId4"/>
    <p:sldId id="268" r:id="rId5"/>
    <p:sldId id="269" r:id="rId6"/>
    <p:sldId id="270" r:id="rId7"/>
    <p:sldId id="271" r:id="rId8"/>
    <p:sldId id="272" r:id="rId9"/>
    <p:sldId id="273" r:id="rId10"/>
    <p:sldId id="366" r:id="rId11"/>
    <p:sldId id="589" r:id="rId12"/>
    <p:sldId id="276" r:id="rId13"/>
    <p:sldId id="277" r:id="rId14"/>
    <p:sldId id="278" r:id="rId15"/>
    <p:sldId id="279" r:id="rId16"/>
    <p:sldId id="364" r:id="rId17"/>
    <p:sldId id="365" r:id="rId18"/>
    <p:sldId id="274" r:id="rId19"/>
    <p:sldId id="580" r:id="rId20"/>
    <p:sldId id="579" r:id="rId21"/>
    <p:sldId id="592" r:id="rId22"/>
    <p:sldId id="368" r:id="rId23"/>
    <p:sldId id="371" r:id="rId24"/>
    <p:sldId id="351" r:id="rId25"/>
    <p:sldId id="352" r:id="rId26"/>
    <p:sldId id="608" r:id="rId27"/>
    <p:sldId id="402" r:id="rId28"/>
    <p:sldId id="593" r:id="rId29"/>
    <p:sldId id="594" r:id="rId30"/>
    <p:sldId id="586" r:id="rId31"/>
    <p:sldId id="604" r:id="rId32"/>
    <p:sldId id="605" r:id="rId33"/>
    <p:sldId id="607" r:id="rId34"/>
    <p:sldId id="606" r:id="rId35"/>
    <p:sldId id="596" r:id="rId36"/>
    <p:sldId id="337" r:id="rId37"/>
    <p:sldId id="380" r:id="rId38"/>
    <p:sldId id="383" r:id="rId39"/>
    <p:sldId id="384" r:id="rId40"/>
    <p:sldId id="418" r:id="rId41"/>
    <p:sldId id="419" r:id="rId42"/>
    <p:sldId id="420" r:id="rId43"/>
    <p:sldId id="421" r:id="rId44"/>
    <p:sldId id="422" r:id="rId45"/>
    <p:sldId id="603" r:id="rId46"/>
    <p:sldId id="591"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A700"/>
    <a:srgbClr val="48BE7A"/>
    <a:srgbClr val="002F90"/>
    <a:srgbClr val="6666FF"/>
    <a:srgbClr val="FF6600"/>
    <a:srgbClr val="93FFFF"/>
    <a:srgbClr val="FFF4E6"/>
    <a:srgbClr val="DFFFFF"/>
    <a:srgbClr val="88D5A9"/>
    <a:srgbClr val="E8F8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188780-575A-447A-8A4F-18AD4F3E9CEA}" v="3" dt="2026-08-24T18:46:50.104"/>
    <p1510:client id="{AF1FE7F9-200B-4A39-8EEE-0C9C5FC0A396}" v="493" dt="2026-08-24T22:50:06.46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4720"/>
  </p:normalViewPr>
  <p:slideViewPr>
    <p:cSldViewPr snapToGrid="0">
      <p:cViewPr varScale="1">
        <p:scale>
          <a:sx n="105" d="100"/>
          <a:sy n="105" d="100"/>
        </p:scale>
        <p:origin x="7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 Gabriela Correa Arguello" userId="bde47149-a7e1-43ab-b225-4ea8e896e5f6" providerId="ADAL" clId="{DDFC899F-A2A6-4A99-9956-312F8D03E104}"/>
    <pc:docChg chg="undo custSel addSld delSld modSld sldOrd">
      <pc:chgData name="Maria Gabriela Correa Arguello" userId="bde47149-a7e1-43ab-b225-4ea8e896e5f6" providerId="ADAL" clId="{DDFC899F-A2A6-4A99-9956-312F8D03E104}" dt="2026-08-24T22:50:06.461" v="993" actId="20577"/>
      <pc:docMkLst>
        <pc:docMk/>
      </pc:docMkLst>
      <pc:sldChg chg="modSp">
        <pc:chgData name="Maria Gabriela Correa Arguello" userId="bde47149-a7e1-43ab-b225-4ea8e896e5f6" providerId="ADAL" clId="{DDFC899F-A2A6-4A99-9956-312F8D03E104}" dt="2026-08-24T17:39:18.504" v="655" actId="2711"/>
        <pc:sldMkLst>
          <pc:docMk/>
          <pc:sldMk cId="2841608102" sldId="269"/>
        </pc:sldMkLst>
        <pc:spChg chg="mod">
          <ac:chgData name="Maria Gabriela Correa Arguello" userId="bde47149-a7e1-43ab-b225-4ea8e896e5f6" providerId="ADAL" clId="{DDFC899F-A2A6-4A99-9956-312F8D03E104}" dt="2026-08-24T17:39:18.504" v="655" actId="2711"/>
          <ac:spMkLst>
            <pc:docMk/>
            <pc:sldMk cId="2841608102" sldId="269"/>
            <ac:spMk id="8" creationId="{00000000-0000-0000-0000-000000000000}"/>
          </ac:spMkLst>
        </pc:spChg>
        <pc:spChg chg="mod">
          <ac:chgData name="Maria Gabriela Correa Arguello" userId="bde47149-a7e1-43ab-b225-4ea8e896e5f6" providerId="ADAL" clId="{DDFC899F-A2A6-4A99-9956-312F8D03E104}" dt="2026-08-24T17:39:18.504" v="655" actId="2711"/>
          <ac:spMkLst>
            <pc:docMk/>
            <pc:sldMk cId="2841608102" sldId="269"/>
            <ac:spMk id="10" creationId="{00000000-0000-0000-0000-000000000000}"/>
          </ac:spMkLst>
        </pc:spChg>
        <pc:spChg chg="mod">
          <ac:chgData name="Maria Gabriela Correa Arguello" userId="bde47149-a7e1-43ab-b225-4ea8e896e5f6" providerId="ADAL" clId="{DDFC899F-A2A6-4A99-9956-312F8D03E104}" dt="2026-08-24T17:39:18.504" v="655" actId="2711"/>
          <ac:spMkLst>
            <pc:docMk/>
            <pc:sldMk cId="2841608102" sldId="269"/>
            <ac:spMk id="12" creationId="{00000000-0000-0000-0000-000000000000}"/>
          </ac:spMkLst>
        </pc:spChg>
        <pc:spChg chg="mod">
          <ac:chgData name="Maria Gabriela Correa Arguello" userId="bde47149-a7e1-43ab-b225-4ea8e896e5f6" providerId="ADAL" clId="{DDFC899F-A2A6-4A99-9956-312F8D03E104}" dt="2026-08-24T17:39:18.504" v="655" actId="2711"/>
          <ac:spMkLst>
            <pc:docMk/>
            <pc:sldMk cId="2841608102" sldId="269"/>
            <ac:spMk id="15" creationId="{00000000-0000-0000-0000-000000000000}"/>
          </ac:spMkLst>
        </pc:spChg>
        <pc:spChg chg="mod">
          <ac:chgData name="Maria Gabriela Correa Arguello" userId="bde47149-a7e1-43ab-b225-4ea8e896e5f6" providerId="ADAL" clId="{DDFC899F-A2A6-4A99-9956-312F8D03E104}" dt="2026-08-24T17:39:18.504" v="655" actId="2711"/>
          <ac:spMkLst>
            <pc:docMk/>
            <pc:sldMk cId="2841608102" sldId="269"/>
            <ac:spMk id="18" creationId="{00000000-0000-0000-0000-000000000000}"/>
          </ac:spMkLst>
        </pc:spChg>
        <pc:spChg chg="mod">
          <ac:chgData name="Maria Gabriela Correa Arguello" userId="bde47149-a7e1-43ab-b225-4ea8e896e5f6" providerId="ADAL" clId="{DDFC899F-A2A6-4A99-9956-312F8D03E104}" dt="2026-08-24T17:39:18.504" v="655" actId="2711"/>
          <ac:spMkLst>
            <pc:docMk/>
            <pc:sldMk cId="2841608102" sldId="269"/>
            <ac:spMk id="19" creationId="{00000000-0000-0000-0000-000000000000}"/>
          </ac:spMkLst>
        </pc:spChg>
        <pc:spChg chg="mod">
          <ac:chgData name="Maria Gabriela Correa Arguello" userId="bde47149-a7e1-43ab-b225-4ea8e896e5f6" providerId="ADAL" clId="{DDFC899F-A2A6-4A99-9956-312F8D03E104}" dt="2026-08-24T17:39:18.504" v="655" actId="2711"/>
          <ac:spMkLst>
            <pc:docMk/>
            <pc:sldMk cId="2841608102" sldId="269"/>
            <ac:spMk id="24" creationId="{00000000-0000-0000-0000-000000000000}"/>
          </ac:spMkLst>
        </pc:spChg>
        <pc:spChg chg="mod">
          <ac:chgData name="Maria Gabriela Correa Arguello" userId="bde47149-a7e1-43ab-b225-4ea8e896e5f6" providerId="ADAL" clId="{DDFC899F-A2A6-4A99-9956-312F8D03E104}" dt="2026-08-24T17:39:18.504" v="655" actId="2711"/>
          <ac:spMkLst>
            <pc:docMk/>
            <pc:sldMk cId="2841608102" sldId="269"/>
            <ac:spMk id="27" creationId="{00000000-0000-0000-0000-000000000000}"/>
          </ac:spMkLst>
        </pc:spChg>
        <pc:spChg chg="mod">
          <ac:chgData name="Maria Gabriela Correa Arguello" userId="bde47149-a7e1-43ab-b225-4ea8e896e5f6" providerId="ADAL" clId="{DDFC899F-A2A6-4A99-9956-312F8D03E104}" dt="2026-08-24T17:39:18.504" v="655" actId="2711"/>
          <ac:spMkLst>
            <pc:docMk/>
            <pc:sldMk cId="2841608102" sldId="269"/>
            <ac:spMk id="29" creationId="{00000000-0000-0000-0000-000000000000}"/>
          </ac:spMkLst>
        </pc:spChg>
        <pc:spChg chg="mod">
          <ac:chgData name="Maria Gabriela Correa Arguello" userId="bde47149-a7e1-43ab-b225-4ea8e896e5f6" providerId="ADAL" clId="{DDFC899F-A2A6-4A99-9956-312F8D03E104}" dt="2026-08-24T17:39:18.504" v="655" actId="2711"/>
          <ac:spMkLst>
            <pc:docMk/>
            <pc:sldMk cId="2841608102" sldId="269"/>
            <ac:spMk id="31" creationId="{00000000-0000-0000-0000-000000000000}"/>
          </ac:spMkLst>
        </pc:spChg>
      </pc:sldChg>
      <pc:sldChg chg="modSp mod">
        <pc:chgData name="Maria Gabriela Correa Arguello" userId="bde47149-a7e1-43ab-b225-4ea8e896e5f6" providerId="ADAL" clId="{DDFC899F-A2A6-4A99-9956-312F8D03E104}" dt="2026-08-24T17:07:14.133" v="197" actId="14100"/>
        <pc:sldMkLst>
          <pc:docMk/>
          <pc:sldMk cId="2668955713" sldId="271"/>
        </pc:sldMkLst>
        <pc:picChg chg="mod">
          <ac:chgData name="Maria Gabriela Correa Arguello" userId="bde47149-a7e1-43ab-b225-4ea8e896e5f6" providerId="ADAL" clId="{DDFC899F-A2A6-4A99-9956-312F8D03E104}" dt="2026-08-24T17:07:14.133" v="197" actId="14100"/>
          <ac:picMkLst>
            <pc:docMk/>
            <pc:sldMk cId="2668955713" sldId="271"/>
            <ac:picMk id="3" creationId="{00000000-0000-0000-0000-000000000000}"/>
          </ac:picMkLst>
        </pc:picChg>
      </pc:sldChg>
      <pc:sldChg chg="delSp modSp add mod">
        <pc:chgData name="Maria Gabriela Correa Arguello" userId="bde47149-a7e1-43ab-b225-4ea8e896e5f6" providerId="ADAL" clId="{DDFC899F-A2A6-4A99-9956-312F8D03E104}" dt="2026-08-24T22:48:10.140" v="985" actId="1076"/>
        <pc:sldMkLst>
          <pc:docMk/>
          <pc:sldMk cId="1237486251" sldId="337"/>
        </pc:sldMkLst>
        <pc:spChg chg="mod">
          <ac:chgData name="Maria Gabriela Correa Arguello" userId="bde47149-a7e1-43ab-b225-4ea8e896e5f6" providerId="ADAL" clId="{DDFC899F-A2A6-4A99-9956-312F8D03E104}" dt="2026-08-24T17:06:19.600" v="191" actId="255"/>
          <ac:spMkLst>
            <pc:docMk/>
            <pc:sldMk cId="1237486251" sldId="337"/>
            <ac:spMk id="3" creationId="{00000000-0000-0000-0000-000000000000}"/>
          </ac:spMkLst>
        </pc:spChg>
        <pc:spChg chg="del">
          <ac:chgData name="Maria Gabriela Correa Arguello" userId="bde47149-a7e1-43ab-b225-4ea8e896e5f6" providerId="ADAL" clId="{DDFC899F-A2A6-4A99-9956-312F8D03E104}" dt="2026-08-24T22:48:07.320" v="984" actId="478"/>
          <ac:spMkLst>
            <pc:docMk/>
            <pc:sldMk cId="1237486251" sldId="337"/>
            <ac:spMk id="10" creationId="{16197FCB-7011-42D3-CA67-CD6C65848000}"/>
          </ac:spMkLst>
        </pc:spChg>
        <pc:spChg chg="mod">
          <ac:chgData name="Maria Gabriela Correa Arguello" userId="bde47149-a7e1-43ab-b225-4ea8e896e5f6" providerId="ADAL" clId="{DDFC899F-A2A6-4A99-9956-312F8D03E104}" dt="2026-08-24T22:48:10.140" v="985" actId="1076"/>
          <ac:spMkLst>
            <pc:docMk/>
            <pc:sldMk cId="1237486251" sldId="337"/>
            <ac:spMk id="12" creationId="{5141EB29-5942-2D6A-63C9-F1A07C858E9D}"/>
          </ac:spMkLst>
        </pc:spChg>
      </pc:sldChg>
      <pc:sldChg chg="modSp mod">
        <pc:chgData name="Maria Gabriela Correa Arguello" userId="bde47149-a7e1-43ab-b225-4ea8e896e5f6" providerId="ADAL" clId="{DDFC899F-A2A6-4A99-9956-312F8D03E104}" dt="2026-08-24T19:57:59.789" v="852" actId="20577"/>
        <pc:sldMkLst>
          <pc:docMk/>
          <pc:sldMk cId="1611901610" sldId="351"/>
        </pc:sldMkLst>
        <pc:spChg chg="mod">
          <ac:chgData name="Maria Gabriela Correa Arguello" userId="bde47149-a7e1-43ab-b225-4ea8e896e5f6" providerId="ADAL" clId="{DDFC899F-A2A6-4A99-9956-312F8D03E104}" dt="2026-08-24T19:57:59.789" v="852" actId="20577"/>
          <ac:spMkLst>
            <pc:docMk/>
            <pc:sldMk cId="1611901610" sldId="351"/>
            <ac:spMk id="3" creationId="{00000000-0000-0000-0000-000000000000}"/>
          </ac:spMkLst>
        </pc:spChg>
      </pc:sldChg>
      <pc:sldChg chg="modSp">
        <pc:chgData name="Maria Gabriela Correa Arguello" userId="bde47149-a7e1-43ab-b225-4ea8e896e5f6" providerId="ADAL" clId="{DDFC899F-A2A6-4A99-9956-312F8D03E104}" dt="2026-08-24T17:02:30.349" v="144" actId="20577"/>
        <pc:sldMkLst>
          <pc:docMk/>
          <pc:sldMk cId="3254971150" sldId="354"/>
        </pc:sldMkLst>
        <pc:spChg chg="mod">
          <ac:chgData name="Maria Gabriela Correa Arguello" userId="bde47149-a7e1-43ab-b225-4ea8e896e5f6" providerId="ADAL" clId="{DDFC899F-A2A6-4A99-9956-312F8D03E104}" dt="2026-08-24T17:02:30.349" v="144" actId="20577"/>
          <ac:spMkLst>
            <pc:docMk/>
            <pc:sldMk cId="3254971150" sldId="354"/>
            <ac:spMk id="23" creationId="{8F837980-0A38-47A1-8A30-C7AFF3A98D5A}"/>
          </ac:spMkLst>
        </pc:spChg>
      </pc:sldChg>
      <pc:sldChg chg="modSp mod">
        <pc:chgData name="Maria Gabriela Correa Arguello" userId="bde47149-a7e1-43ab-b225-4ea8e896e5f6" providerId="ADAL" clId="{DDFC899F-A2A6-4A99-9956-312F8D03E104}" dt="2026-08-24T19:57:22.154" v="847" actId="27636"/>
        <pc:sldMkLst>
          <pc:docMk/>
          <pc:sldMk cId="766255527" sldId="364"/>
        </pc:sldMkLst>
        <pc:spChg chg="mod">
          <ac:chgData name="Maria Gabriela Correa Arguello" userId="bde47149-a7e1-43ab-b225-4ea8e896e5f6" providerId="ADAL" clId="{DDFC899F-A2A6-4A99-9956-312F8D03E104}" dt="2026-08-24T19:57:22.154" v="847" actId="27636"/>
          <ac:spMkLst>
            <pc:docMk/>
            <pc:sldMk cId="766255527" sldId="364"/>
            <ac:spMk id="3" creationId="{00000000-0000-0000-0000-000000000000}"/>
          </ac:spMkLst>
        </pc:spChg>
      </pc:sldChg>
      <pc:sldChg chg="modSp mod">
        <pc:chgData name="Maria Gabriela Correa Arguello" userId="bde47149-a7e1-43ab-b225-4ea8e896e5f6" providerId="ADAL" clId="{DDFC899F-A2A6-4A99-9956-312F8D03E104}" dt="2026-08-24T19:57:44.386" v="849" actId="20577"/>
        <pc:sldMkLst>
          <pc:docMk/>
          <pc:sldMk cId="1925115927" sldId="368"/>
        </pc:sldMkLst>
        <pc:spChg chg="mod">
          <ac:chgData name="Maria Gabriela Correa Arguello" userId="bde47149-a7e1-43ab-b225-4ea8e896e5f6" providerId="ADAL" clId="{DDFC899F-A2A6-4A99-9956-312F8D03E104}" dt="2026-08-24T19:57:44.386" v="849" actId="20577"/>
          <ac:spMkLst>
            <pc:docMk/>
            <pc:sldMk cId="1925115927" sldId="368"/>
            <ac:spMk id="3" creationId="{00000000-0000-0000-0000-000000000000}"/>
          </ac:spMkLst>
        </pc:spChg>
      </pc:sldChg>
      <pc:sldChg chg="addSp delSp modSp add mod modAnim">
        <pc:chgData name="Maria Gabriela Correa Arguello" userId="bde47149-a7e1-43ab-b225-4ea8e896e5f6" providerId="ADAL" clId="{DDFC899F-A2A6-4A99-9956-312F8D03E104}" dt="2026-08-24T22:48:17.163" v="987" actId="1076"/>
        <pc:sldMkLst>
          <pc:docMk/>
          <pc:sldMk cId="3100077071" sldId="380"/>
        </pc:sldMkLst>
        <pc:spChg chg="mod">
          <ac:chgData name="Maria Gabriela Correa Arguello" userId="bde47149-a7e1-43ab-b225-4ea8e896e5f6" providerId="ADAL" clId="{DDFC899F-A2A6-4A99-9956-312F8D03E104}" dt="2026-08-24T17:38:03.745" v="654" actId="20577"/>
          <ac:spMkLst>
            <pc:docMk/>
            <pc:sldMk cId="3100077071" sldId="380"/>
            <ac:spMk id="2" creationId="{00000000-0000-0000-0000-000000000000}"/>
          </ac:spMkLst>
        </pc:spChg>
        <pc:spChg chg="mod">
          <ac:chgData name="Maria Gabriela Correa Arguello" userId="bde47149-a7e1-43ab-b225-4ea8e896e5f6" providerId="ADAL" clId="{DDFC899F-A2A6-4A99-9956-312F8D03E104}" dt="2026-08-24T17:40:14.291" v="656" actId="1076"/>
          <ac:spMkLst>
            <pc:docMk/>
            <pc:sldMk cId="3100077071" sldId="380"/>
            <ac:spMk id="3" creationId="{00000000-0000-0000-0000-000000000000}"/>
          </ac:spMkLst>
        </pc:spChg>
        <pc:spChg chg="del">
          <ac:chgData name="Maria Gabriela Correa Arguello" userId="bde47149-a7e1-43ab-b225-4ea8e896e5f6" providerId="ADAL" clId="{DDFC899F-A2A6-4A99-9956-312F8D03E104}" dt="2026-08-24T22:48:13.968" v="986" actId="478"/>
          <ac:spMkLst>
            <pc:docMk/>
            <pc:sldMk cId="3100077071" sldId="380"/>
            <ac:spMk id="7" creationId="{3FD25033-284C-7EC3-C7D6-DFBAACAD886E}"/>
          </ac:spMkLst>
        </pc:spChg>
        <pc:spChg chg="mod">
          <ac:chgData name="Maria Gabriela Correa Arguello" userId="bde47149-a7e1-43ab-b225-4ea8e896e5f6" providerId="ADAL" clId="{DDFC899F-A2A6-4A99-9956-312F8D03E104}" dt="2026-08-24T22:48:17.163" v="987" actId="1076"/>
          <ac:spMkLst>
            <pc:docMk/>
            <pc:sldMk cId="3100077071" sldId="380"/>
            <ac:spMk id="9" creationId="{A1FFE96A-F079-244B-FB47-9DAACAFFDB20}"/>
          </ac:spMkLst>
        </pc:spChg>
        <pc:spChg chg="add mod">
          <ac:chgData name="Maria Gabriela Correa Arguello" userId="bde47149-a7e1-43ab-b225-4ea8e896e5f6" providerId="ADAL" clId="{DDFC899F-A2A6-4A99-9956-312F8D03E104}" dt="2026-08-24T18:00:36.238" v="792" actId="1076"/>
          <ac:spMkLst>
            <pc:docMk/>
            <pc:sldMk cId="3100077071" sldId="380"/>
            <ac:spMk id="11" creationId="{CC4EE717-3658-CB6D-D20D-9DAB14588E6E}"/>
          </ac:spMkLst>
        </pc:spChg>
        <pc:spChg chg="mod">
          <ac:chgData name="Maria Gabriela Correa Arguello" userId="bde47149-a7e1-43ab-b225-4ea8e896e5f6" providerId="ADAL" clId="{DDFC899F-A2A6-4A99-9956-312F8D03E104}" dt="2026-08-24T17:40:20.581" v="658" actId="403"/>
          <ac:spMkLst>
            <pc:docMk/>
            <pc:sldMk cId="3100077071" sldId="380"/>
            <ac:spMk id="12" creationId="{00000000-0000-0000-0000-000000000000}"/>
          </ac:spMkLst>
        </pc:spChg>
        <pc:spChg chg="mod">
          <ac:chgData name="Maria Gabriela Correa Arguello" userId="bde47149-a7e1-43ab-b225-4ea8e896e5f6" providerId="ADAL" clId="{DDFC899F-A2A6-4A99-9956-312F8D03E104}" dt="2026-08-24T17:40:20.581" v="658" actId="403"/>
          <ac:spMkLst>
            <pc:docMk/>
            <pc:sldMk cId="3100077071" sldId="380"/>
            <ac:spMk id="15" creationId="{00000000-0000-0000-0000-000000000000}"/>
          </ac:spMkLst>
        </pc:spChg>
        <pc:spChg chg="mod">
          <ac:chgData name="Maria Gabriela Correa Arguello" userId="bde47149-a7e1-43ab-b225-4ea8e896e5f6" providerId="ADAL" clId="{DDFC899F-A2A6-4A99-9956-312F8D03E104}" dt="2026-08-24T17:40:20.581" v="658" actId="403"/>
          <ac:spMkLst>
            <pc:docMk/>
            <pc:sldMk cId="3100077071" sldId="380"/>
            <ac:spMk id="19" creationId="{00000000-0000-0000-0000-000000000000}"/>
          </ac:spMkLst>
        </pc:spChg>
        <pc:spChg chg="mod">
          <ac:chgData name="Maria Gabriela Correa Arguello" userId="bde47149-a7e1-43ab-b225-4ea8e896e5f6" providerId="ADAL" clId="{DDFC899F-A2A6-4A99-9956-312F8D03E104}" dt="2026-08-24T17:40:20.581" v="658" actId="403"/>
          <ac:spMkLst>
            <pc:docMk/>
            <pc:sldMk cId="3100077071" sldId="380"/>
            <ac:spMk id="20" creationId="{00000000-0000-0000-0000-000000000000}"/>
          </ac:spMkLst>
        </pc:spChg>
        <pc:spChg chg="mod">
          <ac:chgData name="Maria Gabriela Correa Arguello" userId="bde47149-a7e1-43ab-b225-4ea8e896e5f6" providerId="ADAL" clId="{DDFC899F-A2A6-4A99-9956-312F8D03E104}" dt="2026-08-24T17:40:20.581" v="658" actId="403"/>
          <ac:spMkLst>
            <pc:docMk/>
            <pc:sldMk cId="3100077071" sldId="380"/>
            <ac:spMk id="24" creationId="{00000000-0000-0000-0000-000000000000}"/>
          </ac:spMkLst>
        </pc:spChg>
        <pc:spChg chg="mod">
          <ac:chgData name="Maria Gabriela Correa Arguello" userId="bde47149-a7e1-43ab-b225-4ea8e896e5f6" providerId="ADAL" clId="{DDFC899F-A2A6-4A99-9956-312F8D03E104}" dt="2026-08-24T17:40:20.581" v="658" actId="403"/>
          <ac:spMkLst>
            <pc:docMk/>
            <pc:sldMk cId="3100077071" sldId="380"/>
            <ac:spMk id="30" creationId="{00000000-0000-0000-0000-000000000000}"/>
          </ac:spMkLst>
        </pc:spChg>
        <pc:spChg chg="mod">
          <ac:chgData name="Maria Gabriela Correa Arguello" userId="bde47149-a7e1-43ab-b225-4ea8e896e5f6" providerId="ADAL" clId="{DDFC899F-A2A6-4A99-9956-312F8D03E104}" dt="2026-08-24T17:40:20.581" v="658" actId="403"/>
          <ac:spMkLst>
            <pc:docMk/>
            <pc:sldMk cId="3100077071" sldId="380"/>
            <ac:spMk id="31" creationId="{00000000-0000-0000-0000-000000000000}"/>
          </ac:spMkLst>
        </pc:spChg>
        <pc:spChg chg="mod">
          <ac:chgData name="Maria Gabriela Correa Arguello" userId="bde47149-a7e1-43ab-b225-4ea8e896e5f6" providerId="ADAL" clId="{DDFC899F-A2A6-4A99-9956-312F8D03E104}" dt="2026-08-24T17:40:20.581" v="658" actId="403"/>
          <ac:spMkLst>
            <pc:docMk/>
            <pc:sldMk cId="3100077071" sldId="380"/>
            <ac:spMk id="32" creationId="{00000000-0000-0000-0000-000000000000}"/>
          </ac:spMkLst>
        </pc:spChg>
        <pc:spChg chg="mod">
          <ac:chgData name="Maria Gabriela Correa Arguello" userId="bde47149-a7e1-43ab-b225-4ea8e896e5f6" providerId="ADAL" clId="{DDFC899F-A2A6-4A99-9956-312F8D03E104}" dt="2026-08-24T17:40:20.581" v="658" actId="403"/>
          <ac:spMkLst>
            <pc:docMk/>
            <pc:sldMk cId="3100077071" sldId="380"/>
            <ac:spMk id="38" creationId="{00000000-0000-0000-0000-000000000000}"/>
          </ac:spMkLst>
        </pc:spChg>
        <pc:spChg chg="mod">
          <ac:chgData name="Maria Gabriela Correa Arguello" userId="bde47149-a7e1-43ab-b225-4ea8e896e5f6" providerId="ADAL" clId="{DDFC899F-A2A6-4A99-9956-312F8D03E104}" dt="2026-08-24T17:40:20.581" v="658" actId="403"/>
          <ac:spMkLst>
            <pc:docMk/>
            <pc:sldMk cId="3100077071" sldId="380"/>
            <ac:spMk id="41" creationId="{00000000-0000-0000-0000-000000000000}"/>
          </ac:spMkLst>
        </pc:spChg>
        <pc:spChg chg="mod">
          <ac:chgData name="Maria Gabriela Correa Arguello" userId="bde47149-a7e1-43ab-b225-4ea8e896e5f6" providerId="ADAL" clId="{DDFC899F-A2A6-4A99-9956-312F8D03E104}" dt="2026-08-24T18:08:36.703" v="842" actId="20577"/>
          <ac:spMkLst>
            <pc:docMk/>
            <pc:sldMk cId="3100077071" sldId="380"/>
            <ac:spMk id="70" creationId="{537F7C29-9EBA-467A-8CB0-240580B76081}"/>
          </ac:spMkLst>
        </pc:spChg>
        <pc:grpChg chg="mod">
          <ac:chgData name="Maria Gabriela Correa Arguello" userId="bde47149-a7e1-43ab-b225-4ea8e896e5f6" providerId="ADAL" clId="{DDFC899F-A2A6-4A99-9956-312F8D03E104}" dt="2026-08-24T18:00:32.532" v="791" actId="1076"/>
          <ac:grpSpMkLst>
            <pc:docMk/>
            <pc:sldMk cId="3100077071" sldId="380"/>
            <ac:grpSpMk id="6" creationId="{00000000-0000-0000-0000-000000000000}"/>
          </ac:grpSpMkLst>
        </pc:grpChg>
      </pc:sldChg>
      <pc:sldChg chg="addSp delSp modSp add del mod addAnim delAnim">
        <pc:chgData name="Maria Gabriela Correa Arguello" userId="bde47149-a7e1-43ab-b225-4ea8e896e5f6" providerId="ADAL" clId="{DDFC899F-A2A6-4A99-9956-312F8D03E104}" dt="2026-08-24T22:48:24.122" v="989" actId="1076"/>
        <pc:sldMkLst>
          <pc:docMk/>
          <pc:sldMk cId="3248142960" sldId="383"/>
        </pc:sldMkLst>
        <pc:spChg chg="mod">
          <ac:chgData name="Maria Gabriela Correa Arguello" userId="bde47149-a7e1-43ab-b225-4ea8e896e5f6" providerId="ADAL" clId="{DDFC899F-A2A6-4A99-9956-312F8D03E104}" dt="2026-08-24T17:06:53.758" v="195" actId="2711"/>
          <ac:spMkLst>
            <pc:docMk/>
            <pc:sldMk cId="3248142960" sldId="383"/>
            <ac:spMk id="5" creationId="{00000000-0000-0000-0000-000000000000}"/>
          </ac:spMkLst>
        </pc:spChg>
        <pc:spChg chg="add del mod">
          <ac:chgData name="Maria Gabriela Correa Arguello" userId="bde47149-a7e1-43ab-b225-4ea8e896e5f6" providerId="ADAL" clId="{DDFC899F-A2A6-4A99-9956-312F8D03E104}" dt="2026-08-24T17:06:53.758" v="195" actId="2711"/>
          <ac:spMkLst>
            <pc:docMk/>
            <pc:sldMk cId="3248142960" sldId="383"/>
            <ac:spMk id="6" creationId="{00000000-0000-0000-0000-000000000000}"/>
          </ac:spMkLst>
        </pc:spChg>
        <pc:spChg chg="del">
          <ac:chgData name="Maria Gabriela Correa Arguello" userId="bde47149-a7e1-43ab-b225-4ea8e896e5f6" providerId="ADAL" clId="{DDFC899F-A2A6-4A99-9956-312F8D03E104}" dt="2026-08-24T22:48:20.895" v="988" actId="478"/>
          <ac:spMkLst>
            <pc:docMk/>
            <pc:sldMk cId="3248142960" sldId="383"/>
            <ac:spMk id="8" creationId="{07CB8C84-BCC1-10EB-0B94-04913F14BFDC}"/>
          </ac:spMkLst>
        </pc:spChg>
        <pc:spChg chg="mod">
          <ac:chgData name="Maria Gabriela Correa Arguello" userId="bde47149-a7e1-43ab-b225-4ea8e896e5f6" providerId="ADAL" clId="{DDFC899F-A2A6-4A99-9956-312F8D03E104}" dt="2026-08-24T22:48:24.122" v="989" actId="1076"/>
          <ac:spMkLst>
            <pc:docMk/>
            <pc:sldMk cId="3248142960" sldId="383"/>
            <ac:spMk id="11" creationId="{A313E75A-F710-98E9-6F6A-F710E68D37FD}"/>
          </ac:spMkLst>
        </pc:spChg>
        <pc:spChg chg="mod">
          <ac:chgData name="Maria Gabriela Correa Arguello" userId="bde47149-a7e1-43ab-b225-4ea8e896e5f6" providerId="ADAL" clId="{DDFC899F-A2A6-4A99-9956-312F8D03E104}" dt="2026-08-24T17:06:53.758" v="195" actId="2711"/>
          <ac:spMkLst>
            <pc:docMk/>
            <pc:sldMk cId="3248142960" sldId="383"/>
            <ac:spMk id="72" creationId="{63FAAF92-7EF0-4D58-BB4C-91E07938FE59}"/>
          </ac:spMkLst>
        </pc:spChg>
        <pc:spChg chg="mod">
          <ac:chgData name="Maria Gabriela Correa Arguello" userId="bde47149-a7e1-43ab-b225-4ea8e896e5f6" providerId="ADAL" clId="{DDFC899F-A2A6-4A99-9956-312F8D03E104}" dt="2026-08-24T17:06:53.758" v="195" actId="2711"/>
          <ac:spMkLst>
            <pc:docMk/>
            <pc:sldMk cId="3248142960" sldId="383"/>
            <ac:spMk id="83" creationId="{00000000-0000-0000-0000-000000000000}"/>
          </ac:spMkLst>
        </pc:spChg>
        <pc:spChg chg="mod">
          <ac:chgData name="Maria Gabriela Correa Arguello" userId="bde47149-a7e1-43ab-b225-4ea8e896e5f6" providerId="ADAL" clId="{DDFC899F-A2A6-4A99-9956-312F8D03E104}" dt="2026-08-24T17:06:53.758" v="195" actId="2711"/>
          <ac:spMkLst>
            <pc:docMk/>
            <pc:sldMk cId="3248142960" sldId="383"/>
            <ac:spMk id="84" creationId="{00000000-0000-0000-0000-000000000000}"/>
          </ac:spMkLst>
        </pc:spChg>
        <pc:spChg chg="mod">
          <ac:chgData name="Maria Gabriela Correa Arguello" userId="bde47149-a7e1-43ab-b225-4ea8e896e5f6" providerId="ADAL" clId="{DDFC899F-A2A6-4A99-9956-312F8D03E104}" dt="2026-08-24T17:06:53.758" v="195" actId="2711"/>
          <ac:spMkLst>
            <pc:docMk/>
            <pc:sldMk cId="3248142960" sldId="383"/>
            <ac:spMk id="93" creationId="{00000000-0000-0000-0000-000000000000}"/>
          </ac:spMkLst>
        </pc:spChg>
        <pc:spChg chg="mod">
          <ac:chgData name="Maria Gabriela Correa Arguello" userId="bde47149-a7e1-43ab-b225-4ea8e896e5f6" providerId="ADAL" clId="{DDFC899F-A2A6-4A99-9956-312F8D03E104}" dt="2026-08-24T17:06:53.758" v="195" actId="2711"/>
          <ac:spMkLst>
            <pc:docMk/>
            <pc:sldMk cId="3248142960" sldId="383"/>
            <ac:spMk id="94" creationId="{00000000-0000-0000-0000-000000000000}"/>
          </ac:spMkLst>
        </pc:spChg>
        <pc:spChg chg="mod">
          <ac:chgData name="Maria Gabriela Correa Arguello" userId="bde47149-a7e1-43ab-b225-4ea8e896e5f6" providerId="ADAL" clId="{DDFC899F-A2A6-4A99-9956-312F8D03E104}" dt="2026-08-24T17:06:53.758" v="195" actId="2711"/>
          <ac:spMkLst>
            <pc:docMk/>
            <pc:sldMk cId="3248142960" sldId="383"/>
            <ac:spMk id="105" creationId="{00000000-0000-0000-0000-000000000000}"/>
          </ac:spMkLst>
        </pc:spChg>
        <pc:spChg chg="mod">
          <ac:chgData name="Maria Gabriela Correa Arguello" userId="bde47149-a7e1-43ab-b225-4ea8e896e5f6" providerId="ADAL" clId="{DDFC899F-A2A6-4A99-9956-312F8D03E104}" dt="2026-08-24T17:40:48.202" v="669" actId="255"/>
          <ac:spMkLst>
            <pc:docMk/>
            <pc:sldMk cId="3248142960" sldId="383"/>
            <ac:spMk id="132" creationId="{40D25D1E-34C8-4381-9735-E5135A433CBE}"/>
          </ac:spMkLst>
        </pc:spChg>
        <pc:spChg chg="mod">
          <ac:chgData name="Maria Gabriela Correa Arguello" userId="bde47149-a7e1-43ab-b225-4ea8e896e5f6" providerId="ADAL" clId="{DDFC899F-A2A6-4A99-9956-312F8D03E104}" dt="2026-08-24T17:40:41.168" v="668" actId="27636"/>
          <ac:spMkLst>
            <pc:docMk/>
            <pc:sldMk cId="3248142960" sldId="383"/>
            <ac:spMk id="133" creationId="{45BF9B57-D11D-4E23-9FE7-67534594394D}"/>
          </ac:spMkLst>
        </pc:spChg>
        <pc:spChg chg="mod">
          <ac:chgData name="Maria Gabriela Correa Arguello" userId="bde47149-a7e1-43ab-b225-4ea8e896e5f6" providerId="ADAL" clId="{DDFC899F-A2A6-4A99-9956-312F8D03E104}" dt="2026-08-24T17:40:59.300" v="674" actId="1076"/>
          <ac:spMkLst>
            <pc:docMk/>
            <pc:sldMk cId="3248142960" sldId="383"/>
            <ac:spMk id="134" creationId="{7576D094-F102-4C6B-9E9D-334718EE56FA}"/>
          </ac:spMkLst>
        </pc:spChg>
        <pc:spChg chg="mod">
          <ac:chgData name="Maria Gabriela Correa Arguello" userId="bde47149-a7e1-43ab-b225-4ea8e896e5f6" providerId="ADAL" clId="{DDFC899F-A2A6-4A99-9956-312F8D03E104}" dt="2026-08-24T17:06:53.758" v="195" actId="2711"/>
          <ac:spMkLst>
            <pc:docMk/>
            <pc:sldMk cId="3248142960" sldId="383"/>
            <ac:spMk id="141" creationId="{ECBDC3BB-49AA-4FA6-9B42-760A4B565824}"/>
          </ac:spMkLst>
        </pc:spChg>
        <pc:spChg chg="mod">
          <ac:chgData name="Maria Gabriela Correa Arguello" userId="bde47149-a7e1-43ab-b225-4ea8e896e5f6" providerId="ADAL" clId="{DDFC899F-A2A6-4A99-9956-312F8D03E104}" dt="2026-08-24T17:06:53.758" v="195" actId="2711"/>
          <ac:spMkLst>
            <pc:docMk/>
            <pc:sldMk cId="3248142960" sldId="383"/>
            <ac:spMk id="149" creationId="{FF2790A1-DD28-4208-A73B-214EB2907667}"/>
          </ac:spMkLst>
        </pc:spChg>
      </pc:sldChg>
      <pc:sldChg chg="delSp modSp add mod">
        <pc:chgData name="Maria Gabriela Correa Arguello" userId="bde47149-a7e1-43ab-b225-4ea8e896e5f6" providerId="ADAL" clId="{DDFC899F-A2A6-4A99-9956-312F8D03E104}" dt="2026-08-24T22:48:29.876" v="991" actId="1076"/>
        <pc:sldMkLst>
          <pc:docMk/>
          <pc:sldMk cId="3981616200" sldId="384"/>
        </pc:sldMkLst>
        <pc:spChg chg="del">
          <ac:chgData name="Maria Gabriela Correa Arguello" userId="bde47149-a7e1-43ab-b225-4ea8e896e5f6" providerId="ADAL" clId="{DDFC899F-A2A6-4A99-9956-312F8D03E104}" dt="2026-08-24T22:48:27.638" v="990" actId="478"/>
          <ac:spMkLst>
            <pc:docMk/>
            <pc:sldMk cId="3981616200" sldId="384"/>
            <ac:spMk id="5" creationId="{76B529A9-2D33-EA0B-44CF-C0B03A2AFBB9}"/>
          </ac:spMkLst>
        </pc:spChg>
        <pc:spChg chg="mod">
          <ac:chgData name="Maria Gabriela Correa Arguello" userId="bde47149-a7e1-43ab-b225-4ea8e896e5f6" providerId="ADAL" clId="{DDFC899F-A2A6-4A99-9956-312F8D03E104}" dt="2026-08-24T17:41:10.499" v="675" actId="2711"/>
          <ac:spMkLst>
            <pc:docMk/>
            <pc:sldMk cId="3981616200" sldId="384"/>
            <ac:spMk id="6" creationId="{00000000-0000-0000-0000-000000000000}"/>
          </ac:spMkLst>
        </pc:spChg>
        <pc:spChg chg="mod">
          <ac:chgData name="Maria Gabriela Correa Arguello" userId="bde47149-a7e1-43ab-b225-4ea8e896e5f6" providerId="ADAL" clId="{DDFC899F-A2A6-4A99-9956-312F8D03E104}" dt="2026-08-24T22:48:29.876" v="991" actId="1076"/>
          <ac:spMkLst>
            <pc:docMk/>
            <pc:sldMk cId="3981616200" sldId="384"/>
            <ac:spMk id="8" creationId="{0939C9BC-BFCB-9AC5-5C37-3028F3CCDF4E}"/>
          </ac:spMkLst>
        </pc:spChg>
        <pc:spChg chg="mod">
          <ac:chgData name="Maria Gabriela Correa Arguello" userId="bde47149-a7e1-43ab-b225-4ea8e896e5f6" providerId="ADAL" clId="{DDFC899F-A2A6-4A99-9956-312F8D03E104}" dt="2026-08-24T17:41:10.499" v="675" actId="2711"/>
          <ac:spMkLst>
            <pc:docMk/>
            <pc:sldMk cId="3981616200" sldId="384"/>
            <ac:spMk id="9" creationId="{F9D14299-5936-E9FD-90D6-E72A5155B2C5}"/>
          </ac:spMkLst>
        </pc:spChg>
        <pc:spChg chg="mod">
          <ac:chgData name="Maria Gabriela Correa Arguello" userId="bde47149-a7e1-43ab-b225-4ea8e896e5f6" providerId="ADAL" clId="{DDFC899F-A2A6-4A99-9956-312F8D03E104}" dt="2026-08-24T17:41:10.499" v="675" actId="2711"/>
          <ac:spMkLst>
            <pc:docMk/>
            <pc:sldMk cId="3981616200" sldId="384"/>
            <ac:spMk id="63" creationId="{4439C1E2-479A-4AA5-83D1-B0DAB279FC0F}"/>
          </ac:spMkLst>
        </pc:spChg>
        <pc:spChg chg="mod">
          <ac:chgData name="Maria Gabriela Correa Arguello" userId="bde47149-a7e1-43ab-b225-4ea8e896e5f6" providerId="ADAL" clId="{DDFC899F-A2A6-4A99-9956-312F8D03E104}" dt="2026-08-24T17:41:10.499" v="675" actId="2711"/>
          <ac:spMkLst>
            <pc:docMk/>
            <pc:sldMk cId="3981616200" sldId="384"/>
            <ac:spMk id="69" creationId="{CFB37C7F-DF96-402F-98A2-2AD67C693330}"/>
          </ac:spMkLst>
        </pc:spChg>
        <pc:spChg chg="mod">
          <ac:chgData name="Maria Gabriela Correa Arguello" userId="bde47149-a7e1-43ab-b225-4ea8e896e5f6" providerId="ADAL" clId="{DDFC899F-A2A6-4A99-9956-312F8D03E104}" dt="2026-08-24T17:41:10.499" v="675" actId="2711"/>
          <ac:spMkLst>
            <pc:docMk/>
            <pc:sldMk cId="3981616200" sldId="384"/>
            <ac:spMk id="72" creationId="{4292D3AC-DE2B-4AC4-8884-0270847808AD}"/>
          </ac:spMkLst>
        </pc:spChg>
        <pc:spChg chg="mod">
          <ac:chgData name="Maria Gabriela Correa Arguello" userId="bde47149-a7e1-43ab-b225-4ea8e896e5f6" providerId="ADAL" clId="{DDFC899F-A2A6-4A99-9956-312F8D03E104}" dt="2026-08-24T17:41:10.499" v="675" actId="2711"/>
          <ac:spMkLst>
            <pc:docMk/>
            <pc:sldMk cId="3981616200" sldId="384"/>
            <ac:spMk id="108" creationId="{00000000-0000-0000-0000-000000000000}"/>
          </ac:spMkLst>
        </pc:spChg>
        <pc:spChg chg="mod">
          <ac:chgData name="Maria Gabriela Correa Arguello" userId="bde47149-a7e1-43ab-b225-4ea8e896e5f6" providerId="ADAL" clId="{DDFC899F-A2A6-4A99-9956-312F8D03E104}" dt="2026-08-24T17:41:10.499" v="675" actId="2711"/>
          <ac:spMkLst>
            <pc:docMk/>
            <pc:sldMk cId="3981616200" sldId="384"/>
            <ac:spMk id="112" creationId="{00000000-0000-0000-0000-000000000000}"/>
          </ac:spMkLst>
        </pc:spChg>
        <pc:spChg chg="mod">
          <ac:chgData name="Maria Gabriela Correa Arguello" userId="bde47149-a7e1-43ab-b225-4ea8e896e5f6" providerId="ADAL" clId="{DDFC899F-A2A6-4A99-9956-312F8D03E104}" dt="2026-08-24T17:41:10.499" v="675" actId="2711"/>
          <ac:spMkLst>
            <pc:docMk/>
            <pc:sldMk cId="3981616200" sldId="384"/>
            <ac:spMk id="115" creationId="{00000000-0000-0000-0000-000000000000}"/>
          </ac:spMkLst>
        </pc:spChg>
        <pc:spChg chg="mod">
          <ac:chgData name="Maria Gabriela Correa Arguello" userId="bde47149-a7e1-43ab-b225-4ea8e896e5f6" providerId="ADAL" clId="{DDFC899F-A2A6-4A99-9956-312F8D03E104}" dt="2026-08-24T17:41:10.499" v="675" actId="2711"/>
          <ac:spMkLst>
            <pc:docMk/>
            <pc:sldMk cId="3981616200" sldId="384"/>
            <ac:spMk id="120" creationId="{00000000-0000-0000-0000-000000000000}"/>
          </ac:spMkLst>
        </pc:spChg>
        <pc:spChg chg="mod">
          <ac:chgData name="Maria Gabriela Correa Arguello" userId="bde47149-a7e1-43ab-b225-4ea8e896e5f6" providerId="ADAL" clId="{DDFC899F-A2A6-4A99-9956-312F8D03E104}" dt="2026-08-24T17:41:21.710" v="676" actId="255"/>
          <ac:spMkLst>
            <pc:docMk/>
            <pc:sldMk cId="3981616200" sldId="384"/>
            <ac:spMk id="131" creationId="{84CF7F3C-7569-4C3D-B8B2-F1B263A3EBB7}"/>
          </ac:spMkLst>
        </pc:spChg>
        <pc:spChg chg="mod">
          <ac:chgData name="Maria Gabriela Correa Arguello" userId="bde47149-a7e1-43ab-b225-4ea8e896e5f6" providerId="ADAL" clId="{DDFC899F-A2A6-4A99-9956-312F8D03E104}" dt="2026-08-24T17:41:21.710" v="676" actId="255"/>
          <ac:spMkLst>
            <pc:docMk/>
            <pc:sldMk cId="3981616200" sldId="384"/>
            <ac:spMk id="132" creationId="{860A7C5B-B0F1-4916-BBEC-6FFFD00C3EDC}"/>
          </ac:spMkLst>
        </pc:spChg>
        <pc:spChg chg="mod">
          <ac:chgData name="Maria Gabriela Correa Arguello" userId="bde47149-a7e1-43ab-b225-4ea8e896e5f6" providerId="ADAL" clId="{DDFC899F-A2A6-4A99-9956-312F8D03E104}" dt="2026-08-24T17:41:26.675" v="678" actId="255"/>
          <ac:spMkLst>
            <pc:docMk/>
            <pc:sldMk cId="3981616200" sldId="384"/>
            <ac:spMk id="133" creationId="{E37A4728-2616-40BB-897D-E182BC6182E5}"/>
          </ac:spMkLst>
        </pc:spChg>
        <pc:spChg chg="mod">
          <ac:chgData name="Maria Gabriela Correa Arguello" userId="bde47149-a7e1-43ab-b225-4ea8e896e5f6" providerId="ADAL" clId="{DDFC899F-A2A6-4A99-9956-312F8D03E104}" dt="2026-08-24T17:41:10.499" v="675" actId="2711"/>
          <ac:spMkLst>
            <pc:docMk/>
            <pc:sldMk cId="3981616200" sldId="384"/>
            <ac:spMk id="139" creationId="{FA0B4FE6-9E21-4D14-802B-93A7E11701D7}"/>
          </ac:spMkLst>
        </pc:spChg>
      </pc:sldChg>
      <pc:sldChg chg="modSp add mod ord">
        <pc:chgData name="Maria Gabriela Correa Arguello" userId="bde47149-a7e1-43ab-b225-4ea8e896e5f6" providerId="ADAL" clId="{DDFC899F-A2A6-4A99-9956-312F8D03E104}" dt="2026-08-24T17:42:51.525" v="694" actId="20577"/>
        <pc:sldMkLst>
          <pc:docMk/>
          <pc:sldMk cId="835575611" sldId="418"/>
        </pc:sldMkLst>
        <pc:spChg chg="mod">
          <ac:chgData name="Maria Gabriela Correa Arguello" userId="bde47149-a7e1-43ab-b225-4ea8e896e5f6" providerId="ADAL" clId="{DDFC899F-A2A6-4A99-9956-312F8D03E104}" dt="2026-08-24T17:42:44.886" v="691" actId="1076"/>
          <ac:spMkLst>
            <pc:docMk/>
            <pc:sldMk cId="835575611" sldId="418"/>
            <ac:spMk id="3" creationId="{71009633-4C17-1DAF-1FB8-EDAD253E2DDE}"/>
          </ac:spMkLst>
        </pc:spChg>
        <pc:spChg chg="mod">
          <ac:chgData name="Maria Gabriela Correa Arguello" userId="bde47149-a7e1-43ab-b225-4ea8e896e5f6" providerId="ADAL" clId="{DDFC899F-A2A6-4A99-9956-312F8D03E104}" dt="2026-08-24T17:42:44.886" v="691" actId="1076"/>
          <ac:spMkLst>
            <pc:docMk/>
            <pc:sldMk cId="835575611" sldId="418"/>
            <ac:spMk id="9" creationId="{00000000-0000-0000-0000-000000000000}"/>
          </ac:spMkLst>
        </pc:spChg>
        <pc:spChg chg="mod">
          <ac:chgData name="Maria Gabriela Correa Arguello" userId="bde47149-a7e1-43ab-b225-4ea8e896e5f6" providerId="ADAL" clId="{DDFC899F-A2A6-4A99-9956-312F8D03E104}" dt="2026-08-24T17:42:44.886" v="691" actId="1076"/>
          <ac:spMkLst>
            <pc:docMk/>
            <pc:sldMk cId="835575611" sldId="418"/>
            <ac:spMk id="10" creationId="{00000000-0000-0000-0000-000000000000}"/>
          </ac:spMkLst>
        </pc:spChg>
        <pc:spChg chg="mod">
          <ac:chgData name="Maria Gabriela Correa Arguello" userId="bde47149-a7e1-43ab-b225-4ea8e896e5f6" providerId="ADAL" clId="{DDFC899F-A2A6-4A99-9956-312F8D03E104}" dt="2026-08-24T17:42:44.886" v="691" actId="1076"/>
          <ac:spMkLst>
            <pc:docMk/>
            <pc:sldMk cId="835575611" sldId="418"/>
            <ac:spMk id="13" creationId="{00000000-0000-0000-0000-000000000000}"/>
          </ac:spMkLst>
        </pc:spChg>
        <pc:spChg chg="mod">
          <ac:chgData name="Maria Gabriela Correa Arguello" userId="bde47149-a7e1-43ab-b225-4ea8e896e5f6" providerId="ADAL" clId="{DDFC899F-A2A6-4A99-9956-312F8D03E104}" dt="2026-08-24T17:42:44.886" v="691" actId="1076"/>
          <ac:spMkLst>
            <pc:docMk/>
            <pc:sldMk cId="835575611" sldId="418"/>
            <ac:spMk id="15" creationId="{00000000-0000-0000-0000-000000000000}"/>
          </ac:spMkLst>
        </pc:spChg>
        <pc:spChg chg="mod">
          <ac:chgData name="Maria Gabriela Correa Arguello" userId="bde47149-a7e1-43ab-b225-4ea8e896e5f6" providerId="ADAL" clId="{DDFC899F-A2A6-4A99-9956-312F8D03E104}" dt="2026-08-24T17:42:44.886" v="691" actId="1076"/>
          <ac:spMkLst>
            <pc:docMk/>
            <pc:sldMk cId="835575611" sldId="418"/>
            <ac:spMk id="18" creationId="{00000000-0000-0000-0000-000000000000}"/>
          </ac:spMkLst>
        </pc:spChg>
        <pc:spChg chg="mod">
          <ac:chgData name="Maria Gabriela Correa Arguello" userId="bde47149-a7e1-43ab-b225-4ea8e896e5f6" providerId="ADAL" clId="{DDFC899F-A2A6-4A99-9956-312F8D03E104}" dt="2026-08-24T17:42:44.886" v="691" actId="1076"/>
          <ac:spMkLst>
            <pc:docMk/>
            <pc:sldMk cId="835575611" sldId="418"/>
            <ac:spMk id="19" creationId="{00000000-0000-0000-0000-000000000000}"/>
          </ac:spMkLst>
        </pc:spChg>
        <pc:spChg chg="mod">
          <ac:chgData name="Maria Gabriela Correa Arguello" userId="bde47149-a7e1-43ab-b225-4ea8e896e5f6" providerId="ADAL" clId="{DDFC899F-A2A6-4A99-9956-312F8D03E104}" dt="2026-08-24T17:42:44.886" v="691" actId="1076"/>
          <ac:spMkLst>
            <pc:docMk/>
            <pc:sldMk cId="835575611" sldId="418"/>
            <ac:spMk id="20" creationId="{00000000-0000-0000-0000-000000000000}"/>
          </ac:spMkLst>
        </pc:spChg>
        <pc:spChg chg="mod">
          <ac:chgData name="Maria Gabriela Correa Arguello" userId="bde47149-a7e1-43ab-b225-4ea8e896e5f6" providerId="ADAL" clId="{DDFC899F-A2A6-4A99-9956-312F8D03E104}" dt="2026-08-24T17:42:44.886" v="691" actId="1076"/>
          <ac:spMkLst>
            <pc:docMk/>
            <pc:sldMk cId="835575611" sldId="418"/>
            <ac:spMk id="22" creationId="{02F72702-765B-85C6-FBC4-819F2A849BDB}"/>
          </ac:spMkLst>
        </pc:spChg>
        <pc:spChg chg="mod">
          <ac:chgData name="Maria Gabriela Correa Arguello" userId="bde47149-a7e1-43ab-b225-4ea8e896e5f6" providerId="ADAL" clId="{DDFC899F-A2A6-4A99-9956-312F8D03E104}" dt="2026-08-24T17:42:44.886" v="691" actId="1076"/>
          <ac:spMkLst>
            <pc:docMk/>
            <pc:sldMk cId="835575611" sldId="418"/>
            <ac:spMk id="24" creationId="{7974454A-7C7C-2F88-A8DA-A9C97CA71849}"/>
          </ac:spMkLst>
        </pc:spChg>
        <pc:spChg chg="mod">
          <ac:chgData name="Maria Gabriela Correa Arguello" userId="bde47149-a7e1-43ab-b225-4ea8e896e5f6" providerId="ADAL" clId="{DDFC899F-A2A6-4A99-9956-312F8D03E104}" dt="2026-08-24T17:05:02.107" v="180" actId="20577"/>
          <ac:spMkLst>
            <pc:docMk/>
            <pc:sldMk cId="835575611" sldId="418"/>
            <ac:spMk id="30" creationId="{D069220C-653D-10EB-5984-D2B5DB7D6C48}"/>
          </ac:spMkLst>
        </pc:spChg>
        <pc:spChg chg="mod">
          <ac:chgData name="Maria Gabriela Correa Arguello" userId="bde47149-a7e1-43ab-b225-4ea8e896e5f6" providerId="ADAL" clId="{DDFC899F-A2A6-4A99-9956-312F8D03E104}" dt="2026-08-24T17:42:51.525" v="694" actId="20577"/>
          <ac:spMkLst>
            <pc:docMk/>
            <pc:sldMk cId="835575611" sldId="418"/>
            <ac:spMk id="39" creationId="{00000000-0000-0000-0000-000000000000}"/>
          </ac:spMkLst>
        </pc:spChg>
      </pc:sldChg>
      <pc:sldChg chg="modSp add mod ord">
        <pc:chgData name="Maria Gabriela Correa Arguello" userId="bde47149-a7e1-43ab-b225-4ea8e896e5f6" providerId="ADAL" clId="{DDFC899F-A2A6-4A99-9956-312F8D03E104}" dt="2026-08-24T17:41:54.583" v="681"/>
        <pc:sldMkLst>
          <pc:docMk/>
          <pc:sldMk cId="2003900263" sldId="419"/>
        </pc:sldMkLst>
        <pc:spChg chg="mod">
          <ac:chgData name="Maria Gabriela Correa Arguello" userId="bde47149-a7e1-43ab-b225-4ea8e896e5f6" providerId="ADAL" clId="{DDFC899F-A2A6-4A99-9956-312F8D03E104}" dt="2026-08-24T17:05:07.537" v="181"/>
          <ac:spMkLst>
            <pc:docMk/>
            <pc:sldMk cId="2003900263" sldId="419"/>
            <ac:spMk id="33" creationId="{9AB66699-C348-A27F-8D98-2615CB83D358}"/>
          </ac:spMkLst>
        </pc:spChg>
      </pc:sldChg>
      <pc:sldChg chg="modSp add mod ord">
        <pc:chgData name="Maria Gabriela Correa Arguello" userId="bde47149-a7e1-43ab-b225-4ea8e896e5f6" providerId="ADAL" clId="{DDFC899F-A2A6-4A99-9956-312F8D03E104}" dt="2026-08-24T17:41:54.583" v="681"/>
        <pc:sldMkLst>
          <pc:docMk/>
          <pc:sldMk cId="2935240965" sldId="420"/>
        </pc:sldMkLst>
        <pc:spChg chg="mod">
          <ac:chgData name="Maria Gabriela Correa Arguello" userId="bde47149-a7e1-43ab-b225-4ea8e896e5f6" providerId="ADAL" clId="{DDFC899F-A2A6-4A99-9956-312F8D03E104}" dt="2026-08-24T17:05:11.644" v="182"/>
          <ac:spMkLst>
            <pc:docMk/>
            <pc:sldMk cId="2935240965" sldId="420"/>
            <ac:spMk id="33" creationId="{669238F9-A4ED-7A55-0B06-3F683425184F}"/>
          </ac:spMkLst>
        </pc:spChg>
      </pc:sldChg>
      <pc:sldChg chg="modSp add mod ord">
        <pc:chgData name="Maria Gabriela Correa Arguello" userId="bde47149-a7e1-43ab-b225-4ea8e896e5f6" providerId="ADAL" clId="{DDFC899F-A2A6-4A99-9956-312F8D03E104}" dt="2026-08-24T17:41:54.583" v="681"/>
        <pc:sldMkLst>
          <pc:docMk/>
          <pc:sldMk cId="2918233135" sldId="421"/>
        </pc:sldMkLst>
        <pc:spChg chg="mod">
          <ac:chgData name="Maria Gabriela Correa Arguello" userId="bde47149-a7e1-43ab-b225-4ea8e896e5f6" providerId="ADAL" clId="{DDFC899F-A2A6-4A99-9956-312F8D03E104}" dt="2026-08-24T17:05:15.862" v="183"/>
          <ac:spMkLst>
            <pc:docMk/>
            <pc:sldMk cId="2918233135" sldId="421"/>
            <ac:spMk id="23" creationId="{5F60B4CF-81C7-2116-9F6A-CDA8901D9D71}"/>
          </ac:spMkLst>
        </pc:spChg>
      </pc:sldChg>
      <pc:sldChg chg="modSp add mod ord">
        <pc:chgData name="Maria Gabriela Correa Arguello" userId="bde47149-a7e1-43ab-b225-4ea8e896e5f6" providerId="ADAL" clId="{DDFC899F-A2A6-4A99-9956-312F8D03E104}" dt="2026-08-24T17:41:54.583" v="681"/>
        <pc:sldMkLst>
          <pc:docMk/>
          <pc:sldMk cId="3113374818" sldId="422"/>
        </pc:sldMkLst>
        <pc:spChg chg="mod">
          <ac:chgData name="Maria Gabriela Correa Arguello" userId="bde47149-a7e1-43ab-b225-4ea8e896e5f6" providerId="ADAL" clId="{DDFC899F-A2A6-4A99-9956-312F8D03E104}" dt="2026-08-24T17:05:20.962" v="184"/>
          <ac:spMkLst>
            <pc:docMk/>
            <pc:sldMk cId="3113374818" sldId="422"/>
            <ac:spMk id="25" creationId="{0F639CBB-77C2-4037-B7D1-35199182972D}"/>
          </ac:spMkLst>
        </pc:spChg>
      </pc:sldChg>
      <pc:sldChg chg="modSp add del mod">
        <pc:chgData name="Maria Gabriela Correa Arguello" userId="bde47149-a7e1-43ab-b225-4ea8e896e5f6" providerId="ADAL" clId="{DDFC899F-A2A6-4A99-9956-312F8D03E104}" dt="2026-08-24T17:03:05.456" v="150" actId="47"/>
        <pc:sldMkLst>
          <pc:docMk/>
          <pc:sldMk cId="2600266633" sldId="583"/>
        </pc:sldMkLst>
      </pc:sldChg>
      <pc:sldChg chg="modSp">
        <pc:chgData name="Maria Gabriela Correa Arguello" userId="bde47149-a7e1-43ab-b225-4ea8e896e5f6" providerId="ADAL" clId="{DDFC899F-A2A6-4A99-9956-312F8D03E104}" dt="2026-08-24T17:02:22.527" v="140" actId="20577"/>
        <pc:sldMkLst>
          <pc:docMk/>
          <pc:sldMk cId="174674879" sldId="585"/>
        </pc:sldMkLst>
        <pc:spChg chg="mod">
          <ac:chgData name="Maria Gabriela Correa Arguello" userId="bde47149-a7e1-43ab-b225-4ea8e896e5f6" providerId="ADAL" clId="{DDFC899F-A2A6-4A99-9956-312F8D03E104}" dt="2026-08-24T17:02:22.527" v="140" actId="20577"/>
          <ac:spMkLst>
            <pc:docMk/>
            <pc:sldMk cId="174674879" sldId="585"/>
            <ac:spMk id="23" creationId="{EF3C1796-9087-FA1E-40BF-02BF8B3294DE}"/>
          </ac:spMkLst>
        </pc:spChg>
      </pc:sldChg>
      <pc:sldChg chg="modSp">
        <pc:chgData name="Maria Gabriela Correa Arguello" userId="bde47149-a7e1-43ab-b225-4ea8e896e5f6" providerId="ADAL" clId="{DDFC899F-A2A6-4A99-9956-312F8D03E104}" dt="2026-08-24T17:02:46.095" v="148" actId="20577"/>
        <pc:sldMkLst>
          <pc:docMk/>
          <pc:sldMk cId="364556488" sldId="586"/>
        </pc:sldMkLst>
        <pc:spChg chg="mod">
          <ac:chgData name="Maria Gabriela Correa Arguello" userId="bde47149-a7e1-43ab-b225-4ea8e896e5f6" providerId="ADAL" clId="{DDFC899F-A2A6-4A99-9956-312F8D03E104}" dt="2026-08-24T17:02:46.095" v="148" actId="20577"/>
          <ac:spMkLst>
            <pc:docMk/>
            <pc:sldMk cId="364556488" sldId="586"/>
            <ac:spMk id="23" creationId="{9047570A-7931-9931-6AD2-EB1C159ED948}"/>
          </ac:spMkLst>
        </pc:spChg>
      </pc:sldChg>
      <pc:sldChg chg="addSp modSp modAnim">
        <pc:chgData name="Maria Gabriela Correa Arguello" userId="bde47149-a7e1-43ab-b225-4ea8e896e5f6" providerId="ADAL" clId="{DDFC899F-A2A6-4A99-9956-312F8D03E104}" dt="2026-08-24T18:07:34.992" v="833"/>
        <pc:sldMkLst>
          <pc:docMk/>
          <pc:sldMk cId="3389481548" sldId="593"/>
        </pc:sldMkLst>
        <pc:spChg chg="mod">
          <ac:chgData name="Maria Gabriela Correa Arguello" userId="bde47149-a7e1-43ab-b225-4ea8e896e5f6" providerId="ADAL" clId="{DDFC899F-A2A6-4A99-9956-312F8D03E104}" dt="2026-08-24T18:01:21.997" v="794" actId="164"/>
          <ac:spMkLst>
            <pc:docMk/>
            <pc:sldMk cId="3389481548" sldId="593"/>
            <ac:spMk id="7" creationId="{6D2C1075-6484-EE39-2996-6A9BC2DDC8D6}"/>
          </ac:spMkLst>
        </pc:spChg>
        <pc:spChg chg="mod">
          <ac:chgData name="Maria Gabriela Correa Arguello" userId="bde47149-a7e1-43ab-b225-4ea8e896e5f6" providerId="ADAL" clId="{DDFC899F-A2A6-4A99-9956-312F8D03E104}" dt="2026-08-24T18:01:21.997" v="794" actId="164"/>
          <ac:spMkLst>
            <pc:docMk/>
            <pc:sldMk cId="3389481548" sldId="593"/>
            <ac:spMk id="11" creationId="{DEB90576-4A05-1CF6-8C2B-DCBB003E70E3}"/>
          </ac:spMkLst>
        </pc:spChg>
        <pc:spChg chg="mod">
          <ac:chgData name="Maria Gabriela Correa Arguello" userId="bde47149-a7e1-43ab-b225-4ea8e896e5f6" providerId="ADAL" clId="{DDFC899F-A2A6-4A99-9956-312F8D03E104}" dt="2026-08-24T18:01:21.997" v="794" actId="164"/>
          <ac:spMkLst>
            <pc:docMk/>
            <pc:sldMk cId="3389481548" sldId="593"/>
            <ac:spMk id="12" creationId="{697E2A55-12AE-CAB3-FFB2-D3E80FDB2BFB}"/>
          </ac:spMkLst>
        </pc:spChg>
        <pc:spChg chg="mod">
          <ac:chgData name="Maria Gabriela Correa Arguello" userId="bde47149-a7e1-43ab-b225-4ea8e896e5f6" providerId="ADAL" clId="{DDFC899F-A2A6-4A99-9956-312F8D03E104}" dt="2026-08-24T18:01:21.997" v="794" actId="164"/>
          <ac:spMkLst>
            <pc:docMk/>
            <pc:sldMk cId="3389481548" sldId="593"/>
            <ac:spMk id="15" creationId="{2C7F7976-B6D9-9CD1-2DD5-12897007A0DD}"/>
          </ac:spMkLst>
        </pc:spChg>
        <pc:spChg chg="mod">
          <ac:chgData name="Maria Gabriela Correa Arguello" userId="bde47149-a7e1-43ab-b225-4ea8e896e5f6" providerId="ADAL" clId="{DDFC899F-A2A6-4A99-9956-312F8D03E104}" dt="2026-08-24T18:01:21.997" v="794" actId="164"/>
          <ac:spMkLst>
            <pc:docMk/>
            <pc:sldMk cId="3389481548" sldId="593"/>
            <ac:spMk id="19" creationId="{652D899D-28B1-55EF-9A3E-BB18BE2843FA}"/>
          </ac:spMkLst>
        </pc:spChg>
        <pc:spChg chg="mod">
          <ac:chgData name="Maria Gabriela Correa Arguello" userId="bde47149-a7e1-43ab-b225-4ea8e896e5f6" providerId="ADAL" clId="{DDFC899F-A2A6-4A99-9956-312F8D03E104}" dt="2026-08-24T18:01:21.997" v="794" actId="164"/>
          <ac:spMkLst>
            <pc:docMk/>
            <pc:sldMk cId="3389481548" sldId="593"/>
            <ac:spMk id="20" creationId="{3C670985-F28B-34E2-24FA-29564A57EF37}"/>
          </ac:spMkLst>
        </pc:spChg>
        <pc:spChg chg="mod">
          <ac:chgData name="Maria Gabriela Correa Arguello" userId="bde47149-a7e1-43ab-b225-4ea8e896e5f6" providerId="ADAL" clId="{DDFC899F-A2A6-4A99-9956-312F8D03E104}" dt="2026-08-24T18:01:21.997" v="794" actId="164"/>
          <ac:spMkLst>
            <pc:docMk/>
            <pc:sldMk cId="3389481548" sldId="593"/>
            <ac:spMk id="21" creationId="{DFAC5B7F-0D59-62E6-3F5D-00DEC7C6D4C3}"/>
          </ac:spMkLst>
        </pc:spChg>
        <pc:spChg chg="mod">
          <ac:chgData name="Maria Gabriela Correa Arguello" userId="bde47149-a7e1-43ab-b225-4ea8e896e5f6" providerId="ADAL" clId="{DDFC899F-A2A6-4A99-9956-312F8D03E104}" dt="2026-08-24T18:01:21.997" v="794" actId="164"/>
          <ac:spMkLst>
            <pc:docMk/>
            <pc:sldMk cId="3389481548" sldId="593"/>
            <ac:spMk id="22" creationId="{D479B1B3-549E-FBC9-428A-AEBEE9723B5B}"/>
          </ac:spMkLst>
        </pc:spChg>
        <pc:spChg chg="mod">
          <ac:chgData name="Maria Gabriela Correa Arguello" userId="bde47149-a7e1-43ab-b225-4ea8e896e5f6" providerId="ADAL" clId="{DDFC899F-A2A6-4A99-9956-312F8D03E104}" dt="2026-08-24T18:01:21.997" v="794" actId="164"/>
          <ac:spMkLst>
            <pc:docMk/>
            <pc:sldMk cId="3389481548" sldId="593"/>
            <ac:spMk id="23" creationId="{36BC37CB-1A07-3A51-1B60-6AF065E5FBBE}"/>
          </ac:spMkLst>
        </pc:spChg>
        <pc:spChg chg="mod">
          <ac:chgData name="Maria Gabriela Correa Arguello" userId="bde47149-a7e1-43ab-b225-4ea8e896e5f6" providerId="ADAL" clId="{DDFC899F-A2A6-4A99-9956-312F8D03E104}" dt="2026-08-24T18:01:21.997" v="794" actId="164"/>
          <ac:spMkLst>
            <pc:docMk/>
            <pc:sldMk cId="3389481548" sldId="593"/>
            <ac:spMk id="24" creationId="{0B46945F-F04D-6CC4-F470-66CE7C3E6364}"/>
          </ac:spMkLst>
        </pc:spChg>
        <pc:spChg chg="mod">
          <ac:chgData name="Maria Gabriela Correa Arguello" userId="bde47149-a7e1-43ab-b225-4ea8e896e5f6" providerId="ADAL" clId="{DDFC899F-A2A6-4A99-9956-312F8D03E104}" dt="2026-08-24T18:01:30.476" v="795" actId="164"/>
          <ac:spMkLst>
            <pc:docMk/>
            <pc:sldMk cId="3389481548" sldId="593"/>
            <ac:spMk id="37" creationId="{57E62DEF-DA5C-C40A-51C9-D8193572C384}"/>
          </ac:spMkLst>
        </pc:spChg>
        <pc:grpChg chg="mod">
          <ac:chgData name="Maria Gabriela Correa Arguello" userId="bde47149-a7e1-43ab-b225-4ea8e896e5f6" providerId="ADAL" clId="{DDFC899F-A2A6-4A99-9956-312F8D03E104}" dt="2026-08-24T18:01:30.476" v="795" actId="164"/>
          <ac:grpSpMkLst>
            <pc:docMk/>
            <pc:sldMk cId="3389481548" sldId="593"/>
            <ac:grpSpMk id="6" creationId="{9913229D-8D61-40DA-D105-C17C8D0A8431}"/>
          </ac:grpSpMkLst>
        </pc:grpChg>
        <pc:grpChg chg="add mod">
          <ac:chgData name="Maria Gabriela Correa Arguello" userId="bde47149-a7e1-43ab-b225-4ea8e896e5f6" providerId="ADAL" clId="{DDFC899F-A2A6-4A99-9956-312F8D03E104}" dt="2026-08-24T18:01:30.476" v="795" actId="164"/>
          <ac:grpSpMkLst>
            <pc:docMk/>
            <pc:sldMk cId="3389481548" sldId="593"/>
            <ac:grpSpMk id="29" creationId="{E03DCB6C-B0C6-E2F5-14FA-89D056BA767A}"/>
          </ac:grpSpMkLst>
        </pc:grpChg>
      </pc:sldChg>
      <pc:sldChg chg="addSp delSp modSp modAnim">
        <pc:chgData name="Maria Gabriela Correa Arguello" userId="bde47149-a7e1-43ab-b225-4ea8e896e5f6" providerId="ADAL" clId="{DDFC899F-A2A6-4A99-9956-312F8D03E104}" dt="2026-08-24T18:07:38.110" v="834"/>
        <pc:sldMkLst>
          <pc:docMk/>
          <pc:sldMk cId="821986805" sldId="594"/>
        </pc:sldMkLst>
        <pc:spChg chg="mod topLvl">
          <ac:chgData name="Maria Gabriela Correa Arguello" userId="bde47149-a7e1-43ab-b225-4ea8e896e5f6" providerId="ADAL" clId="{DDFC899F-A2A6-4A99-9956-312F8D03E104}" dt="2026-08-24T18:02:28.115" v="805" actId="165"/>
          <ac:spMkLst>
            <pc:docMk/>
            <pc:sldMk cId="821986805" sldId="594"/>
            <ac:spMk id="29" creationId="{A6A95107-00A5-0FC3-96F0-D00374D4D18C}"/>
          </ac:spMkLst>
        </pc:spChg>
        <pc:spChg chg="mod topLvl">
          <ac:chgData name="Maria Gabriela Correa Arguello" userId="bde47149-a7e1-43ab-b225-4ea8e896e5f6" providerId="ADAL" clId="{DDFC899F-A2A6-4A99-9956-312F8D03E104}" dt="2026-08-24T18:02:28.115" v="805" actId="165"/>
          <ac:spMkLst>
            <pc:docMk/>
            <pc:sldMk cId="821986805" sldId="594"/>
            <ac:spMk id="32" creationId="{1754B6D0-1798-2634-4733-F06F56863833}"/>
          </ac:spMkLst>
        </pc:spChg>
        <pc:spChg chg="mod topLvl">
          <ac:chgData name="Maria Gabriela Correa Arguello" userId="bde47149-a7e1-43ab-b225-4ea8e896e5f6" providerId="ADAL" clId="{DDFC899F-A2A6-4A99-9956-312F8D03E104}" dt="2026-08-24T18:02:28.115" v="805" actId="165"/>
          <ac:spMkLst>
            <pc:docMk/>
            <pc:sldMk cId="821986805" sldId="594"/>
            <ac:spMk id="33" creationId="{553260E4-1E2E-9873-0A6E-7BBE90ABACEC}"/>
          </ac:spMkLst>
        </pc:spChg>
        <pc:spChg chg="mod topLvl">
          <ac:chgData name="Maria Gabriela Correa Arguello" userId="bde47149-a7e1-43ab-b225-4ea8e896e5f6" providerId="ADAL" clId="{DDFC899F-A2A6-4A99-9956-312F8D03E104}" dt="2026-08-24T18:02:28.115" v="805" actId="165"/>
          <ac:spMkLst>
            <pc:docMk/>
            <pc:sldMk cId="821986805" sldId="594"/>
            <ac:spMk id="36" creationId="{5F4D888A-FE2A-A782-5B2E-85606FFC226C}"/>
          </ac:spMkLst>
        </pc:spChg>
        <pc:grpChg chg="add del mod">
          <ac:chgData name="Maria Gabriela Correa Arguello" userId="bde47149-a7e1-43ab-b225-4ea8e896e5f6" providerId="ADAL" clId="{DDFC899F-A2A6-4A99-9956-312F8D03E104}" dt="2026-08-24T18:02:28.115" v="805" actId="165"/>
          <ac:grpSpMkLst>
            <pc:docMk/>
            <pc:sldMk cId="821986805" sldId="594"/>
            <ac:grpSpMk id="4" creationId="{70946BDF-D02D-6C28-7655-27FC120CAD0D}"/>
          </ac:grpSpMkLst>
        </pc:grpChg>
      </pc:sldChg>
      <pc:sldChg chg="modSp add">
        <pc:chgData name="Maria Gabriela Correa Arguello" userId="bde47149-a7e1-43ab-b225-4ea8e896e5f6" providerId="ADAL" clId="{DDFC899F-A2A6-4A99-9956-312F8D03E104}" dt="2026-08-24T22:50:06.461" v="993" actId="20577"/>
        <pc:sldMkLst>
          <pc:docMk/>
          <pc:sldMk cId="302467482" sldId="596"/>
        </pc:sldMkLst>
        <pc:spChg chg="mod">
          <ac:chgData name="Maria Gabriela Correa Arguello" userId="bde47149-a7e1-43ab-b225-4ea8e896e5f6" providerId="ADAL" clId="{DDFC899F-A2A6-4A99-9956-312F8D03E104}" dt="2026-08-24T22:50:06.461" v="993" actId="20577"/>
          <ac:spMkLst>
            <pc:docMk/>
            <pc:sldMk cId="302467482" sldId="596"/>
            <ac:spMk id="23" creationId="{4A813F3E-B25D-BFE4-0B3E-A11C300818AE}"/>
          </ac:spMkLst>
        </pc:spChg>
      </pc:sldChg>
      <pc:sldChg chg="modSp mod">
        <pc:chgData name="Maria Gabriela Correa Arguello" userId="bde47149-a7e1-43ab-b225-4ea8e896e5f6" providerId="ADAL" clId="{DDFC899F-A2A6-4A99-9956-312F8D03E104}" dt="2026-08-24T17:42:19.237" v="685" actId="2711"/>
        <pc:sldMkLst>
          <pc:docMk/>
          <pc:sldMk cId="319412477" sldId="603"/>
        </pc:sldMkLst>
        <pc:spChg chg="mod">
          <ac:chgData name="Maria Gabriela Correa Arguello" userId="bde47149-a7e1-43ab-b225-4ea8e896e5f6" providerId="ADAL" clId="{DDFC899F-A2A6-4A99-9956-312F8D03E104}" dt="2026-08-19T15:01:06.416" v="41"/>
          <ac:spMkLst>
            <pc:docMk/>
            <pc:sldMk cId="319412477" sldId="603"/>
            <ac:spMk id="24" creationId="{7DC378E4-726C-3200-0E6D-2CB8F7954910}"/>
          </ac:spMkLst>
        </pc:spChg>
        <pc:spChg chg="mod">
          <ac:chgData name="Maria Gabriela Correa Arguello" userId="bde47149-a7e1-43ab-b225-4ea8e896e5f6" providerId="ADAL" clId="{DDFC899F-A2A6-4A99-9956-312F8D03E104}" dt="2026-08-24T17:42:19.237" v="685" actId="2711"/>
          <ac:spMkLst>
            <pc:docMk/>
            <pc:sldMk cId="319412477" sldId="603"/>
            <ac:spMk id="33" creationId="{6328A393-7858-44F2-3C17-F2F753A3611E}"/>
          </ac:spMkLst>
        </pc:spChg>
      </pc:sldChg>
      <pc:sldChg chg="addSp delSp modSp add mod ord">
        <pc:chgData name="Maria Gabriela Correa Arguello" userId="bde47149-a7e1-43ab-b225-4ea8e896e5f6" providerId="ADAL" clId="{DDFC899F-A2A6-4A99-9956-312F8D03E104}" dt="2026-08-24T18:03:08.287" v="810" actId="1076"/>
        <pc:sldMkLst>
          <pc:docMk/>
          <pc:sldMk cId="2871363485" sldId="604"/>
        </pc:sldMkLst>
        <pc:spChg chg="add del mod">
          <ac:chgData name="Maria Gabriela Correa Arguello" userId="bde47149-a7e1-43ab-b225-4ea8e896e5f6" providerId="ADAL" clId="{DDFC899F-A2A6-4A99-9956-312F8D03E104}" dt="2026-08-24T17:07:55.023" v="200" actId="478"/>
          <ac:spMkLst>
            <pc:docMk/>
            <pc:sldMk cId="2871363485" sldId="604"/>
            <ac:spMk id="7" creationId="{4D6E264D-B940-6B73-41ED-8A7DB8F93323}"/>
          </ac:spMkLst>
        </pc:spChg>
        <pc:spChg chg="mod">
          <ac:chgData name="Maria Gabriela Correa Arguello" userId="bde47149-a7e1-43ab-b225-4ea8e896e5f6" providerId="ADAL" clId="{DDFC899F-A2A6-4A99-9956-312F8D03E104}" dt="2026-08-24T17:03:09.275" v="151"/>
          <ac:spMkLst>
            <pc:docMk/>
            <pc:sldMk cId="2871363485" sldId="604"/>
            <ac:spMk id="9" creationId="{AC0B2CC7-EBE4-9FD3-E9F4-64FE95AA8B67}"/>
          </ac:spMkLst>
        </pc:spChg>
        <pc:spChg chg="add mod">
          <ac:chgData name="Maria Gabriela Correa Arguello" userId="bde47149-a7e1-43ab-b225-4ea8e896e5f6" providerId="ADAL" clId="{DDFC899F-A2A6-4A99-9956-312F8D03E104}" dt="2026-08-24T18:03:08.287" v="810" actId="1076"/>
          <ac:spMkLst>
            <pc:docMk/>
            <pc:sldMk cId="2871363485" sldId="604"/>
            <ac:spMk id="10" creationId="{0B09E5E5-4C4A-9C56-FB57-FE69F949616F}"/>
          </ac:spMkLst>
        </pc:spChg>
        <pc:spChg chg="del">
          <ac:chgData name="Maria Gabriela Correa Arguello" userId="bde47149-a7e1-43ab-b225-4ea8e896e5f6" providerId="ADAL" clId="{DDFC899F-A2A6-4A99-9956-312F8D03E104}" dt="2026-08-24T17:07:52.662" v="199" actId="478"/>
          <ac:spMkLst>
            <pc:docMk/>
            <pc:sldMk cId="2871363485" sldId="604"/>
            <ac:spMk id="39" creationId="{A2DA7105-9BFA-BBBB-C57C-9BE5FB1BA651}"/>
          </ac:spMkLst>
        </pc:spChg>
      </pc:sldChg>
      <pc:sldChg chg="addSp delSp modSp add mod modAnim">
        <pc:chgData name="Maria Gabriela Correa Arguello" userId="bde47149-a7e1-43ab-b225-4ea8e896e5f6" providerId="ADAL" clId="{DDFC899F-A2A6-4A99-9956-312F8D03E104}" dt="2026-08-24T18:07:45.245" v="836"/>
        <pc:sldMkLst>
          <pc:docMk/>
          <pc:sldMk cId="19137181" sldId="605"/>
        </pc:sldMkLst>
        <pc:spChg chg="del">
          <ac:chgData name="Maria Gabriela Correa Arguello" userId="bde47149-a7e1-43ab-b225-4ea8e896e5f6" providerId="ADAL" clId="{DDFC899F-A2A6-4A99-9956-312F8D03E104}" dt="2026-08-24T17:11:28.102" v="248" actId="478"/>
          <ac:spMkLst>
            <pc:docMk/>
            <pc:sldMk cId="19137181" sldId="605"/>
            <ac:spMk id="2" creationId="{E5B3E1A8-D094-CEF7-A29D-BD49D8B23AAC}"/>
          </ac:spMkLst>
        </pc:spChg>
        <pc:spChg chg="add del mod">
          <ac:chgData name="Maria Gabriela Correa Arguello" userId="bde47149-a7e1-43ab-b225-4ea8e896e5f6" providerId="ADAL" clId="{DDFC899F-A2A6-4A99-9956-312F8D03E104}" dt="2026-08-24T17:10:13.944" v="235" actId="478"/>
          <ac:spMkLst>
            <pc:docMk/>
            <pc:sldMk cId="19137181" sldId="605"/>
            <ac:spMk id="7" creationId="{29572626-1C20-B983-85E5-D4F9B8E7B65C}"/>
          </ac:spMkLst>
        </pc:spChg>
        <pc:spChg chg="add mod">
          <ac:chgData name="Maria Gabriela Correa Arguello" userId="bde47149-a7e1-43ab-b225-4ea8e896e5f6" providerId="ADAL" clId="{DDFC899F-A2A6-4A99-9956-312F8D03E104}" dt="2026-08-24T17:11:18.809" v="246"/>
          <ac:spMkLst>
            <pc:docMk/>
            <pc:sldMk cId="19137181" sldId="605"/>
            <ac:spMk id="10" creationId="{F82BCFEF-817A-731A-7289-EB4BE8AFA22C}"/>
          </ac:spMkLst>
        </pc:spChg>
        <pc:spChg chg="add del mod">
          <ac:chgData name="Maria Gabriela Correa Arguello" userId="bde47149-a7e1-43ab-b225-4ea8e896e5f6" providerId="ADAL" clId="{DDFC899F-A2A6-4A99-9956-312F8D03E104}" dt="2026-08-24T17:11:28.102" v="248" actId="478"/>
          <ac:spMkLst>
            <pc:docMk/>
            <pc:sldMk cId="19137181" sldId="605"/>
            <ac:spMk id="12" creationId="{95A7BCE1-39F5-C997-6DA9-ECD0A7B60797}"/>
          </ac:spMkLst>
        </pc:spChg>
        <pc:spChg chg="add del mod">
          <ac:chgData name="Maria Gabriela Correa Arguello" userId="bde47149-a7e1-43ab-b225-4ea8e896e5f6" providerId="ADAL" clId="{DDFC899F-A2A6-4A99-9956-312F8D03E104}" dt="2026-08-24T17:11:28.102" v="248" actId="478"/>
          <ac:spMkLst>
            <pc:docMk/>
            <pc:sldMk cId="19137181" sldId="605"/>
            <ac:spMk id="14" creationId="{7A79E8F9-7B3D-7929-8B57-55B7F588E602}"/>
          </ac:spMkLst>
        </pc:spChg>
        <pc:spChg chg="add del mod">
          <ac:chgData name="Maria Gabriela Correa Arguello" userId="bde47149-a7e1-43ab-b225-4ea8e896e5f6" providerId="ADAL" clId="{DDFC899F-A2A6-4A99-9956-312F8D03E104}" dt="2026-08-24T17:11:28.102" v="248" actId="478"/>
          <ac:spMkLst>
            <pc:docMk/>
            <pc:sldMk cId="19137181" sldId="605"/>
            <ac:spMk id="16" creationId="{0A5104DC-65DF-77E1-5324-EDA239EA39CB}"/>
          </ac:spMkLst>
        </pc:spChg>
        <pc:spChg chg="add del mod">
          <ac:chgData name="Maria Gabriela Correa Arguello" userId="bde47149-a7e1-43ab-b225-4ea8e896e5f6" providerId="ADAL" clId="{DDFC899F-A2A6-4A99-9956-312F8D03E104}" dt="2026-08-24T17:11:28.102" v="248" actId="478"/>
          <ac:spMkLst>
            <pc:docMk/>
            <pc:sldMk cId="19137181" sldId="605"/>
            <ac:spMk id="18" creationId="{56F55A7A-29D3-7B1D-82B3-0659A8D3DA8E}"/>
          </ac:spMkLst>
        </pc:spChg>
        <pc:spChg chg="add mod">
          <ac:chgData name="Maria Gabriela Correa Arguello" userId="bde47149-a7e1-43ab-b225-4ea8e896e5f6" providerId="ADAL" clId="{DDFC899F-A2A6-4A99-9956-312F8D03E104}" dt="2026-08-24T18:04:03.937" v="814" actId="164"/>
          <ac:spMkLst>
            <pc:docMk/>
            <pc:sldMk cId="19137181" sldId="605"/>
            <ac:spMk id="21" creationId="{8CFBC6C4-6ABC-EDE8-9DEE-21FA491FB883}"/>
          </ac:spMkLst>
        </pc:spChg>
        <pc:spChg chg="add mod">
          <ac:chgData name="Maria Gabriela Correa Arguello" userId="bde47149-a7e1-43ab-b225-4ea8e896e5f6" providerId="ADAL" clId="{DDFC899F-A2A6-4A99-9956-312F8D03E104}" dt="2026-08-24T17:27:54.114" v="478" actId="1076"/>
          <ac:spMkLst>
            <pc:docMk/>
            <pc:sldMk cId="19137181" sldId="605"/>
            <ac:spMk id="22" creationId="{BFBCE4C7-4930-7686-9F57-B6342F178A90}"/>
          </ac:spMkLst>
        </pc:spChg>
        <pc:spChg chg="add mod">
          <ac:chgData name="Maria Gabriela Correa Arguello" userId="bde47149-a7e1-43ab-b225-4ea8e896e5f6" providerId="ADAL" clId="{DDFC899F-A2A6-4A99-9956-312F8D03E104}" dt="2026-08-24T18:04:03.937" v="814" actId="164"/>
          <ac:spMkLst>
            <pc:docMk/>
            <pc:sldMk cId="19137181" sldId="605"/>
            <ac:spMk id="23" creationId="{1CC05021-4446-C164-E452-EF3B1DC4282C}"/>
          </ac:spMkLst>
        </pc:spChg>
        <pc:spChg chg="add mod">
          <ac:chgData name="Maria Gabriela Correa Arguello" userId="bde47149-a7e1-43ab-b225-4ea8e896e5f6" providerId="ADAL" clId="{DDFC899F-A2A6-4A99-9956-312F8D03E104}" dt="2026-08-24T17:27:54.114" v="478" actId="1076"/>
          <ac:spMkLst>
            <pc:docMk/>
            <pc:sldMk cId="19137181" sldId="605"/>
            <ac:spMk id="25" creationId="{065B9D69-583F-85C6-563B-834B741A5EEC}"/>
          </ac:spMkLst>
        </pc:spChg>
        <pc:spChg chg="add mod">
          <ac:chgData name="Maria Gabriela Correa Arguello" userId="bde47149-a7e1-43ab-b225-4ea8e896e5f6" providerId="ADAL" clId="{DDFC899F-A2A6-4A99-9956-312F8D03E104}" dt="2026-08-24T18:04:03.937" v="814" actId="164"/>
          <ac:spMkLst>
            <pc:docMk/>
            <pc:sldMk cId="19137181" sldId="605"/>
            <ac:spMk id="26" creationId="{B87E252C-65C7-C559-8579-EB7411F37897}"/>
          </ac:spMkLst>
        </pc:spChg>
        <pc:spChg chg="add mod">
          <ac:chgData name="Maria Gabriela Correa Arguello" userId="bde47149-a7e1-43ab-b225-4ea8e896e5f6" providerId="ADAL" clId="{DDFC899F-A2A6-4A99-9956-312F8D03E104}" dt="2026-08-24T17:27:54.114" v="478" actId="1076"/>
          <ac:spMkLst>
            <pc:docMk/>
            <pc:sldMk cId="19137181" sldId="605"/>
            <ac:spMk id="27" creationId="{EFB0EA8C-557D-4529-BE1A-5055B06B1BF2}"/>
          </ac:spMkLst>
        </pc:spChg>
        <pc:spChg chg="mod">
          <ac:chgData name="Maria Gabriela Correa Arguello" userId="bde47149-a7e1-43ab-b225-4ea8e896e5f6" providerId="ADAL" clId="{DDFC899F-A2A6-4A99-9956-312F8D03E104}" dt="2026-08-24T17:29:16.324" v="503" actId="20577"/>
          <ac:spMkLst>
            <pc:docMk/>
            <pc:sldMk cId="19137181" sldId="605"/>
            <ac:spMk id="29" creationId="{7FA471A9-DF39-E0DB-B573-16C56D036375}"/>
          </ac:spMkLst>
        </pc:spChg>
        <pc:spChg chg="add mod">
          <ac:chgData name="Maria Gabriela Correa Arguello" userId="bde47149-a7e1-43ab-b225-4ea8e896e5f6" providerId="ADAL" clId="{DDFC899F-A2A6-4A99-9956-312F8D03E104}" dt="2026-08-24T18:04:03.937" v="814" actId="164"/>
          <ac:spMkLst>
            <pc:docMk/>
            <pc:sldMk cId="19137181" sldId="605"/>
            <ac:spMk id="31" creationId="{B13C0EF2-F163-19E8-3D34-4E17D5F4F1B6}"/>
          </ac:spMkLst>
        </pc:spChg>
        <pc:spChg chg="add mod">
          <ac:chgData name="Maria Gabriela Correa Arguello" userId="bde47149-a7e1-43ab-b225-4ea8e896e5f6" providerId="ADAL" clId="{DDFC899F-A2A6-4A99-9956-312F8D03E104}" dt="2026-08-24T18:04:03.937" v="814" actId="164"/>
          <ac:spMkLst>
            <pc:docMk/>
            <pc:sldMk cId="19137181" sldId="605"/>
            <ac:spMk id="32" creationId="{C6E3972A-D41B-618C-77B4-C5C6E52FDB75}"/>
          </ac:spMkLst>
        </pc:spChg>
        <pc:spChg chg="add mod">
          <ac:chgData name="Maria Gabriela Correa Arguello" userId="bde47149-a7e1-43ab-b225-4ea8e896e5f6" providerId="ADAL" clId="{DDFC899F-A2A6-4A99-9956-312F8D03E104}" dt="2026-08-24T17:28:11.673" v="485" actId="1036"/>
          <ac:spMkLst>
            <pc:docMk/>
            <pc:sldMk cId="19137181" sldId="605"/>
            <ac:spMk id="34" creationId="{18A4DC6D-FD99-C382-0DE3-F7F4F50E40BA}"/>
          </ac:spMkLst>
        </pc:spChg>
        <pc:spChg chg="mod">
          <ac:chgData name="Maria Gabriela Correa Arguello" userId="bde47149-a7e1-43ab-b225-4ea8e896e5f6" providerId="ADAL" clId="{DDFC899F-A2A6-4A99-9956-312F8D03E104}" dt="2026-08-24T17:31:11.409" v="539" actId="20577"/>
          <ac:spMkLst>
            <pc:docMk/>
            <pc:sldMk cId="19137181" sldId="605"/>
            <ac:spMk id="38" creationId="{9CCEE749-4AAF-6B15-8458-C32DF02A4C50}"/>
          </ac:spMkLst>
        </pc:spChg>
        <pc:spChg chg="del">
          <ac:chgData name="Maria Gabriela Correa Arguello" userId="bde47149-a7e1-43ab-b225-4ea8e896e5f6" providerId="ADAL" clId="{DDFC899F-A2A6-4A99-9956-312F8D03E104}" dt="2026-08-24T17:10:11.761" v="234" actId="478"/>
          <ac:spMkLst>
            <pc:docMk/>
            <pc:sldMk cId="19137181" sldId="605"/>
            <ac:spMk id="39" creationId="{3396DE08-ADD6-1F22-ADB4-EF8E5194DFD5}"/>
          </ac:spMkLst>
        </pc:spChg>
        <pc:spChg chg="add mod">
          <ac:chgData name="Maria Gabriela Correa Arguello" userId="bde47149-a7e1-43ab-b225-4ea8e896e5f6" providerId="ADAL" clId="{DDFC899F-A2A6-4A99-9956-312F8D03E104}" dt="2026-08-24T17:30:21.586" v="525" actId="20577"/>
          <ac:spMkLst>
            <pc:docMk/>
            <pc:sldMk cId="19137181" sldId="605"/>
            <ac:spMk id="41" creationId="{60DEB4AF-8132-891E-73E3-CEEA8B355328}"/>
          </ac:spMkLst>
        </pc:spChg>
        <pc:spChg chg="add del mod">
          <ac:chgData name="Maria Gabriela Correa Arguello" userId="bde47149-a7e1-43ab-b225-4ea8e896e5f6" providerId="ADAL" clId="{DDFC899F-A2A6-4A99-9956-312F8D03E104}" dt="2026-08-24T17:28:26.176" v="488" actId="478"/>
          <ac:spMkLst>
            <pc:docMk/>
            <pc:sldMk cId="19137181" sldId="605"/>
            <ac:spMk id="45" creationId="{1EE93203-DC8A-F999-5295-22163351AA2A}"/>
          </ac:spMkLst>
        </pc:spChg>
        <pc:spChg chg="add mod">
          <ac:chgData name="Maria Gabriela Correa Arguello" userId="bde47149-a7e1-43ab-b225-4ea8e896e5f6" providerId="ADAL" clId="{DDFC899F-A2A6-4A99-9956-312F8D03E104}" dt="2026-08-24T18:04:03.937" v="814" actId="164"/>
          <ac:spMkLst>
            <pc:docMk/>
            <pc:sldMk cId="19137181" sldId="605"/>
            <ac:spMk id="47" creationId="{7D9B7611-CD2E-3F29-6E87-B5B544B4E273}"/>
          </ac:spMkLst>
        </pc:spChg>
        <pc:spChg chg="add mod">
          <ac:chgData name="Maria Gabriela Correa Arguello" userId="bde47149-a7e1-43ab-b225-4ea8e896e5f6" providerId="ADAL" clId="{DDFC899F-A2A6-4A99-9956-312F8D03E104}" dt="2026-08-24T18:04:03.937" v="814" actId="164"/>
          <ac:spMkLst>
            <pc:docMk/>
            <pc:sldMk cId="19137181" sldId="605"/>
            <ac:spMk id="49" creationId="{2E3F6223-9359-9D7B-FD2A-DAFEC4AF4C48}"/>
          </ac:spMkLst>
        </pc:spChg>
        <pc:spChg chg="add mod">
          <ac:chgData name="Maria Gabriela Correa Arguello" userId="bde47149-a7e1-43ab-b225-4ea8e896e5f6" providerId="ADAL" clId="{DDFC899F-A2A6-4A99-9956-312F8D03E104}" dt="2026-08-24T18:04:03.937" v="814" actId="164"/>
          <ac:spMkLst>
            <pc:docMk/>
            <pc:sldMk cId="19137181" sldId="605"/>
            <ac:spMk id="51" creationId="{72E82990-EB64-B7DD-2A66-B633F689939F}"/>
          </ac:spMkLst>
        </pc:spChg>
        <pc:spChg chg="add mod">
          <ac:chgData name="Maria Gabriela Correa Arguello" userId="bde47149-a7e1-43ab-b225-4ea8e896e5f6" providerId="ADAL" clId="{DDFC899F-A2A6-4A99-9956-312F8D03E104}" dt="2026-08-24T18:04:03.937" v="814" actId="164"/>
          <ac:spMkLst>
            <pc:docMk/>
            <pc:sldMk cId="19137181" sldId="605"/>
            <ac:spMk id="62" creationId="{16E2D4B8-7D9D-E8A2-A0AA-69127CE4EDBB}"/>
          </ac:spMkLst>
        </pc:spChg>
        <pc:spChg chg="add mod">
          <ac:chgData name="Maria Gabriela Correa Arguello" userId="bde47149-a7e1-43ab-b225-4ea8e896e5f6" providerId="ADAL" clId="{DDFC899F-A2A6-4A99-9956-312F8D03E104}" dt="2026-08-24T18:04:03.937" v="814" actId="164"/>
          <ac:spMkLst>
            <pc:docMk/>
            <pc:sldMk cId="19137181" sldId="605"/>
            <ac:spMk id="64" creationId="{24D74B77-2DD0-4826-653B-703BF6BCE9E8}"/>
          </ac:spMkLst>
        </pc:spChg>
        <pc:spChg chg="add mod">
          <ac:chgData name="Maria Gabriela Correa Arguello" userId="bde47149-a7e1-43ab-b225-4ea8e896e5f6" providerId="ADAL" clId="{DDFC899F-A2A6-4A99-9956-312F8D03E104}" dt="2026-08-24T17:31:57.786" v="546" actId="14100"/>
          <ac:spMkLst>
            <pc:docMk/>
            <pc:sldMk cId="19137181" sldId="605"/>
            <ac:spMk id="66" creationId="{E81C3203-25D8-0725-8760-28B59B6E727C}"/>
          </ac:spMkLst>
        </pc:spChg>
        <pc:spChg chg="add mod">
          <ac:chgData name="Maria Gabriela Correa Arguello" userId="bde47149-a7e1-43ab-b225-4ea8e896e5f6" providerId="ADAL" clId="{DDFC899F-A2A6-4A99-9956-312F8D03E104}" dt="2026-08-24T18:04:18.213" v="816" actId="164"/>
          <ac:spMkLst>
            <pc:docMk/>
            <pc:sldMk cId="19137181" sldId="605"/>
            <ac:spMk id="68" creationId="{4412CDFF-EEBC-9C27-E74C-4E0DA4060EDD}"/>
          </ac:spMkLst>
        </pc:spChg>
        <pc:spChg chg="add mod">
          <ac:chgData name="Maria Gabriela Correa Arguello" userId="bde47149-a7e1-43ab-b225-4ea8e896e5f6" providerId="ADAL" clId="{DDFC899F-A2A6-4A99-9956-312F8D03E104}" dt="2026-08-24T17:33:05.853" v="584" actId="1076"/>
          <ac:spMkLst>
            <pc:docMk/>
            <pc:sldMk cId="19137181" sldId="605"/>
            <ac:spMk id="70" creationId="{7C33695C-ECD4-FE77-DD56-459EDCF85487}"/>
          </ac:spMkLst>
        </pc:spChg>
        <pc:spChg chg="add mod">
          <ac:chgData name="Maria Gabriela Correa Arguello" userId="bde47149-a7e1-43ab-b225-4ea8e896e5f6" providerId="ADAL" clId="{DDFC899F-A2A6-4A99-9956-312F8D03E104}" dt="2026-08-24T17:33:14.513" v="601" actId="1035"/>
          <ac:spMkLst>
            <pc:docMk/>
            <pc:sldMk cId="19137181" sldId="605"/>
            <ac:spMk id="72" creationId="{170E9920-8C3C-7101-6894-4151584CD291}"/>
          </ac:spMkLst>
        </pc:spChg>
        <pc:spChg chg="add mod">
          <ac:chgData name="Maria Gabriela Correa Arguello" userId="bde47149-a7e1-43ab-b225-4ea8e896e5f6" providerId="ADAL" clId="{DDFC899F-A2A6-4A99-9956-312F8D03E104}" dt="2026-08-24T18:03:53.972" v="813"/>
          <ac:spMkLst>
            <pc:docMk/>
            <pc:sldMk cId="19137181" sldId="605"/>
            <ac:spMk id="74" creationId="{78384D40-3384-F0EE-4753-6373ADB5F354}"/>
          </ac:spMkLst>
        </pc:spChg>
        <pc:grpChg chg="mod">
          <ac:chgData name="Maria Gabriela Correa Arguello" userId="bde47149-a7e1-43ab-b225-4ea8e896e5f6" providerId="ADAL" clId="{DDFC899F-A2A6-4A99-9956-312F8D03E104}" dt="2026-08-24T18:04:18.213" v="816" actId="164"/>
          <ac:grpSpMkLst>
            <pc:docMk/>
            <pc:sldMk cId="19137181" sldId="605"/>
            <ac:grpSpMk id="75" creationId="{1AB4CBC4-D230-EF54-9841-25FCE3632BC5}"/>
          </ac:grpSpMkLst>
        </pc:grpChg>
        <pc:grpChg chg="add mod">
          <ac:chgData name="Maria Gabriela Correa Arguello" userId="bde47149-a7e1-43ab-b225-4ea8e896e5f6" providerId="ADAL" clId="{DDFC899F-A2A6-4A99-9956-312F8D03E104}" dt="2026-08-24T18:07:43.226" v="835" actId="1076"/>
          <ac:grpSpMkLst>
            <pc:docMk/>
            <pc:sldMk cId="19137181" sldId="605"/>
            <ac:grpSpMk id="76" creationId="{C21E0954-19AF-FFBA-4ABE-B692B711A1AA}"/>
          </ac:grpSpMkLst>
        </pc:grpChg>
        <pc:cxnChg chg="mod">
          <ac:chgData name="Maria Gabriela Correa Arguello" userId="bde47149-a7e1-43ab-b225-4ea8e896e5f6" providerId="ADAL" clId="{DDFC899F-A2A6-4A99-9956-312F8D03E104}" dt="2026-08-24T17:28:58.826" v="496" actId="14100"/>
          <ac:cxnSpMkLst>
            <pc:docMk/>
            <pc:sldMk cId="19137181" sldId="605"/>
            <ac:cxnSpMk id="19" creationId="{3001EFB3-90BC-34F7-9862-31BD112260A9}"/>
          </ac:cxnSpMkLst>
        </pc:cxnChg>
        <pc:cxnChg chg="mod">
          <ac:chgData name="Maria Gabriela Correa Arguello" userId="bde47149-a7e1-43ab-b225-4ea8e896e5f6" providerId="ADAL" clId="{DDFC899F-A2A6-4A99-9956-312F8D03E104}" dt="2026-08-24T17:29:07.988" v="498" actId="1076"/>
          <ac:cxnSpMkLst>
            <pc:docMk/>
            <pc:sldMk cId="19137181" sldId="605"/>
            <ac:cxnSpMk id="28" creationId="{865568FF-7A05-B604-A039-FABF3B442C4E}"/>
          </ac:cxnSpMkLst>
        </pc:cxnChg>
        <pc:cxnChg chg="mod">
          <ac:chgData name="Maria Gabriela Correa Arguello" userId="bde47149-a7e1-43ab-b225-4ea8e896e5f6" providerId="ADAL" clId="{DDFC899F-A2A6-4A99-9956-312F8D03E104}" dt="2026-08-24T17:29:22.020" v="504" actId="1076"/>
          <ac:cxnSpMkLst>
            <pc:docMk/>
            <pc:sldMk cId="19137181" sldId="605"/>
            <ac:cxnSpMk id="35" creationId="{2086089E-D670-DBCC-3A6C-5067B866BAF0}"/>
          </ac:cxnSpMkLst>
        </pc:cxnChg>
        <pc:cxnChg chg="mod">
          <ac:chgData name="Maria Gabriela Correa Arguello" userId="bde47149-a7e1-43ab-b225-4ea8e896e5f6" providerId="ADAL" clId="{DDFC899F-A2A6-4A99-9956-312F8D03E104}" dt="2026-08-24T17:29:45.110" v="512" actId="1076"/>
          <ac:cxnSpMkLst>
            <pc:docMk/>
            <pc:sldMk cId="19137181" sldId="605"/>
            <ac:cxnSpMk id="36" creationId="{89A5ECDD-6D62-7EAC-28DF-19F5C0994906}"/>
          </ac:cxnSpMkLst>
        </pc:cxnChg>
        <pc:cxnChg chg="mod">
          <ac:chgData name="Maria Gabriela Correa Arguello" userId="bde47149-a7e1-43ab-b225-4ea8e896e5f6" providerId="ADAL" clId="{DDFC899F-A2A6-4A99-9956-312F8D03E104}" dt="2026-08-24T17:30:03.454" v="519" actId="14100"/>
          <ac:cxnSpMkLst>
            <pc:docMk/>
            <pc:sldMk cId="19137181" sldId="605"/>
            <ac:cxnSpMk id="37" creationId="{47386EEF-26D9-8C23-9212-F636F74DDD70}"/>
          </ac:cxnSpMkLst>
        </pc:cxnChg>
        <pc:cxnChg chg="mod">
          <ac:chgData name="Maria Gabriela Correa Arguello" userId="bde47149-a7e1-43ab-b225-4ea8e896e5f6" providerId="ADAL" clId="{DDFC899F-A2A6-4A99-9956-312F8D03E104}" dt="2026-08-24T17:30:09.170" v="520" actId="1076"/>
          <ac:cxnSpMkLst>
            <pc:docMk/>
            <pc:sldMk cId="19137181" sldId="605"/>
            <ac:cxnSpMk id="40" creationId="{AE4492EA-6847-8999-F40D-490AD91EA480}"/>
          </ac:cxnSpMkLst>
        </pc:cxnChg>
        <pc:cxnChg chg="mod">
          <ac:chgData name="Maria Gabriela Correa Arguello" userId="bde47149-a7e1-43ab-b225-4ea8e896e5f6" providerId="ADAL" clId="{DDFC899F-A2A6-4A99-9956-312F8D03E104}" dt="2026-08-24T17:33:36.830" v="610" actId="14100"/>
          <ac:cxnSpMkLst>
            <pc:docMk/>
            <pc:sldMk cId="19137181" sldId="605"/>
            <ac:cxnSpMk id="42" creationId="{7EFEC58A-0DFC-63AE-2A8B-788A58BE0344}"/>
          </ac:cxnSpMkLst>
        </pc:cxnChg>
        <pc:cxnChg chg="add mod">
          <ac:chgData name="Maria Gabriela Correa Arguello" userId="bde47149-a7e1-43ab-b225-4ea8e896e5f6" providerId="ADAL" clId="{DDFC899F-A2A6-4A99-9956-312F8D03E104}" dt="2026-08-24T17:30:41.575" v="527" actId="1076"/>
          <ac:cxnSpMkLst>
            <pc:docMk/>
            <pc:sldMk cId="19137181" sldId="605"/>
            <ac:cxnSpMk id="56" creationId="{BCF715F3-70A4-7EF5-632D-587CBF0370E3}"/>
          </ac:cxnSpMkLst>
        </pc:cxnChg>
        <pc:cxnChg chg="add mod">
          <ac:chgData name="Maria Gabriela Correa Arguello" userId="bde47149-a7e1-43ab-b225-4ea8e896e5f6" providerId="ADAL" clId="{DDFC899F-A2A6-4A99-9956-312F8D03E104}" dt="2026-08-24T17:30:47.824" v="529" actId="1076"/>
          <ac:cxnSpMkLst>
            <pc:docMk/>
            <pc:sldMk cId="19137181" sldId="605"/>
            <ac:cxnSpMk id="57" creationId="{32722AF3-A495-959F-1487-A04AA795CDB1}"/>
          </ac:cxnSpMkLst>
        </pc:cxnChg>
        <pc:cxnChg chg="add mod">
          <ac:chgData name="Maria Gabriela Correa Arguello" userId="bde47149-a7e1-43ab-b225-4ea8e896e5f6" providerId="ADAL" clId="{DDFC899F-A2A6-4A99-9956-312F8D03E104}" dt="2026-08-24T17:30:58.218" v="533" actId="14100"/>
          <ac:cxnSpMkLst>
            <pc:docMk/>
            <pc:sldMk cId="19137181" sldId="605"/>
            <ac:cxnSpMk id="58" creationId="{3BF5FF3C-F558-C72F-5346-52096695584C}"/>
          </ac:cxnSpMkLst>
        </pc:cxnChg>
      </pc:sldChg>
      <pc:sldChg chg="modSp add mod">
        <pc:chgData name="Maria Gabriela Correa Arguello" userId="bde47149-a7e1-43ab-b225-4ea8e896e5f6" providerId="ADAL" clId="{DDFC899F-A2A6-4A99-9956-312F8D03E104}" dt="2026-08-24T17:58:51.451" v="781" actId="20577"/>
        <pc:sldMkLst>
          <pc:docMk/>
          <pc:sldMk cId="2118978587" sldId="606"/>
        </pc:sldMkLst>
        <pc:spChg chg="mod">
          <ac:chgData name="Maria Gabriela Correa Arguello" userId="bde47149-a7e1-43ab-b225-4ea8e896e5f6" providerId="ADAL" clId="{DDFC899F-A2A6-4A99-9956-312F8D03E104}" dt="2026-08-24T17:58:51.451" v="781" actId="20577"/>
          <ac:spMkLst>
            <pc:docMk/>
            <pc:sldMk cId="2118978587" sldId="606"/>
            <ac:spMk id="39" creationId="{A83A6D00-4ACE-CE24-D2E7-0C9ED624E88A}"/>
          </ac:spMkLst>
        </pc:spChg>
      </pc:sldChg>
      <pc:sldChg chg="addSp delSp modSp add mod modAnim">
        <pc:chgData name="Maria Gabriela Correa Arguello" userId="bde47149-a7e1-43ab-b225-4ea8e896e5f6" providerId="ADAL" clId="{DDFC899F-A2A6-4A99-9956-312F8D03E104}" dt="2026-08-24T18:08:05.858" v="840"/>
        <pc:sldMkLst>
          <pc:docMk/>
          <pc:sldMk cId="3086473546" sldId="607"/>
        </pc:sldMkLst>
        <pc:spChg chg="add mod">
          <ac:chgData name="Maria Gabriela Correa Arguello" userId="bde47149-a7e1-43ab-b225-4ea8e896e5f6" providerId="ADAL" clId="{DDFC899F-A2A6-4A99-9956-312F8D03E104}" dt="2026-08-24T17:50:37.402" v="706" actId="20577"/>
          <ac:spMkLst>
            <pc:docMk/>
            <pc:sldMk cId="3086473546" sldId="607"/>
            <ac:spMk id="7" creationId="{276051FB-75E2-577A-B6D6-0CD51699C0ED}"/>
          </ac:spMkLst>
        </pc:spChg>
        <pc:spChg chg="mod">
          <ac:chgData name="Maria Gabriela Correa Arguello" userId="bde47149-a7e1-43ab-b225-4ea8e896e5f6" providerId="ADAL" clId="{DDFC899F-A2A6-4A99-9956-312F8D03E104}" dt="2026-08-24T17:27:17.733" v="473" actId="1076"/>
          <ac:spMkLst>
            <pc:docMk/>
            <pc:sldMk cId="3086473546" sldId="607"/>
            <ac:spMk id="12" creationId="{2742DC31-A387-32DD-37AC-723238639030}"/>
          </ac:spMkLst>
        </pc:spChg>
        <pc:spChg chg="del">
          <ac:chgData name="Maria Gabriela Correa Arguello" userId="bde47149-a7e1-43ab-b225-4ea8e896e5f6" providerId="ADAL" clId="{DDFC899F-A2A6-4A99-9956-312F8D03E104}" dt="2026-08-24T17:20:33.256" v="297" actId="478"/>
          <ac:spMkLst>
            <pc:docMk/>
            <pc:sldMk cId="3086473546" sldId="607"/>
            <ac:spMk id="14" creationId="{41A9A154-D7DE-9877-F4A6-B19B2924C994}"/>
          </ac:spMkLst>
        </pc:spChg>
        <pc:spChg chg="mod">
          <ac:chgData name="Maria Gabriela Correa Arguello" userId="bde47149-a7e1-43ab-b225-4ea8e896e5f6" providerId="ADAL" clId="{DDFC899F-A2A6-4A99-9956-312F8D03E104}" dt="2026-08-24T17:55:01.048" v="762" actId="20577"/>
          <ac:spMkLst>
            <pc:docMk/>
            <pc:sldMk cId="3086473546" sldId="607"/>
            <ac:spMk id="16" creationId="{CE862531-B57D-800B-49E9-2BB3DA7C74D6}"/>
          </ac:spMkLst>
        </pc:spChg>
        <pc:spChg chg="mod">
          <ac:chgData name="Maria Gabriela Correa Arguello" userId="bde47149-a7e1-43ab-b225-4ea8e896e5f6" providerId="ADAL" clId="{DDFC899F-A2A6-4A99-9956-312F8D03E104}" dt="2026-08-24T17:55:11.387" v="780" actId="20577"/>
          <ac:spMkLst>
            <pc:docMk/>
            <pc:sldMk cId="3086473546" sldId="607"/>
            <ac:spMk id="18" creationId="{F8D4E5B3-06F8-AF67-7250-9A594061DE4B}"/>
          </ac:spMkLst>
        </pc:spChg>
      </pc:sldChg>
      <pc:sldChg chg="addSp delSp modSp add mod ord modAnim">
        <pc:chgData name="Maria Gabriela Correa Arguello" userId="bde47149-a7e1-43ab-b225-4ea8e896e5f6" providerId="ADAL" clId="{DDFC899F-A2A6-4A99-9956-312F8D03E104}" dt="2026-08-24T20:07:08.484" v="983" actId="113"/>
        <pc:sldMkLst>
          <pc:docMk/>
          <pc:sldMk cId="2649728410" sldId="608"/>
        </pc:sldMkLst>
        <pc:spChg chg="mod">
          <ac:chgData name="Maria Gabriela Correa Arguello" userId="bde47149-a7e1-43ab-b225-4ea8e896e5f6" providerId="ADAL" clId="{DDFC899F-A2A6-4A99-9956-312F8D03E104}" dt="2026-08-24T20:03:46.381" v="910" actId="20577"/>
          <ac:spMkLst>
            <pc:docMk/>
            <pc:sldMk cId="2649728410" sldId="608"/>
            <ac:spMk id="3" creationId="{161C1BF4-AA7D-1128-26B9-A22B86F18E08}"/>
          </ac:spMkLst>
        </pc:spChg>
        <pc:spChg chg="del">
          <ac:chgData name="Maria Gabriela Correa Arguello" userId="bde47149-a7e1-43ab-b225-4ea8e896e5f6" providerId="ADAL" clId="{DDFC899F-A2A6-4A99-9956-312F8D03E104}" dt="2026-08-24T20:00:35.305" v="856" actId="478"/>
          <ac:spMkLst>
            <pc:docMk/>
            <pc:sldMk cId="2649728410" sldId="608"/>
            <ac:spMk id="10" creationId="{7978E5BD-327C-2872-8619-EB9CD1EF742D}"/>
          </ac:spMkLst>
        </pc:spChg>
        <pc:spChg chg="del">
          <ac:chgData name="Maria Gabriela Correa Arguello" userId="bde47149-a7e1-43ab-b225-4ea8e896e5f6" providerId="ADAL" clId="{DDFC899F-A2A6-4A99-9956-312F8D03E104}" dt="2026-08-24T20:00:35.305" v="856" actId="478"/>
          <ac:spMkLst>
            <pc:docMk/>
            <pc:sldMk cId="2649728410" sldId="608"/>
            <ac:spMk id="14" creationId="{C3D6AA0B-41BB-910A-54F1-13CE01D812FB}"/>
          </ac:spMkLst>
        </pc:spChg>
        <pc:spChg chg="add mod">
          <ac:chgData name="Maria Gabriela Correa Arguello" userId="bde47149-a7e1-43ab-b225-4ea8e896e5f6" providerId="ADAL" clId="{DDFC899F-A2A6-4A99-9956-312F8D03E104}" dt="2026-08-24T20:05:50.355" v="969" actId="1076"/>
          <ac:spMkLst>
            <pc:docMk/>
            <pc:sldMk cId="2649728410" sldId="608"/>
            <ac:spMk id="16" creationId="{BDF22413-C8EA-9B22-FDC2-05099E330F96}"/>
          </ac:spMkLst>
        </pc:spChg>
        <pc:spChg chg="add mod">
          <ac:chgData name="Maria Gabriela Correa Arguello" userId="bde47149-a7e1-43ab-b225-4ea8e896e5f6" providerId="ADAL" clId="{DDFC899F-A2A6-4A99-9956-312F8D03E104}" dt="2026-08-24T20:07:08.484" v="983" actId="113"/>
          <ac:spMkLst>
            <pc:docMk/>
            <pc:sldMk cId="2649728410" sldId="608"/>
            <ac:spMk id="17" creationId="{190EECB8-39ED-F1CA-C7D9-BA5F668C10FB}"/>
          </ac:spMkLst>
        </pc:spChg>
        <pc:spChg chg="add mod">
          <ac:chgData name="Maria Gabriela Correa Arguello" userId="bde47149-a7e1-43ab-b225-4ea8e896e5f6" providerId="ADAL" clId="{DDFC899F-A2A6-4A99-9956-312F8D03E104}" dt="2026-08-24T20:07:08.484" v="983" actId="113"/>
          <ac:spMkLst>
            <pc:docMk/>
            <pc:sldMk cId="2649728410" sldId="608"/>
            <ac:spMk id="19" creationId="{105E2A59-2B59-406B-3CA3-45A71107698D}"/>
          </ac:spMkLst>
        </pc:spChg>
        <pc:spChg chg="del">
          <ac:chgData name="Maria Gabriela Correa Arguello" userId="bde47149-a7e1-43ab-b225-4ea8e896e5f6" providerId="ADAL" clId="{DDFC899F-A2A6-4A99-9956-312F8D03E104}" dt="2026-08-24T20:00:35.305" v="856" actId="478"/>
          <ac:spMkLst>
            <pc:docMk/>
            <pc:sldMk cId="2649728410" sldId="608"/>
            <ac:spMk id="21" creationId="{68886894-5E14-B1AE-D12E-786D5C30F67A}"/>
          </ac:spMkLst>
        </pc:spChg>
        <pc:spChg chg="add mod">
          <ac:chgData name="Maria Gabriela Correa Arguello" userId="bde47149-a7e1-43ab-b225-4ea8e896e5f6" providerId="ADAL" clId="{DDFC899F-A2A6-4A99-9956-312F8D03E104}" dt="2026-08-24T20:07:08.484" v="983" actId="113"/>
          <ac:spMkLst>
            <pc:docMk/>
            <pc:sldMk cId="2649728410" sldId="608"/>
            <ac:spMk id="24" creationId="{68EC45E8-C3E9-A6BA-18D0-78E460FB1671}"/>
          </ac:spMkLst>
        </pc:spChg>
        <pc:spChg chg="del">
          <ac:chgData name="Maria Gabriela Correa Arguello" userId="bde47149-a7e1-43ab-b225-4ea8e896e5f6" providerId="ADAL" clId="{DDFC899F-A2A6-4A99-9956-312F8D03E104}" dt="2026-08-24T20:00:35.305" v="856" actId="478"/>
          <ac:spMkLst>
            <pc:docMk/>
            <pc:sldMk cId="2649728410" sldId="608"/>
            <ac:spMk id="25" creationId="{F0065E22-0E6A-B118-1F68-5AA0B6109219}"/>
          </ac:spMkLst>
        </pc:spChg>
        <pc:spChg chg="add mod">
          <ac:chgData name="Maria Gabriela Correa Arguello" userId="bde47149-a7e1-43ab-b225-4ea8e896e5f6" providerId="ADAL" clId="{DDFC899F-A2A6-4A99-9956-312F8D03E104}" dt="2026-08-24T20:07:08.484" v="983" actId="113"/>
          <ac:spMkLst>
            <pc:docMk/>
            <pc:sldMk cId="2649728410" sldId="608"/>
            <ac:spMk id="28" creationId="{1B78FAE2-4F39-A969-6B5D-B993E43E304F}"/>
          </ac:spMkLst>
        </pc:spChg>
        <pc:spChg chg="del">
          <ac:chgData name="Maria Gabriela Correa Arguello" userId="bde47149-a7e1-43ab-b225-4ea8e896e5f6" providerId="ADAL" clId="{DDFC899F-A2A6-4A99-9956-312F8D03E104}" dt="2026-08-24T20:00:35.305" v="856" actId="478"/>
          <ac:spMkLst>
            <pc:docMk/>
            <pc:sldMk cId="2649728410" sldId="608"/>
            <ac:spMk id="33" creationId="{D5D4724D-4727-14E2-7836-2CB4B4A8F620}"/>
          </ac:spMkLst>
        </pc:spChg>
        <pc:spChg chg="del">
          <ac:chgData name="Maria Gabriela Correa Arguello" userId="bde47149-a7e1-43ab-b225-4ea8e896e5f6" providerId="ADAL" clId="{DDFC899F-A2A6-4A99-9956-312F8D03E104}" dt="2026-08-24T20:00:35.305" v="856" actId="478"/>
          <ac:spMkLst>
            <pc:docMk/>
            <pc:sldMk cId="2649728410" sldId="608"/>
            <ac:spMk id="39" creationId="{3A740443-3D52-7E4D-A890-33AB6C15C402}"/>
          </ac:spMkLst>
        </pc:spChg>
        <pc:spChg chg="del">
          <ac:chgData name="Maria Gabriela Correa Arguello" userId="bde47149-a7e1-43ab-b225-4ea8e896e5f6" providerId="ADAL" clId="{DDFC899F-A2A6-4A99-9956-312F8D03E104}" dt="2026-08-24T20:00:35.305" v="856" actId="478"/>
          <ac:spMkLst>
            <pc:docMk/>
            <pc:sldMk cId="2649728410" sldId="608"/>
            <ac:spMk id="40" creationId="{6EC704E2-794A-5D5D-9B52-09EBFA7A880C}"/>
          </ac:spMkLst>
        </pc:spChg>
        <pc:spChg chg="del">
          <ac:chgData name="Maria Gabriela Correa Arguello" userId="bde47149-a7e1-43ab-b225-4ea8e896e5f6" providerId="ADAL" clId="{DDFC899F-A2A6-4A99-9956-312F8D03E104}" dt="2026-08-24T20:00:35.305" v="856" actId="478"/>
          <ac:spMkLst>
            <pc:docMk/>
            <pc:sldMk cId="2649728410" sldId="608"/>
            <ac:spMk id="41" creationId="{F882E420-F956-069B-2319-093F8B8DBBB2}"/>
          </ac:spMkLst>
        </pc:spChg>
        <pc:spChg chg="del">
          <ac:chgData name="Maria Gabriela Correa Arguello" userId="bde47149-a7e1-43ab-b225-4ea8e896e5f6" providerId="ADAL" clId="{DDFC899F-A2A6-4A99-9956-312F8D03E104}" dt="2026-08-24T20:00:35.305" v="856" actId="478"/>
          <ac:spMkLst>
            <pc:docMk/>
            <pc:sldMk cId="2649728410" sldId="608"/>
            <ac:spMk id="42" creationId="{991F5C0D-B73D-B6DC-E513-190C3C4FC140}"/>
          </ac:spMkLst>
        </pc:spChg>
        <pc:spChg chg="del">
          <ac:chgData name="Maria Gabriela Correa Arguello" userId="bde47149-a7e1-43ab-b225-4ea8e896e5f6" providerId="ADAL" clId="{DDFC899F-A2A6-4A99-9956-312F8D03E104}" dt="2026-08-24T20:00:35.305" v="856" actId="478"/>
          <ac:spMkLst>
            <pc:docMk/>
            <pc:sldMk cId="2649728410" sldId="608"/>
            <ac:spMk id="43" creationId="{0AD9101B-9FBD-B1AC-62BB-6E6C696A6CE1}"/>
          </ac:spMkLst>
        </pc:spChg>
        <pc:grpChg chg="add mod">
          <ac:chgData name="Maria Gabriela Correa Arguello" userId="bde47149-a7e1-43ab-b225-4ea8e896e5f6" providerId="ADAL" clId="{DDFC899F-A2A6-4A99-9956-312F8D03E104}" dt="2026-08-24T20:07:08.484" v="983" actId="113"/>
          <ac:grpSpMkLst>
            <pc:docMk/>
            <pc:sldMk cId="2649728410" sldId="608"/>
            <ac:grpSpMk id="29" creationId="{96D4FAC5-1AFD-23A0-4ABF-DA8F1437889D}"/>
          </ac:grpSpMkLst>
        </pc:grpChg>
        <pc:picChg chg="add mod">
          <ac:chgData name="Maria Gabriela Correa Arguello" userId="bde47149-a7e1-43ab-b225-4ea8e896e5f6" providerId="ADAL" clId="{DDFC899F-A2A6-4A99-9956-312F8D03E104}" dt="2026-08-24T20:05:53.488" v="971" actId="1076"/>
          <ac:picMkLst>
            <pc:docMk/>
            <pc:sldMk cId="2649728410" sldId="608"/>
            <ac:picMk id="13" creationId="{568FD955-208E-BC52-4160-215B16EF43E6}"/>
          </ac:picMkLst>
        </pc:picChg>
      </pc:sldChg>
    </pc:docChg>
  </pc:docChgLst>
  <pc:docChgLst>
    <pc:chgData name="Maria Fernanda Valero Sanchez" userId="62dc2257-13d0-41b3-be9b-615cc5816b2a" providerId="ADAL" clId="{D4327349-775E-4000-9E96-C257C887B8C7}"/>
    <pc:docChg chg="undo custSel modSld">
      <pc:chgData name="Maria Fernanda Valero Sanchez" userId="62dc2257-13d0-41b3-be9b-615cc5816b2a" providerId="ADAL" clId="{D4327349-775E-4000-9E96-C257C887B8C7}" dt="2026-08-24T18:46:50.104" v="2" actId="123"/>
      <pc:docMkLst>
        <pc:docMk/>
      </pc:docMkLst>
      <pc:sldChg chg="modSp mod">
        <pc:chgData name="Maria Fernanda Valero Sanchez" userId="62dc2257-13d0-41b3-be9b-615cc5816b2a" providerId="ADAL" clId="{D4327349-775E-4000-9E96-C257C887B8C7}" dt="2026-08-24T18:46:50.104" v="2" actId="123"/>
        <pc:sldMkLst>
          <pc:docMk/>
          <pc:sldMk cId="319412477" sldId="603"/>
        </pc:sldMkLst>
        <pc:spChg chg="mod">
          <ac:chgData name="Maria Fernanda Valero Sanchez" userId="62dc2257-13d0-41b3-be9b-615cc5816b2a" providerId="ADAL" clId="{D4327349-775E-4000-9E96-C257C887B8C7}" dt="2026-08-24T18:46:50.104" v="2" actId="123"/>
          <ac:spMkLst>
            <pc:docMk/>
            <pc:sldMk cId="319412477" sldId="603"/>
            <ac:spMk id="33" creationId="{6328A393-7858-44F2-3C17-F2F753A3611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24/08/2026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‹Nº›</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24/08/2026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‹Nº›</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Tree>
    <p:extLst>
      <p:ext uri="{BB962C8B-B14F-4D97-AF65-F5344CB8AC3E}">
        <p14:creationId xmlns:p14="http://schemas.microsoft.com/office/powerpoint/2010/main" val="1692708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a:t>
            </a:fld>
            <a:endParaRPr lang="en-US"/>
          </a:p>
        </p:txBody>
      </p:sp>
    </p:spTree>
    <p:extLst>
      <p:ext uri="{BB962C8B-B14F-4D97-AF65-F5344CB8AC3E}">
        <p14:creationId xmlns:p14="http://schemas.microsoft.com/office/powerpoint/2010/main" val="3708564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5</a:t>
            </a:fld>
            <a:endParaRPr lang="en-US"/>
          </a:p>
        </p:txBody>
      </p:sp>
    </p:spTree>
    <p:extLst>
      <p:ext uri="{BB962C8B-B14F-4D97-AF65-F5344CB8AC3E}">
        <p14:creationId xmlns:p14="http://schemas.microsoft.com/office/powerpoint/2010/main" val="3566669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6</a:t>
            </a:fld>
            <a:endParaRPr lang="en-US"/>
          </a:p>
        </p:txBody>
      </p:sp>
    </p:spTree>
    <p:extLst>
      <p:ext uri="{BB962C8B-B14F-4D97-AF65-F5344CB8AC3E}">
        <p14:creationId xmlns:p14="http://schemas.microsoft.com/office/powerpoint/2010/main" val="38124804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7</a:t>
            </a:fld>
            <a:endParaRPr lang="en-US"/>
          </a:p>
        </p:txBody>
      </p:sp>
    </p:spTree>
    <p:extLst>
      <p:ext uri="{BB962C8B-B14F-4D97-AF65-F5344CB8AC3E}">
        <p14:creationId xmlns:p14="http://schemas.microsoft.com/office/powerpoint/2010/main" val="41502585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8</a:t>
            </a:fld>
            <a:endParaRPr lang="en-US"/>
          </a:p>
        </p:txBody>
      </p:sp>
    </p:spTree>
    <p:extLst>
      <p:ext uri="{BB962C8B-B14F-4D97-AF65-F5344CB8AC3E}">
        <p14:creationId xmlns:p14="http://schemas.microsoft.com/office/powerpoint/2010/main" val="1215605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9</a:t>
            </a:fld>
            <a:endParaRPr lang="en-US"/>
          </a:p>
        </p:txBody>
      </p:sp>
    </p:spTree>
    <p:extLst>
      <p:ext uri="{BB962C8B-B14F-4D97-AF65-F5344CB8AC3E}">
        <p14:creationId xmlns:p14="http://schemas.microsoft.com/office/powerpoint/2010/main" val="27558610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10</a:t>
            </a:fld>
            <a:endParaRPr lang="en-US"/>
          </a:p>
        </p:txBody>
      </p:sp>
    </p:spTree>
    <p:extLst>
      <p:ext uri="{BB962C8B-B14F-4D97-AF65-F5344CB8AC3E}">
        <p14:creationId xmlns:p14="http://schemas.microsoft.com/office/powerpoint/2010/main" val="2307552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B004B-C1D2-65A0-360F-055927BA0F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68EFB2-8BC2-8232-CBD2-D0E8D355FB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2BFB00-A6E6-D812-0971-E798D5B281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0CA4028-12FA-7D38-B895-519324CF26EC}"/>
              </a:ext>
            </a:extLst>
          </p:cNvPr>
          <p:cNvSpPr>
            <a:spLocks noGrp="1"/>
          </p:cNvSpPr>
          <p:nvPr>
            <p:ph type="sldNum" sz="quarter" idx="10"/>
          </p:nvPr>
        </p:nvSpPr>
        <p:spPr/>
        <p:txBody>
          <a:bodyPr/>
          <a:lstStyle/>
          <a:p>
            <a:fld id="{602C4E94-3DB4-C84A-925E-628A397D8BB4}" type="slidenum">
              <a:rPr lang="en-US" smtClean="0"/>
              <a:t>11</a:t>
            </a:fld>
            <a:endParaRPr lang="en-US"/>
          </a:p>
        </p:txBody>
      </p:sp>
    </p:spTree>
    <p:extLst>
      <p:ext uri="{BB962C8B-B14F-4D97-AF65-F5344CB8AC3E}">
        <p14:creationId xmlns:p14="http://schemas.microsoft.com/office/powerpoint/2010/main" val="759051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12</a:t>
            </a:fld>
            <a:endParaRPr lang="en-US"/>
          </a:p>
        </p:txBody>
      </p:sp>
    </p:spTree>
    <p:extLst>
      <p:ext uri="{BB962C8B-B14F-4D97-AF65-F5344CB8AC3E}">
        <p14:creationId xmlns:p14="http://schemas.microsoft.com/office/powerpoint/2010/main" val="4177213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13</a:t>
            </a:fld>
            <a:endParaRPr lang="en-US"/>
          </a:p>
        </p:txBody>
      </p:sp>
    </p:spTree>
    <p:extLst>
      <p:ext uri="{BB962C8B-B14F-4D97-AF65-F5344CB8AC3E}">
        <p14:creationId xmlns:p14="http://schemas.microsoft.com/office/powerpoint/2010/main" val="21540533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14</a:t>
            </a:fld>
            <a:endParaRPr lang="en-US"/>
          </a:p>
        </p:txBody>
      </p:sp>
    </p:spTree>
    <p:extLst>
      <p:ext uri="{BB962C8B-B14F-4D97-AF65-F5344CB8AC3E}">
        <p14:creationId xmlns:p14="http://schemas.microsoft.com/office/powerpoint/2010/main" val="39549331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15</a:t>
            </a:fld>
            <a:endParaRPr lang="en-US"/>
          </a:p>
        </p:txBody>
      </p:sp>
    </p:spTree>
    <p:extLst>
      <p:ext uri="{BB962C8B-B14F-4D97-AF65-F5344CB8AC3E}">
        <p14:creationId xmlns:p14="http://schemas.microsoft.com/office/powerpoint/2010/main" val="20296249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16</a:t>
            </a:fld>
            <a:endParaRPr lang="en-US"/>
          </a:p>
        </p:txBody>
      </p:sp>
    </p:spTree>
    <p:extLst>
      <p:ext uri="{BB962C8B-B14F-4D97-AF65-F5344CB8AC3E}">
        <p14:creationId xmlns:p14="http://schemas.microsoft.com/office/powerpoint/2010/main" val="23075524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17</a:t>
            </a:fld>
            <a:endParaRPr lang="en-US"/>
          </a:p>
        </p:txBody>
      </p:sp>
    </p:spTree>
    <p:extLst>
      <p:ext uri="{BB962C8B-B14F-4D97-AF65-F5344CB8AC3E}">
        <p14:creationId xmlns:p14="http://schemas.microsoft.com/office/powerpoint/2010/main" val="35765118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18</a:t>
            </a:fld>
            <a:endParaRPr lang="en-US"/>
          </a:p>
        </p:txBody>
      </p:sp>
    </p:spTree>
    <p:extLst>
      <p:ext uri="{BB962C8B-B14F-4D97-AF65-F5344CB8AC3E}">
        <p14:creationId xmlns:p14="http://schemas.microsoft.com/office/powerpoint/2010/main" val="24073420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510850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927164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22</a:t>
            </a:fld>
            <a:endParaRPr lang="en-US"/>
          </a:p>
        </p:txBody>
      </p:sp>
    </p:spTree>
    <p:extLst>
      <p:ext uri="{BB962C8B-B14F-4D97-AF65-F5344CB8AC3E}">
        <p14:creationId xmlns:p14="http://schemas.microsoft.com/office/powerpoint/2010/main" val="23075524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23</a:t>
            </a:fld>
            <a:endParaRPr lang="en-US"/>
          </a:p>
        </p:txBody>
      </p:sp>
    </p:spTree>
    <p:extLst>
      <p:ext uri="{BB962C8B-B14F-4D97-AF65-F5344CB8AC3E}">
        <p14:creationId xmlns:p14="http://schemas.microsoft.com/office/powerpoint/2010/main" val="23075524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24</a:t>
            </a:fld>
            <a:endParaRPr lang="en-US"/>
          </a:p>
        </p:txBody>
      </p:sp>
    </p:spTree>
    <p:extLst>
      <p:ext uri="{BB962C8B-B14F-4D97-AF65-F5344CB8AC3E}">
        <p14:creationId xmlns:p14="http://schemas.microsoft.com/office/powerpoint/2010/main" val="27199174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25</a:t>
            </a:fld>
            <a:endParaRPr lang="en-US"/>
          </a:p>
        </p:txBody>
      </p:sp>
    </p:spTree>
    <p:extLst>
      <p:ext uri="{BB962C8B-B14F-4D97-AF65-F5344CB8AC3E}">
        <p14:creationId xmlns:p14="http://schemas.microsoft.com/office/powerpoint/2010/main" val="4654413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181E2-544D-BD75-D473-6E2EE5E2C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3741FD-3D52-888C-903E-369C6FDAE4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FF738D-D65F-12F2-0056-75AC4E2C33B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3767A0-52D8-8ADB-739D-6E35F13CC5BA}"/>
              </a:ext>
            </a:extLst>
          </p:cNvPr>
          <p:cNvSpPr>
            <a:spLocks noGrp="1"/>
          </p:cNvSpPr>
          <p:nvPr>
            <p:ph type="sldNum" sz="quarter" idx="10"/>
          </p:nvPr>
        </p:nvSpPr>
        <p:spPr/>
        <p:txBody>
          <a:bodyPr/>
          <a:lstStyle/>
          <a:p>
            <a:fld id="{602C4E94-3DB4-C84A-925E-628A397D8BB4}" type="slidenum">
              <a:rPr lang="en-US" smtClean="0"/>
              <a:t>26</a:t>
            </a:fld>
            <a:endParaRPr lang="en-US"/>
          </a:p>
        </p:txBody>
      </p:sp>
    </p:spTree>
    <p:extLst>
      <p:ext uri="{BB962C8B-B14F-4D97-AF65-F5344CB8AC3E}">
        <p14:creationId xmlns:p14="http://schemas.microsoft.com/office/powerpoint/2010/main" val="33685927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92144-6144-2374-382F-1DCF9B8B2A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B90DA9-0FB0-330E-2C1D-D0D89D3E92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5A0446-04E2-03A6-AFB2-7F7C8181A31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DD7F8D4-072F-2E95-E71E-F6E7A4A5DE43}"/>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008012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62FE5-0596-40C2-74DA-E3F480823F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5203EA-C0EE-F05F-AEB7-0C2E5752B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C8E492-A81B-6D36-E229-0E48639C6B3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7ABC82-F475-A678-4136-4CE483B672AA}"/>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724191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78B38-F4D3-68AC-970B-4928B3E5AB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C0A5B3-1B7B-443F-54A1-2D7D7BE1FA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226266-9345-7D77-9825-8F2364296FC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EB9AE2-266E-6FB7-79CC-CA828F2F7CBF}"/>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202543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70AB6-7621-871D-50AF-2AABA65D6F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8DF997-D086-A53D-E812-254C3AD645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105AC4-8DA4-2959-FAEA-DBE26EBA3F8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45B023-753E-301C-38FB-63B71B8BD0CE}"/>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378812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37</a:t>
            </a:fld>
            <a:endParaRPr lang="en-US"/>
          </a:p>
        </p:txBody>
      </p:sp>
    </p:spTree>
    <p:extLst>
      <p:ext uri="{BB962C8B-B14F-4D97-AF65-F5344CB8AC3E}">
        <p14:creationId xmlns:p14="http://schemas.microsoft.com/office/powerpoint/2010/main" val="22510382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38</a:t>
            </a:fld>
            <a:endParaRPr lang="en-US"/>
          </a:p>
        </p:txBody>
      </p:sp>
    </p:spTree>
    <p:extLst>
      <p:ext uri="{BB962C8B-B14F-4D97-AF65-F5344CB8AC3E}">
        <p14:creationId xmlns:p14="http://schemas.microsoft.com/office/powerpoint/2010/main" val="32821250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39</a:t>
            </a:fld>
            <a:endParaRPr lang="en-US"/>
          </a:p>
        </p:txBody>
      </p:sp>
    </p:spTree>
    <p:extLst>
      <p:ext uri="{BB962C8B-B14F-4D97-AF65-F5344CB8AC3E}">
        <p14:creationId xmlns:p14="http://schemas.microsoft.com/office/powerpoint/2010/main" val="15877293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40</a:t>
            </a:fld>
            <a:endParaRPr lang="en-US"/>
          </a:p>
        </p:txBody>
      </p:sp>
    </p:spTree>
    <p:extLst>
      <p:ext uri="{BB962C8B-B14F-4D97-AF65-F5344CB8AC3E}">
        <p14:creationId xmlns:p14="http://schemas.microsoft.com/office/powerpoint/2010/main" val="32275463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41</a:t>
            </a:fld>
            <a:endParaRPr lang="en-US"/>
          </a:p>
        </p:txBody>
      </p:sp>
    </p:spTree>
    <p:extLst>
      <p:ext uri="{BB962C8B-B14F-4D97-AF65-F5344CB8AC3E}">
        <p14:creationId xmlns:p14="http://schemas.microsoft.com/office/powerpoint/2010/main" val="41903955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42</a:t>
            </a:fld>
            <a:endParaRPr lang="en-US"/>
          </a:p>
        </p:txBody>
      </p:sp>
    </p:spTree>
    <p:extLst>
      <p:ext uri="{BB962C8B-B14F-4D97-AF65-F5344CB8AC3E}">
        <p14:creationId xmlns:p14="http://schemas.microsoft.com/office/powerpoint/2010/main" val="39284376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43</a:t>
            </a:fld>
            <a:endParaRPr lang="en-US"/>
          </a:p>
        </p:txBody>
      </p:sp>
    </p:spTree>
    <p:extLst>
      <p:ext uri="{BB962C8B-B14F-4D97-AF65-F5344CB8AC3E}">
        <p14:creationId xmlns:p14="http://schemas.microsoft.com/office/powerpoint/2010/main" val="11037235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44</a:t>
            </a:fld>
            <a:endParaRPr lang="en-US"/>
          </a:p>
        </p:txBody>
      </p:sp>
    </p:spTree>
    <p:extLst>
      <p:ext uri="{BB962C8B-B14F-4D97-AF65-F5344CB8AC3E}">
        <p14:creationId xmlns:p14="http://schemas.microsoft.com/office/powerpoint/2010/main" val="10469861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E488A-DD4E-54FF-A905-E8D5357648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225C1D-6B8F-9D0A-61EB-B4F09B1B01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D0AA7B-B796-4CD7-7FA3-B71A0111E33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9597527-7FC4-C1C8-1044-DD165C40FE93}"/>
              </a:ext>
            </a:extLst>
          </p:cNvPr>
          <p:cNvSpPr>
            <a:spLocks noGrp="1"/>
          </p:cNvSpPr>
          <p:nvPr>
            <p:ph type="sldNum" sz="quarter" idx="10"/>
          </p:nvPr>
        </p:nvSpPr>
        <p:spPr/>
        <p:txBody>
          <a:bodyPr/>
          <a:lstStyle/>
          <a:p>
            <a:fld id="{602C4E94-3DB4-C84A-925E-628A397D8BB4}" type="slidenum">
              <a:rPr lang="en-US" smtClean="0"/>
              <a:t>45</a:t>
            </a:fld>
            <a:endParaRPr lang="en-US"/>
          </a:p>
        </p:txBody>
      </p:sp>
    </p:spTree>
    <p:extLst>
      <p:ext uri="{BB962C8B-B14F-4D97-AF65-F5344CB8AC3E}">
        <p14:creationId xmlns:p14="http://schemas.microsoft.com/office/powerpoint/2010/main" val="26354061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10917-9106-7CDF-E67E-ED302B02E0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1F5A873-A08B-BACA-0AA0-C37A11EA3B7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8E02E47-6EC8-FF5A-2642-D2B96E8B710A}"/>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1237233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8/24/2026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a:p>
        </p:txBody>
      </p:sp>
    </p:spTree>
    <p:extLst>
      <p:ext uri="{BB962C8B-B14F-4D97-AF65-F5344CB8AC3E}">
        <p14:creationId xmlns:p14="http://schemas.microsoft.com/office/powerpoint/2010/main" val="4265646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3208898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8/24/2026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a:p>
        </p:txBody>
      </p:sp>
    </p:spTree>
    <p:extLst>
      <p:ext uri="{BB962C8B-B14F-4D97-AF65-F5344CB8AC3E}">
        <p14:creationId xmlns:p14="http://schemas.microsoft.com/office/powerpoint/2010/main" val="40629501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4233062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2439691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2184610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2095273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8/24/2026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a:p>
        </p:txBody>
      </p:sp>
    </p:spTree>
    <p:extLst>
      <p:ext uri="{BB962C8B-B14F-4D97-AF65-F5344CB8AC3E}">
        <p14:creationId xmlns:p14="http://schemas.microsoft.com/office/powerpoint/2010/main" val="3029683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779410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Tree>
    <p:extLst>
      <p:ext uri="{BB962C8B-B14F-4D97-AF65-F5344CB8AC3E}">
        <p14:creationId xmlns:p14="http://schemas.microsoft.com/office/powerpoint/2010/main" val="20996383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8/24/2026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a:p>
        </p:txBody>
      </p:sp>
    </p:spTree>
    <p:extLst>
      <p:ext uri="{BB962C8B-B14F-4D97-AF65-F5344CB8AC3E}">
        <p14:creationId xmlns:p14="http://schemas.microsoft.com/office/powerpoint/2010/main" val="3237869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8/24/2026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‹Nº›</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Tree>
    <p:extLst>
      <p:ext uri="{BB962C8B-B14F-4D97-AF65-F5344CB8AC3E}">
        <p14:creationId xmlns:p14="http://schemas.microsoft.com/office/powerpoint/2010/main" val="1686623261"/>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7"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image" Target="../media/image5.emf"/></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9.emf"/></Relationships>
</file>

<file path=ppt/slides/_rels/slide1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emf"/><Relationship Id="rId4" Type="http://schemas.openxmlformats.org/officeDocument/2006/relationships/image" Target="../media/image9.emf"/></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0.emf"/></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emf"/><Relationship Id="rId7"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0.emf"/><Relationship Id="rId5" Type="http://schemas.openxmlformats.org/officeDocument/2006/relationships/image" Target="../media/image5.emf"/><Relationship Id="rId4" Type="http://schemas.openxmlformats.org/officeDocument/2006/relationships/image" Target="../media/image12.emf"/></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50.png"/><Relationship Id="rId5" Type="http://schemas.openxmlformats.org/officeDocument/2006/relationships/image" Target="../media/image240.png"/><Relationship Id="rId4" Type="http://schemas.openxmlformats.org/officeDocument/2006/relationships/image" Target="../media/image230.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60.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png"/><Relationship Id="rId7"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0.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dirty="0"/>
              <a:t>Relaciones de equivalencia (</a:t>
            </a:r>
            <a:r>
              <a:rPr lang="es-CO" sz="4000" dirty="0">
                <a:solidFill>
                  <a:srgbClr val="D7A700"/>
                </a:solidFill>
              </a:rPr>
              <a:t>PARTE II</a:t>
            </a:r>
            <a:r>
              <a:rPr lang="es-CO" sz="4000" dirty="0"/>
              <a:t>)</a:t>
            </a: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A3AD51E0-45F2-4944-F542-877DA066F08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D4A5762F-1C2D-FD38-E811-7AC845A38582}"/>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rPr>
              <a:t>													</a:t>
            </a:r>
            <a:endParaRPr lang="es-CO" sz="2000" b="1" u="sng">
              <a:solidFill>
                <a:schemeClr val="bg1"/>
              </a:solidFill>
            </a:endParaRPr>
          </a:p>
          <a:p>
            <a:endParaRPr lang="es-CO" sz="1000" b="1">
              <a:solidFill>
                <a:schemeClr val="bg1"/>
              </a:solidFill>
            </a:endParaRPr>
          </a:p>
          <a:p>
            <a:r>
              <a:rPr lang="es-CO" sz="2000" b="1">
                <a:solidFill>
                  <a:schemeClr val="bg1"/>
                </a:solidFill>
              </a:rPr>
              <a:t>DEPARTAMENTO DE INGENIERÍA INDUSTRIAL</a:t>
            </a:r>
          </a:p>
          <a:p>
            <a:r>
              <a:rPr lang="es-CO" sz="2000" b="1">
                <a:solidFill>
                  <a:schemeClr val="bg1"/>
                </a:solidFill>
              </a:rPr>
              <a:t>FACULTAD DE INGENIERÍA</a:t>
            </a:r>
          </a:p>
          <a:p>
            <a:r>
              <a:rPr lang="es-CO" sz="1000" b="1" u="sng">
                <a:solidFill>
                  <a:schemeClr val="bg1"/>
                </a:solidFill>
              </a:rPr>
              <a:t>													</a:t>
            </a:r>
          </a:p>
          <a:p>
            <a:endParaRPr lang="es-CO" sz="2000" b="1">
              <a:solidFill>
                <a:schemeClr val="bg1"/>
              </a:solidFill>
            </a:endParaRPr>
          </a:p>
          <a:p>
            <a:r>
              <a:rPr lang="es-CO" sz="2000" b="1">
                <a:solidFill>
                  <a:schemeClr val="bg1"/>
                </a:solidFill>
              </a:rPr>
              <a:t>Curso       </a:t>
            </a:r>
            <a:r>
              <a:rPr lang="es-CO" sz="2000">
                <a:solidFill>
                  <a:schemeClr val="bg1"/>
                </a:solidFill>
              </a:rPr>
              <a:t>ANÁLISIS DE DECISIONES DE INVERSIÓN</a:t>
            </a:r>
          </a:p>
          <a:p>
            <a:r>
              <a:rPr lang="es-CO" sz="2000" b="1">
                <a:solidFill>
                  <a:schemeClr val="bg1"/>
                </a:solidFill>
              </a:rPr>
              <a:t>Correo     </a:t>
            </a:r>
            <a:r>
              <a:rPr lang="es-CO" sz="2000">
                <a:solidFill>
                  <a:schemeClr val="bg1"/>
                </a:solidFill>
              </a:rPr>
              <a:t>cursoanadec@uniandes.edu.co</a:t>
            </a:r>
          </a:p>
          <a:p>
            <a:endParaRPr lang="es-CO" sz="2000" b="1">
              <a:solidFill>
                <a:schemeClr val="bg1"/>
              </a:solidFill>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dirty="0"/>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mj-lt"/>
              </a:rPr>
              <a:pPr/>
              <a:t>2</a:t>
            </a:fld>
            <a:endParaRPr lang="en-US" sz="2000" b="1" dirty="0">
              <a:latin typeface="+mj-lt"/>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3173020" y="2503099"/>
            <a:ext cx="8540907" cy="2677656"/>
          </a:xfrm>
          <a:prstGeom prst="rect">
            <a:avLst/>
          </a:prstGeom>
        </p:spPr>
        <p:txBody>
          <a:bodyPr wrap="square" lIns="91440" tIns="45720" rIns="91440" bIns="45720" anchor="t">
            <a:spAutoFit/>
          </a:bodyPr>
          <a:lstStyle/>
          <a:p>
            <a:pPr marL="342900" indent="-342900">
              <a:buClr>
                <a:srgbClr val="48BE7A"/>
              </a:buClr>
              <a:buAutoNum type="arabicPeriod"/>
            </a:pPr>
            <a:endParaRPr lang="es-CO" sz="2400" dirty="0">
              <a:solidFill>
                <a:schemeClr val="accent1"/>
              </a:solidFill>
              <a:cs typeface="Arial"/>
            </a:endParaRPr>
          </a:p>
          <a:p>
            <a:pPr marL="342900" indent="-342900">
              <a:buClr>
                <a:srgbClr val="48BE7A"/>
              </a:buClr>
              <a:buAutoNum type="arabicPeriod"/>
            </a:pPr>
            <a:r>
              <a:rPr lang="es-CO" sz="2400" dirty="0">
                <a:solidFill>
                  <a:schemeClr val="accent1"/>
                </a:solidFill>
                <a:cs typeface="Arial"/>
              </a:rPr>
              <a:t>Series Uniformes o Anualidades.</a:t>
            </a:r>
          </a:p>
          <a:p>
            <a:pPr marL="342900" indent="-342900">
              <a:buClr>
                <a:srgbClr val="48BE7A"/>
              </a:buClr>
              <a:buAutoNum type="arabicPeriod"/>
            </a:pPr>
            <a:endParaRPr lang="es-CO" sz="2400" dirty="0">
              <a:solidFill>
                <a:schemeClr val="accent1"/>
              </a:solidFill>
              <a:cs typeface="Arial"/>
            </a:endParaRPr>
          </a:p>
          <a:p>
            <a:pPr marL="342900" indent="-342900">
              <a:buClr>
                <a:srgbClr val="48BE7A"/>
              </a:buClr>
              <a:buAutoNum type="arabicPeriod"/>
            </a:pPr>
            <a:r>
              <a:rPr lang="es-MX" sz="2400" dirty="0">
                <a:solidFill>
                  <a:schemeClr val="accent1"/>
                </a:solidFill>
                <a:cs typeface="Arial"/>
              </a:rPr>
              <a:t>Series Uniformes o Anualidades con varios costos de oportunidad.</a:t>
            </a:r>
            <a:endParaRPr lang="es-CO" sz="2400" dirty="0">
              <a:solidFill>
                <a:schemeClr val="accent1"/>
              </a:solidFill>
              <a:cs typeface="Arial"/>
            </a:endParaRPr>
          </a:p>
          <a:p>
            <a:pPr marL="342900" indent="-342900">
              <a:buClr>
                <a:srgbClr val="48BE7A"/>
              </a:buClr>
              <a:buAutoNum type="arabicPeriod"/>
            </a:pPr>
            <a:endParaRPr lang="es-CO" sz="2400" dirty="0">
              <a:solidFill>
                <a:schemeClr val="accent1"/>
              </a:solidFill>
              <a:cs typeface="Arial"/>
            </a:endParaRPr>
          </a:p>
          <a:p>
            <a:pPr marL="342900" indent="-342900">
              <a:buClr>
                <a:srgbClr val="48BE7A"/>
              </a:buClr>
              <a:buAutoNum type="arabicPeriod"/>
            </a:pPr>
            <a:r>
              <a:rPr lang="es-CO" sz="2400" dirty="0">
                <a:solidFill>
                  <a:schemeClr val="accent1"/>
                </a:solidFill>
                <a:cs typeface="Arial"/>
              </a:rPr>
              <a:t>Ejercicios de Práctica.</a:t>
            </a: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7CCA6F4-3C8A-C61E-D855-42886A54578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343CA-432E-4439-3C6C-A3B2C3EB994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51AA7A5-2663-863D-7315-5620C8C4AD9E}"/>
              </a:ext>
            </a:extLst>
          </p:cNvPr>
          <p:cNvSpPr>
            <a:spLocks noGrp="1"/>
          </p:cNvSpPr>
          <p:nvPr>
            <p:ph type="title"/>
          </p:nvPr>
        </p:nvSpPr>
        <p:spPr/>
        <p:txBody>
          <a:bodyPr>
            <a:normAutofit/>
          </a:bodyPr>
          <a:lstStyle/>
          <a:p>
            <a:r>
              <a:rPr lang="es-CO" sz="3200" dirty="0">
                <a:latin typeface="Gill Sans MT (Títulos)"/>
              </a:rPr>
              <a:t>AGENDA PROPUESTA</a:t>
            </a:r>
          </a:p>
        </p:txBody>
      </p:sp>
      <p:sp>
        <p:nvSpPr>
          <p:cNvPr id="4" name="Marcador de número de diapositiva 3">
            <a:extLst>
              <a:ext uri="{FF2B5EF4-FFF2-40B4-BE49-F238E27FC236}">
                <a16:creationId xmlns:a16="http://schemas.microsoft.com/office/drawing/2014/main" id="{8D6137CD-0DCC-334B-36A0-7414DD12AF3E}"/>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a:t>
            </a:fld>
            <a:endParaRPr lang="en-US" sz="2000" b="1" dirty="0">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947001F9-100E-07CB-5890-2530B615612C}"/>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EF3C1796-9087-FA1E-40BF-02BF8B3294DE}"/>
              </a:ext>
            </a:extLst>
          </p:cNvPr>
          <p:cNvSpPr/>
          <p:nvPr/>
        </p:nvSpPr>
        <p:spPr>
          <a:xfrm>
            <a:off x="3173020" y="2503099"/>
            <a:ext cx="8540907" cy="3046988"/>
          </a:xfrm>
          <a:prstGeom prst="rect">
            <a:avLst/>
          </a:prstGeom>
        </p:spPr>
        <p:txBody>
          <a:bodyPr wrap="square" lIns="91440" tIns="45720" rIns="91440" bIns="45720" anchor="t">
            <a:spAutoFit/>
          </a:bodyPr>
          <a:lstStyle/>
          <a:p>
            <a:pPr marL="342900" indent="-342900">
              <a:buClr>
                <a:srgbClr val="48BE7A"/>
              </a:buClr>
              <a:buAutoNum type="arabicPeriod"/>
            </a:pPr>
            <a:endParaRPr lang="es-CO" sz="2400" dirty="0">
              <a:solidFill>
                <a:schemeClr val="bg2">
                  <a:lumMod val="90000"/>
                </a:schemeClr>
              </a:solidFill>
              <a:latin typeface="Gill Sans MT (Cuerpo)"/>
              <a:cs typeface="Arial"/>
            </a:endParaRPr>
          </a:p>
          <a:p>
            <a:pPr marL="342900" indent="-342900">
              <a:buClr>
                <a:srgbClr val="48BE7A"/>
              </a:buClr>
              <a:buAutoNum type="arabicPeriod"/>
            </a:pPr>
            <a:r>
              <a:rPr lang="es-CO" sz="2400" dirty="0">
                <a:solidFill>
                  <a:schemeClr val="accent1"/>
                </a:solidFill>
                <a:latin typeface="Gill Sans MT (Cuerpo)"/>
                <a:cs typeface="Arial"/>
              </a:rPr>
              <a:t>Series Uniformes o Anualidades.</a:t>
            </a:r>
          </a:p>
          <a:p>
            <a:pPr marL="342900" indent="-342900">
              <a:buClr>
                <a:srgbClr val="48BE7A"/>
              </a:buClr>
              <a:buAutoNum type="arabicPeriod"/>
            </a:pPr>
            <a:endParaRPr lang="es-CO" sz="2400" dirty="0">
              <a:solidFill>
                <a:schemeClr val="accent1"/>
              </a:solidFill>
              <a:latin typeface="Gill Sans MT (Cuerpo)"/>
              <a:cs typeface="Arial"/>
            </a:endParaRPr>
          </a:p>
          <a:p>
            <a:pPr marL="342900" indent="-342900">
              <a:buClr>
                <a:srgbClr val="48BE7A"/>
              </a:buClr>
              <a:buAutoNum type="arabicPeriod"/>
            </a:pPr>
            <a:r>
              <a:rPr lang="es-MX" sz="2400" dirty="0">
                <a:solidFill>
                  <a:schemeClr val="bg2">
                    <a:lumMod val="90000"/>
                  </a:schemeClr>
                </a:solidFill>
                <a:latin typeface="Gill Sans MT (Cuerpo)"/>
                <a:cs typeface="Arial"/>
              </a:rPr>
              <a:t>Series Uniformes o Anualidades con varios costos de oportunidad</a:t>
            </a:r>
            <a:r>
              <a:rPr lang="es-MX" sz="2400" dirty="0">
                <a:solidFill>
                  <a:schemeClr val="bg1">
                    <a:lumMod val="85000"/>
                  </a:schemeClr>
                </a:solidFill>
                <a:latin typeface="Gill Sans MT (Cuerpo)"/>
                <a:cs typeface="Arial"/>
              </a:rPr>
              <a:t>.</a:t>
            </a:r>
            <a:endParaRPr lang="es-CO" sz="2400" dirty="0">
              <a:solidFill>
                <a:schemeClr val="bg1">
                  <a:lumMod val="85000"/>
                </a:schemeClr>
              </a:solidFill>
              <a:latin typeface="Gill Sans MT (Cuerpo)"/>
              <a:cs typeface="Arial"/>
            </a:endParaRPr>
          </a:p>
          <a:p>
            <a:pPr marL="342900" indent="-342900">
              <a:buClr>
                <a:srgbClr val="48BE7A"/>
              </a:buClr>
              <a:buAutoNum type="arabicPeriod"/>
            </a:pPr>
            <a:endParaRPr lang="es-CO" sz="2400" dirty="0">
              <a:solidFill>
                <a:schemeClr val="bg1">
                  <a:lumMod val="85000"/>
                </a:schemeClr>
              </a:solidFill>
              <a:latin typeface="Gill Sans MT (Cuerpo)"/>
              <a:cs typeface="Arial"/>
            </a:endParaRPr>
          </a:p>
          <a:p>
            <a:pPr marL="342900" indent="-342900">
              <a:buClr>
                <a:srgbClr val="48BE7A"/>
              </a:buClr>
              <a:buAutoNum type="arabicPeriod"/>
            </a:pPr>
            <a:r>
              <a:rPr lang="es-CO" sz="2400" dirty="0">
                <a:solidFill>
                  <a:schemeClr val="bg2">
                    <a:lumMod val="90000"/>
                  </a:schemeClr>
                </a:solidFill>
                <a:latin typeface="Gill Sans MT (Cuerpo)"/>
                <a:cs typeface="Arial"/>
              </a:rPr>
              <a:t>Ejercicios de Práctica.</a:t>
            </a:r>
          </a:p>
          <a:p>
            <a:pPr marL="342900" indent="-342900">
              <a:buClr>
                <a:srgbClr val="48BE7A"/>
              </a:buClr>
              <a:buAutoNum type="arabicPeriod"/>
            </a:pPr>
            <a:endParaRPr lang="es-CO" sz="2400" dirty="0">
              <a:solidFill>
                <a:schemeClr val="bg2">
                  <a:lumMod val="90000"/>
                </a:schemeClr>
              </a:solidFill>
              <a:latin typeface="Gill Sans MT (Cuerpo)"/>
              <a:cs typeface="Arial"/>
            </a:endParaRPr>
          </a:p>
        </p:txBody>
      </p:sp>
      <p:sp>
        <p:nvSpPr>
          <p:cNvPr id="3" name="Rectángulo 2">
            <a:extLst>
              <a:ext uri="{FF2B5EF4-FFF2-40B4-BE49-F238E27FC236}">
                <a16:creationId xmlns:a16="http://schemas.microsoft.com/office/drawing/2014/main" id="{C2244946-6C92-5EAF-8F50-9609504222B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9D71FC24-4544-742D-ACC8-4FC2A7809D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D4D94503-25D0-D965-86EC-38C68E1AE02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7467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3" y="2864166"/>
            <a:ext cx="11029615" cy="2097590"/>
          </a:xfrm>
        </p:spPr>
        <p:txBody>
          <a:bodyPr>
            <a:noAutofit/>
          </a:bodyPr>
          <a:lstStyle/>
          <a:p>
            <a:pPr marL="0" indent="0" algn="ctr">
              <a:buNone/>
            </a:pPr>
            <a:r>
              <a:rPr lang="es-ES_tradnl" sz="2400" dirty="0">
                <a:latin typeface="Gill Sans MT (Cuerpo)"/>
              </a:rPr>
              <a:t>¿Qué sucede si ya no estamos interesados en comparar dos únicos flujos. Ahora es de interés comparar una serie de flujos que se observan en diferentes periodos de tiempo?</a:t>
            </a:r>
          </a:p>
          <a:p>
            <a:pPr algn="ctr"/>
            <a:endParaRPr lang="es-ES_tradnl" sz="2400" dirty="0">
              <a:latin typeface="Gill Sans MT (Cuerpo)"/>
            </a:endParaRPr>
          </a:p>
          <a:p>
            <a:pPr marL="0" indent="0" algn="ctr">
              <a:buNone/>
            </a:pPr>
            <a:r>
              <a:rPr lang="es-ES_tradnl" sz="2400" dirty="0">
                <a:latin typeface="Gill Sans MT (Cuerpo)"/>
              </a:rPr>
              <a:t>¿Dichos flujos pueden ser finitos? ¿Infinitos?</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Gill Sans MT (Títulos)"/>
              </a:rPr>
              <a:t>4</a:t>
            </a:fld>
            <a:endParaRPr lang="en-US" sz="2000" b="1" dirty="0">
              <a:latin typeface="Gill Sans MT (Títulos)"/>
            </a:endParaRPr>
          </a:p>
        </p:txBody>
      </p:sp>
      <p:sp>
        <p:nvSpPr>
          <p:cNvPr id="5" name="Title 1">
            <a:extLst>
              <a:ext uri="{FF2B5EF4-FFF2-40B4-BE49-F238E27FC236}">
                <a16:creationId xmlns:a16="http://schemas.microsoft.com/office/drawing/2014/main" id="{7E0E1346-F372-04EF-202A-18031A345A54}"/>
              </a:ext>
            </a:extLst>
          </p:cNvPr>
          <p:cNvSpPr>
            <a:spLocks noGrp="1"/>
          </p:cNvSpPr>
          <p:nvPr>
            <p:ph type="title"/>
          </p:nvPr>
        </p:nvSpPr>
        <p:spPr>
          <a:xfrm>
            <a:off x="581192" y="702156"/>
            <a:ext cx="11029616" cy="1013800"/>
          </a:xfrm>
        </p:spPr>
        <p:txBody>
          <a:bodyPr>
            <a:normAutofit/>
          </a:bodyPr>
          <a:lstStyle/>
          <a:p>
            <a:r>
              <a:rPr lang="es-ES_tradnl" sz="3200" dirty="0">
                <a:latin typeface="Gill Sans MT (Títulos)"/>
              </a:rPr>
              <a:t>Series uniformes / anualidades</a:t>
            </a:r>
          </a:p>
        </p:txBody>
      </p:sp>
      <p:sp>
        <p:nvSpPr>
          <p:cNvPr id="6" name="Rectángulo 5">
            <a:extLst>
              <a:ext uri="{FF2B5EF4-FFF2-40B4-BE49-F238E27FC236}">
                <a16:creationId xmlns:a16="http://schemas.microsoft.com/office/drawing/2014/main" id="{33580E93-D7F3-11F8-914C-20E65D076C5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DDF4CA28-2472-C132-B673-5999DE29CA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D8CAB9B0-BBD2-EDD6-5B0D-85ABD76195D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671394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581192" y="2180497"/>
            <a:ext cx="11029615" cy="1191296"/>
          </a:xfrm>
        </p:spPr>
        <p:txBody>
          <a:bodyPr>
            <a:normAutofit/>
          </a:bodyPr>
          <a:lstStyle/>
          <a:p>
            <a:pPr marL="0" indent="0" algn="ctr">
              <a:buNone/>
            </a:pPr>
            <a:r>
              <a:rPr lang="es-ES_tradnl" sz="2400">
                <a:solidFill>
                  <a:srgbClr val="800000"/>
                </a:solidFill>
              </a:rPr>
              <a:t>¿Cuál es el valor futuro equivalente a una serie de flujos?</a:t>
            </a:r>
          </a:p>
          <a:p>
            <a:pPr marL="0" indent="0" algn="just">
              <a:buNone/>
            </a:pPr>
            <a:r>
              <a:rPr lang="es-ES_tradnl" sz="2400"/>
              <a:t>Es posible encontrar el valor futuro de una serie de flujos uniformes en el tiempo.</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Gill Sans MT (Títulos)"/>
              </a:rPr>
              <a:t>5</a:t>
            </a:fld>
            <a:endParaRPr lang="en-US" sz="2000" b="1">
              <a:latin typeface="Gill Sans MT (Títulos)"/>
            </a:endParaRPr>
          </a:p>
        </p:txBody>
      </p:sp>
      <p:cxnSp>
        <p:nvCxnSpPr>
          <p:cNvPr id="6" name="Straight Connector 5"/>
          <p:cNvCxnSpPr/>
          <p:nvPr/>
        </p:nvCxnSpPr>
        <p:spPr>
          <a:xfrm>
            <a:off x="2842796" y="5388183"/>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flipV="1">
            <a:off x="3357709" y="4713910"/>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8" name="Rectangle 7"/>
          <p:cNvSpPr>
            <a:spLocks/>
          </p:cNvSpPr>
          <p:nvPr/>
        </p:nvSpPr>
        <p:spPr bwMode="auto">
          <a:xfrm>
            <a:off x="3167194" y="548051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9" name="Rectangle 8"/>
          <p:cNvSpPr>
            <a:spLocks/>
          </p:cNvSpPr>
          <p:nvPr/>
        </p:nvSpPr>
        <p:spPr bwMode="auto">
          <a:xfrm>
            <a:off x="3757933" y="548051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0" name="Rectangle 9"/>
          <p:cNvSpPr>
            <a:spLocks/>
          </p:cNvSpPr>
          <p:nvPr/>
        </p:nvSpPr>
        <p:spPr bwMode="auto">
          <a:xfrm>
            <a:off x="4371149" y="5340584"/>
            <a:ext cx="337060" cy="6155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12" name="Rectangle 11"/>
          <p:cNvSpPr>
            <a:spLocks/>
          </p:cNvSpPr>
          <p:nvPr/>
        </p:nvSpPr>
        <p:spPr bwMode="auto">
          <a:xfrm>
            <a:off x="2674265" y="548051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5" name="Rectangle 14"/>
          <p:cNvSpPr>
            <a:spLocks/>
          </p:cNvSpPr>
          <p:nvPr/>
        </p:nvSpPr>
        <p:spPr bwMode="auto">
          <a:xfrm>
            <a:off x="4990138" y="549447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cxnSp>
        <p:nvCxnSpPr>
          <p:cNvPr id="16" name="Straight Connector 15"/>
          <p:cNvCxnSpPr/>
          <p:nvPr/>
        </p:nvCxnSpPr>
        <p:spPr>
          <a:xfrm>
            <a:off x="7371958" y="5297299"/>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9687830" y="4319209"/>
            <a:ext cx="0" cy="97809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p:cNvSpPr>
            <a:spLocks/>
          </p:cNvSpPr>
          <p:nvPr/>
        </p:nvSpPr>
        <p:spPr bwMode="auto">
          <a:xfrm>
            <a:off x="7696356" y="53896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9" name="Rectangle 18"/>
          <p:cNvSpPr>
            <a:spLocks/>
          </p:cNvSpPr>
          <p:nvPr/>
        </p:nvSpPr>
        <p:spPr bwMode="auto">
          <a:xfrm>
            <a:off x="8287095" y="53896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0" name="Rectangle 19"/>
          <p:cNvSpPr>
            <a:spLocks/>
          </p:cNvSpPr>
          <p:nvPr/>
        </p:nvSpPr>
        <p:spPr bwMode="auto">
          <a:xfrm>
            <a:off x="8900311" y="5249700"/>
            <a:ext cx="337060" cy="6155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21" name="Rectangle 20"/>
          <p:cNvSpPr>
            <a:spLocks/>
          </p:cNvSpPr>
          <p:nvPr/>
        </p:nvSpPr>
        <p:spPr bwMode="auto">
          <a:xfrm>
            <a:off x="7203427" y="540358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2" name="Rectangle 21"/>
          <p:cNvSpPr>
            <a:spLocks/>
          </p:cNvSpPr>
          <p:nvPr/>
        </p:nvSpPr>
        <p:spPr bwMode="auto">
          <a:xfrm>
            <a:off x="9519300" y="540358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24" name="Right Arrow 23"/>
          <p:cNvSpPr/>
          <p:nvPr/>
        </p:nvSpPr>
        <p:spPr>
          <a:xfrm>
            <a:off x="5647563" y="5006829"/>
            <a:ext cx="1046624"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7" name="Rectangle 26"/>
          <p:cNvSpPr>
            <a:spLocks/>
          </p:cNvSpPr>
          <p:nvPr/>
        </p:nvSpPr>
        <p:spPr bwMode="auto">
          <a:xfrm>
            <a:off x="9519300" y="402825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VF</a:t>
            </a:r>
          </a:p>
        </p:txBody>
      </p:sp>
      <p:cxnSp>
        <p:nvCxnSpPr>
          <p:cNvPr id="23" name="Straight Arrow Connector 22"/>
          <p:cNvCxnSpPr/>
          <p:nvPr/>
        </p:nvCxnSpPr>
        <p:spPr>
          <a:xfrm flipV="1">
            <a:off x="3939203" y="4711814"/>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flipV="1">
            <a:off x="4539936" y="4713911"/>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flipV="1">
            <a:off x="5140668" y="4713910"/>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9" name="Rectangle 28"/>
          <p:cNvSpPr>
            <a:spLocks/>
          </p:cNvSpPr>
          <p:nvPr/>
        </p:nvSpPr>
        <p:spPr bwMode="auto">
          <a:xfrm>
            <a:off x="3768044" y="435172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30" name="Rectangle 29"/>
          <p:cNvSpPr>
            <a:spLocks/>
          </p:cNvSpPr>
          <p:nvPr/>
        </p:nvSpPr>
        <p:spPr bwMode="auto">
          <a:xfrm>
            <a:off x="4371149" y="435172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31" name="Rectangle 30"/>
          <p:cNvSpPr>
            <a:spLocks/>
          </p:cNvSpPr>
          <p:nvPr/>
        </p:nvSpPr>
        <p:spPr bwMode="auto">
          <a:xfrm>
            <a:off x="3189179" y="435172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32" name="Rectangle 31"/>
          <p:cNvSpPr>
            <a:spLocks/>
          </p:cNvSpPr>
          <p:nvPr/>
        </p:nvSpPr>
        <p:spPr bwMode="auto">
          <a:xfrm>
            <a:off x="4972138" y="435172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3" name="Title 1">
            <a:extLst>
              <a:ext uri="{FF2B5EF4-FFF2-40B4-BE49-F238E27FC236}">
                <a16:creationId xmlns:a16="http://schemas.microsoft.com/office/drawing/2014/main" id="{92F9FA1A-3764-1639-675D-FC6874725DC1}"/>
              </a:ext>
            </a:extLst>
          </p:cNvPr>
          <p:cNvSpPr>
            <a:spLocks noGrp="1"/>
          </p:cNvSpPr>
          <p:nvPr>
            <p:ph type="title"/>
          </p:nvPr>
        </p:nvSpPr>
        <p:spPr>
          <a:xfrm>
            <a:off x="581192" y="702156"/>
            <a:ext cx="11029616" cy="1013800"/>
          </a:xfrm>
        </p:spPr>
        <p:txBody>
          <a:bodyPr>
            <a:normAutofit/>
          </a:bodyPr>
          <a:lstStyle/>
          <a:p>
            <a:r>
              <a:rPr lang="es-ES_tradnl" sz="3200">
                <a:latin typeface="Gill Sans MT (Títulos)"/>
              </a:rPr>
              <a:t>Series uniformes / anualidades</a:t>
            </a:r>
          </a:p>
        </p:txBody>
      </p:sp>
      <p:sp>
        <p:nvSpPr>
          <p:cNvPr id="11" name="Rectángulo 10">
            <a:extLst>
              <a:ext uri="{FF2B5EF4-FFF2-40B4-BE49-F238E27FC236}">
                <a16:creationId xmlns:a16="http://schemas.microsoft.com/office/drawing/2014/main" id="{07A61A91-8071-A286-EBCF-1049BE703EF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E5CD737D-FECF-FAB9-FB35-2A7894E3C2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4" name="Rectángulo 13">
            <a:extLst>
              <a:ext uri="{FF2B5EF4-FFF2-40B4-BE49-F238E27FC236}">
                <a16:creationId xmlns:a16="http://schemas.microsoft.com/office/drawing/2014/main" id="{CD3F77BE-041B-C9E4-F7EE-CA0EE4FB089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841608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p:bldP spid="15" grpId="0"/>
      <p:bldP spid="18" grpId="0"/>
      <p:bldP spid="19" grpId="0"/>
      <p:bldP spid="20" grpId="0"/>
      <p:bldP spid="21" grpId="0"/>
      <p:bldP spid="22" grpId="0"/>
      <p:bldP spid="24" grpId="0" animBg="1"/>
      <p:bldP spid="27" grpId="0"/>
      <p:bldP spid="29" grpId="0"/>
      <p:bldP spid="30" grpId="0"/>
      <p:bldP spid="31" grpId="0"/>
      <p:bldP spid="3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E3E23BA-6E79-2442-BA73-D218A5E297C3}" type="slidenum">
              <a:rPr lang="en-US" sz="2000" b="1" smtClean="0">
                <a:latin typeface="Gill Sans MT (Títulos)"/>
              </a:rPr>
              <a:t>6</a:t>
            </a:fld>
            <a:endParaRPr lang="en-US" sz="2000" b="1">
              <a:latin typeface="Gill Sans MT (Títulos)"/>
            </a:endParaRPr>
          </a:p>
        </p:txBody>
      </p:sp>
      <p:sp>
        <p:nvSpPr>
          <p:cNvPr id="3" name="Title 1">
            <a:extLst>
              <a:ext uri="{FF2B5EF4-FFF2-40B4-BE49-F238E27FC236}">
                <a16:creationId xmlns:a16="http://schemas.microsoft.com/office/drawing/2014/main" id="{E342CAAF-5DD0-74A7-CC8F-10EB02ADCB55}"/>
              </a:ext>
            </a:extLst>
          </p:cNvPr>
          <p:cNvSpPr>
            <a:spLocks noGrp="1"/>
          </p:cNvSpPr>
          <p:nvPr>
            <p:ph type="title"/>
          </p:nvPr>
        </p:nvSpPr>
        <p:spPr>
          <a:xfrm>
            <a:off x="581192" y="702156"/>
            <a:ext cx="11029616" cy="1013800"/>
          </a:xfrm>
        </p:spPr>
        <p:txBody>
          <a:bodyPr>
            <a:normAutofit/>
          </a:bodyPr>
          <a:lstStyle/>
          <a:p>
            <a:r>
              <a:rPr lang="es-ES_tradnl" sz="3200">
                <a:latin typeface="Gill Sans MT (titulo)"/>
              </a:rPr>
              <a:t>Series uniformes / anualidades</a:t>
            </a:r>
          </a:p>
        </p:txBody>
      </p:sp>
      <p:sp>
        <p:nvSpPr>
          <p:cNvPr id="13" name="Rectángulo 12">
            <a:extLst>
              <a:ext uri="{FF2B5EF4-FFF2-40B4-BE49-F238E27FC236}">
                <a16:creationId xmlns:a16="http://schemas.microsoft.com/office/drawing/2014/main" id="{EA0398E3-752D-7776-C9F3-AC990913D7C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D6CF6F7F-BFC0-050B-6C50-7683466DBC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E21459C8-20A1-68E8-C6BB-0343A2E3BB5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Content Placeholder 2">
            <a:extLst>
              <a:ext uri="{FF2B5EF4-FFF2-40B4-BE49-F238E27FC236}">
                <a16:creationId xmlns:a16="http://schemas.microsoft.com/office/drawing/2014/main" id="{F02F60E0-790C-4877-43BD-F54570B3E14A}"/>
              </a:ext>
            </a:extLst>
          </p:cNvPr>
          <p:cNvSpPr txBox="1">
            <a:spLocks/>
          </p:cNvSpPr>
          <p:nvPr/>
        </p:nvSpPr>
        <p:spPr>
          <a:xfrm>
            <a:off x="581192" y="2180497"/>
            <a:ext cx="11029615" cy="119129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s-ES_tradnl" sz="2400">
                <a:solidFill>
                  <a:srgbClr val="800000"/>
                </a:solidFill>
                <a:latin typeface="Gill Sans MT (Cuerpo)"/>
              </a:rPr>
              <a:t>¿Cuál es el valor futuro equivalente a una serie de flujos?</a:t>
            </a:r>
          </a:p>
          <a:p>
            <a:pPr marL="0" indent="0" algn="ctr">
              <a:buNone/>
            </a:pPr>
            <a:r>
              <a:rPr lang="es-ES_tradnl" sz="2400">
                <a:latin typeface="Gill Sans MT (Cuerpo)"/>
              </a:rPr>
              <a:t>La primera aproximación no es más que utilizar las fórmulas vistas hasta ahora.</a:t>
            </a:r>
          </a:p>
        </p:txBody>
      </p:sp>
      <p:cxnSp>
        <p:nvCxnSpPr>
          <p:cNvPr id="38" name="Straight Connector 5">
            <a:extLst>
              <a:ext uri="{FF2B5EF4-FFF2-40B4-BE49-F238E27FC236}">
                <a16:creationId xmlns:a16="http://schemas.microsoft.com/office/drawing/2014/main" id="{0B9DF1A3-BBF1-D284-C3F8-94D6E9C00A6C}"/>
              </a:ext>
            </a:extLst>
          </p:cNvPr>
          <p:cNvCxnSpPr/>
          <p:nvPr/>
        </p:nvCxnSpPr>
        <p:spPr>
          <a:xfrm>
            <a:off x="2842796" y="5388183"/>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9" name="Straight Arrow Connector 6">
            <a:extLst>
              <a:ext uri="{FF2B5EF4-FFF2-40B4-BE49-F238E27FC236}">
                <a16:creationId xmlns:a16="http://schemas.microsoft.com/office/drawing/2014/main" id="{B33D9A04-4908-E737-F24F-C1368E98F676}"/>
              </a:ext>
            </a:extLst>
          </p:cNvPr>
          <p:cNvCxnSpPr/>
          <p:nvPr/>
        </p:nvCxnSpPr>
        <p:spPr>
          <a:xfrm flipV="1">
            <a:off x="3357709" y="4713910"/>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40" name="Rectangle 7">
            <a:extLst>
              <a:ext uri="{FF2B5EF4-FFF2-40B4-BE49-F238E27FC236}">
                <a16:creationId xmlns:a16="http://schemas.microsoft.com/office/drawing/2014/main" id="{6E5530C2-4809-AACF-50DB-5AF7F9A6E1C2}"/>
              </a:ext>
            </a:extLst>
          </p:cNvPr>
          <p:cNvSpPr>
            <a:spLocks/>
          </p:cNvSpPr>
          <p:nvPr/>
        </p:nvSpPr>
        <p:spPr bwMode="auto">
          <a:xfrm>
            <a:off x="3167194" y="548051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41" name="Rectangle 8">
            <a:extLst>
              <a:ext uri="{FF2B5EF4-FFF2-40B4-BE49-F238E27FC236}">
                <a16:creationId xmlns:a16="http://schemas.microsoft.com/office/drawing/2014/main" id="{76448F17-2E60-F853-0D07-1F50894AD4DA}"/>
              </a:ext>
            </a:extLst>
          </p:cNvPr>
          <p:cNvSpPr>
            <a:spLocks/>
          </p:cNvSpPr>
          <p:nvPr/>
        </p:nvSpPr>
        <p:spPr bwMode="auto">
          <a:xfrm>
            <a:off x="3757933" y="548051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42" name="Rectangle 9">
            <a:extLst>
              <a:ext uri="{FF2B5EF4-FFF2-40B4-BE49-F238E27FC236}">
                <a16:creationId xmlns:a16="http://schemas.microsoft.com/office/drawing/2014/main" id="{BE268755-73EE-B48A-6F39-262A710F5B36}"/>
              </a:ext>
            </a:extLst>
          </p:cNvPr>
          <p:cNvSpPr>
            <a:spLocks/>
          </p:cNvSpPr>
          <p:nvPr/>
        </p:nvSpPr>
        <p:spPr bwMode="auto">
          <a:xfrm>
            <a:off x="4371149" y="5340584"/>
            <a:ext cx="337060" cy="6155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43" name="Rectangle 11">
            <a:extLst>
              <a:ext uri="{FF2B5EF4-FFF2-40B4-BE49-F238E27FC236}">
                <a16:creationId xmlns:a16="http://schemas.microsoft.com/office/drawing/2014/main" id="{AEBC1E75-CEF0-434C-19E1-D010759DE4C7}"/>
              </a:ext>
            </a:extLst>
          </p:cNvPr>
          <p:cNvSpPr>
            <a:spLocks/>
          </p:cNvSpPr>
          <p:nvPr/>
        </p:nvSpPr>
        <p:spPr bwMode="auto">
          <a:xfrm>
            <a:off x="2674265" y="548051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44" name="Rectangle 14">
            <a:extLst>
              <a:ext uri="{FF2B5EF4-FFF2-40B4-BE49-F238E27FC236}">
                <a16:creationId xmlns:a16="http://schemas.microsoft.com/office/drawing/2014/main" id="{034F7E4B-9E48-8772-70AE-07F90A0A13AD}"/>
              </a:ext>
            </a:extLst>
          </p:cNvPr>
          <p:cNvSpPr>
            <a:spLocks/>
          </p:cNvSpPr>
          <p:nvPr/>
        </p:nvSpPr>
        <p:spPr bwMode="auto">
          <a:xfrm>
            <a:off x="4990138" y="549447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cxnSp>
        <p:nvCxnSpPr>
          <p:cNvPr id="45" name="Straight Connector 15">
            <a:extLst>
              <a:ext uri="{FF2B5EF4-FFF2-40B4-BE49-F238E27FC236}">
                <a16:creationId xmlns:a16="http://schemas.microsoft.com/office/drawing/2014/main" id="{CBE78EFB-3F3A-DB39-7C94-CB76FF15B2B6}"/>
              </a:ext>
            </a:extLst>
          </p:cNvPr>
          <p:cNvCxnSpPr/>
          <p:nvPr/>
        </p:nvCxnSpPr>
        <p:spPr>
          <a:xfrm>
            <a:off x="7371958" y="5297299"/>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 name="Straight Arrow Connector 16">
            <a:extLst>
              <a:ext uri="{FF2B5EF4-FFF2-40B4-BE49-F238E27FC236}">
                <a16:creationId xmlns:a16="http://schemas.microsoft.com/office/drawing/2014/main" id="{5F2DC0B6-8FEB-85EE-C0DB-FB25B32EB41E}"/>
              </a:ext>
            </a:extLst>
          </p:cNvPr>
          <p:cNvCxnSpPr/>
          <p:nvPr/>
        </p:nvCxnSpPr>
        <p:spPr>
          <a:xfrm flipV="1">
            <a:off x="9687830" y="4319209"/>
            <a:ext cx="0" cy="97809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47" name="Rectangle 17">
            <a:extLst>
              <a:ext uri="{FF2B5EF4-FFF2-40B4-BE49-F238E27FC236}">
                <a16:creationId xmlns:a16="http://schemas.microsoft.com/office/drawing/2014/main" id="{9458D2BC-34D7-DD8F-444D-D178CB011243}"/>
              </a:ext>
            </a:extLst>
          </p:cNvPr>
          <p:cNvSpPr>
            <a:spLocks/>
          </p:cNvSpPr>
          <p:nvPr/>
        </p:nvSpPr>
        <p:spPr bwMode="auto">
          <a:xfrm>
            <a:off x="7696356" y="53896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48" name="Rectangle 18">
            <a:extLst>
              <a:ext uri="{FF2B5EF4-FFF2-40B4-BE49-F238E27FC236}">
                <a16:creationId xmlns:a16="http://schemas.microsoft.com/office/drawing/2014/main" id="{05587FF3-E8C2-8766-8801-162982C8352B}"/>
              </a:ext>
            </a:extLst>
          </p:cNvPr>
          <p:cNvSpPr>
            <a:spLocks/>
          </p:cNvSpPr>
          <p:nvPr/>
        </p:nvSpPr>
        <p:spPr bwMode="auto">
          <a:xfrm>
            <a:off x="8287095" y="53896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49" name="Rectangle 19">
            <a:extLst>
              <a:ext uri="{FF2B5EF4-FFF2-40B4-BE49-F238E27FC236}">
                <a16:creationId xmlns:a16="http://schemas.microsoft.com/office/drawing/2014/main" id="{5BB05B73-7FC7-003D-9BB1-D56F77866D62}"/>
              </a:ext>
            </a:extLst>
          </p:cNvPr>
          <p:cNvSpPr>
            <a:spLocks/>
          </p:cNvSpPr>
          <p:nvPr/>
        </p:nvSpPr>
        <p:spPr bwMode="auto">
          <a:xfrm>
            <a:off x="8900311" y="5249700"/>
            <a:ext cx="337060" cy="6155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50" name="Rectangle 20">
            <a:extLst>
              <a:ext uri="{FF2B5EF4-FFF2-40B4-BE49-F238E27FC236}">
                <a16:creationId xmlns:a16="http://schemas.microsoft.com/office/drawing/2014/main" id="{D0EE8C17-5CEB-9ACF-83D7-897D887755B0}"/>
              </a:ext>
            </a:extLst>
          </p:cNvPr>
          <p:cNvSpPr>
            <a:spLocks/>
          </p:cNvSpPr>
          <p:nvPr/>
        </p:nvSpPr>
        <p:spPr bwMode="auto">
          <a:xfrm>
            <a:off x="7203427" y="540358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51" name="Rectangle 21">
            <a:extLst>
              <a:ext uri="{FF2B5EF4-FFF2-40B4-BE49-F238E27FC236}">
                <a16:creationId xmlns:a16="http://schemas.microsoft.com/office/drawing/2014/main" id="{85899AED-F4C5-F460-D33C-029646E6EC27}"/>
              </a:ext>
            </a:extLst>
          </p:cNvPr>
          <p:cNvSpPr>
            <a:spLocks/>
          </p:cNvSpPr>
          <p:nvPr/>
        </p:nvSpPr>
        <p:spPr bwMode="auto">
          <a:xfrm>
            <a:off x="9519300" y="540358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52" name="Right Arrow 23">
            <a:extLst>
              <a:ext uri="{FF2B5EF4-FFF2-40B4-BE49-F238E27FC236}">
                <a16:creationId xmlns:a16="http://schemas.microsoft.com/office/drawing/2014/main" id="{1758DD72-5FE2-9FB4-EB18-A8D6FBC90475}"/>
              </a:ext>
            </a:extLst>
          </p:cNvPr>
          <p:cNvSpPr/>
          <p:nvPr/>
        </p:nvSpPr>
        <p:spPr>
          <a:xfrm>
            <a:off x="5647563" y="5006829"/>
            <a:ext cx="1046624"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53" name="Rectangle 26">
            <a:extLst>
              <a:ext uri="{FF2B5EF4-FFF2-40B4-BE49-F238E27FC236}">
                <a16:creationId xmlns:a16="http://schemas.microsoft.com/office/drawing/2014/main" id="{999DB9A5-02E0-1A1B-3611-3B76478A40A3}"/>
              </a:ext>
            </a:extLst>
          </p:cNvPr>
          <p:cNvSpPr>
            <a:spLocks/>
          </p:cNvSpPr>
          <p:nvPr/>
        </p:nvSpPr>
        <p:spPr bwMode="auto">
          <a:xfrm>
            <a:off x="9519300" y="402825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VF</a:t>
            </a:r>
          </a:p>
        </p:txBody>
      </p:sp>
      <p:cxnSp>
        <p:nvCxnSpPr>
          <p:cNvPr id="54" name="Straight Arrow Connector 22">
            <a:extLst>
              <a:ext uri="{FF2B5EF4-FFF2-40B4-BE49-F238E27FC236}">
                <a16:creationId xmlns:a16="http://schemas.microsoft.com/office/drawing/2014/main" id="{829A1014-A971-A040-BF75-4BE6BF48F57D}"/>
              </a:ext>
            </a:extLst>
          </p:cNvPr>
          <p:cNvCxnSpPr/>
          <p:nvPr/>
        </p:nvCxnSpPr>
        <p:spPr>
          <a:xfrm flipV="1">
            <a:off x="3939203" y="4711814"/>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25">
            <a:extLst>
              <a:ext uri="{FF2B5EF4-FFF2-40B4-BE49-F238E27FC236}">
                <a16:creationId xmlns:a16="http://schemas.microsoft.com/office/drawing/2014/main" id="{1162FFE8-063D-0AD1-FFE6-B78F4D9CF5DD}"/>
              </a:ext>
            </a:extLst>
          </p:cNvPr>
          <p:cNvCxnSpPr/>
          <p:nvPr/>
        </p:nvCxnSpPr>
        <p:spPr>
          <a:xfrm flipV="1">
            <a:off x="4539936" y="4713911"/>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27">
            <a:extLst>
              <a:ext uri="{FF2B5EF4-FFF2-40B4-BE49-F238E27FC236}">
                <a16:creationId xmlns:a16="http://schemas.microsoft.com/office/drawing/2014/main" id="{C27E4125-AFA5-FD31-376D-ACC57C03E791}"/>
              </a:ext>
            </a:extLst>
          </p:cNvPr>
          <p:cNvCxnSpPr/>
          <p:nvPr/>
        </p:nvCxnSpPr>
        <p:spPr>
          <a:xfrm flipV="1">
            <a:off x="5140668" y="4713910"/>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57" name="Rectangle 28">
            <a:extLst>
              <a:ext uri="{FF2B5EF4-FFF2-40B4-BE49-F238E27FC236}">
                <a16:creationId xmlns:a16="http://schemas.microsoft.com/office/drawing/2014/main" id="{CA8F3467-D8A8-7077-ACF2-70847B2E13DB}"/>
              </a:ext>
            </a:extLst>
          </p:cNvPr>
          <p:cNvSpPr>
            <a:spLocks/>
          </p:cNvSpPr>
          <p:nvPr/>
        </p:nvSpPr>
        <p:spPr bwMode="auto">
          <a:xfrm>
            <a:off x="3768044" y="435172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58" name="Rectangle 29">
            <a:extLst>
              <a:ext uri="{FF2B5EF4-FFF2-40B4-BE49-F238E27FC236}">
                <a16:creationId xmlns:a16="http://schemas.microsoft.com/office/drawing/2014/main" id="{65CF6041-6735-4DB0-1C4B-29AB95B6D9BC}"/>
              </a:ext>
            </a:extLst>
          </p:cNvPr>
          <p:cNvSpPr>
            <a:spLocks/>
          </p:cNvSpPr>
          <p:nvPr/>
        </p:nvSpPr>
        <p:spPr bwMode="auto">
          <a:xfrm>
            <a:off x="4371149" y="435172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59" name="Rectangle 30">
            <a:extLst>
              <a:ext uri="{FF2B5EF4-FFF2-40B4-BE49-F238E27FC236}">
                <a16:creationId xmlns:a16="http://schemas.microsoft.com/office/drawing/2014/main" id="{C18C4EEB-0DEF-1FDE-93D0-D85CE80D5DDB}"/>
              </a:ext>
            </a:extLst>
          </p:cNvPr>
          <p:cNvSpPr>
            <a:spLocks/>
          </p:cNvSpPr>
          <p:nvPr/>
        </p:nvSpPr>
        <p:spPr bwMode="auto">
          <a:xfrm>
            <a:off x="3189179" y="435172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60" name="Rectangle 31">
            <a:extLst>
              <a:ext uri="{FF2B5EF4-FFF2-40B4-BE49-F238E27FC236}">
                <a16:creationId xmlns:a16="http://schemas.microsoft.com/office/drawing/2014/main" id="{CC9EB35B-3FAF-35CF-F6B9-7EC5E61DDEE2}"/>
              </a:ext>
            </a:extLst>
          </p:cNvPr>
          <p:cNvSpPr>
            <a:spLocks/>
          </p:cNvSpPr>
          <p:nvPr/>
        </p:nvSpPr>
        <p:spPr bwMode="auto">
          <a:xfrm>
            <a:off x="4972138" y="435172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Tree>
    <p:extLst>
      <p:ext uri="{BB962C8B-B14F-4D97-AF65-F5344CB8AC3E}">
        <p14:creationId xmlns:p14="http://schemas.microsoft.com/office/powerpoint/2010/main" val="795352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P spid="44" grpId="0"/>
      <p:bldP spid="47" grpId="0"/>
      <p:bldP spid="48" grpId="0"/>
      <p:bldP spid="49" grpId="0"/>
      <p:bldP spid="50" grpId="0"/>
      <p:bldP spid="51" grpId="0"/>
      <p:bldP spid="52" grpId="0" animBg="1"/>
      <p:bldP spid="53" grpId="0"/>
      <p:bldP spid="57" grpId="0"/>
      <p:bldP spid="58" grpId="0"/>
      <p:bldP spid="59" grpId="0"/>
      <p:bldP spid="6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E3E23BA-6E79-2442-BA73-D218A5E297C3}" type="slidenum">
              <a:rPr lang="en-US" sz="2000" b="1" smtClean="0">
                <a:latin typeface="Gill Sans MT (Títulos)"/>
              </a:rPr>
              <a:t>7</a:t>
            </a:fld>
            <a:endParaRPr lang="en-US" sz="2000" b="1">
              <a:latin typeface="Gill Sans MT (Títulos)"/>
            </a:endParaRPr>
          </a:p>
        </p:txBody>
      </p:sp>
      <p:pic>
        <p:nvPicPr>
          <p:cNvPr id="3" name="Picture 2"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1016" y="3776610"/>
            <a:ext cx="9994392" cy="591570"/>
          </a:xfrm>
          <a:prstGeom prst="rect">
            <a:avLst/>
          </a:prstGeom>
        </p:spPr>
      </p:pic>
      <p:sp>
        <p:nvSpPr>
          <p:cNvPr id="6" name="Title 1">
            <a:extLst>
              <a:ext uri="{FF2B5EF4-FFF2-40B4-BE49-F238E27FC236}">
                <a16:creationId xmlns:a16="http://schemas.microsoft.com/office/drawing/2014/main" id="{9F91E29F-35A6-A768-00C6-ADD8C881013A}"/>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Series uniformes / anualidades</a:t>
            </a:r>
          </a:p>
        </p:txBody>
      </p:sp>
      <p:sp>
        <p:nvSpPr>
          <p:cNvPr id="8" name="Rectángulo 7">
            <a:extLst>
              <a:ext uri="{FF2B5EF4-FFF2-40B4-BE49-F238E27FC236}">
                <a16:creationId xmlns:a16="http://schemas.microsoft.com/office/drawing/2014/main" id="{FBE33A91-6EC9-5A10-8771-C06E5DA8F63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31F19A36-6C28-7123-6E57-07601F614B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901F9FA8-A813-C212-FCE4-F8A292B8D05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Content Placeholder 2">
            <a:extLst>
              <a:ext uri="{FF2B5EF4-FFF2-40B4-BE49-F238E27FC236}">
                <a16:creationId xmlns:a16="http://schemas.microsoft.com/office/drawing/2014/main" id="{D081CD7E-9D4B-4E9D-6781-17ABB79A0943}"/>
              </a:ext>
            </a:extLst>
          </p:cNvPr>
          <p:cNvSpPr txBox="1">
            <a:spLocks/>
          </p:cNvSpPr>
          <p:nvPr/>
        </p:nvSpPr>
        <p:spPr>
          <a:xfrm>
            <a:off x="581192" y="2180497"/>
            <a:ext cx="11029615" cy="119129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s-ES_tradnl" sz="2400" dirty="0">
                <a:solidFill>
                  <a:srgbClr val="800000"/>
                </a:solidFill>
              </a:rPr>
              <a:t>¿Cuál es el valor futuro equivalente a una serie de flujos?</a:t>
            </a:r>
          </a:p>
          <a:p>
            <a:pPr marL="0" indent="0" algn="ctr">
              <a:buNone/>
            </a:pPr>
            <a:r>
              <a:rPr lang="es-ES_tradnl" sz="2400" dirty="0"/>
              <a:t>La primera aproximación no es más que utilizar las fórmulas vistas hasta ahora.</a:t>
            </a:r>
          </a:p>
        </p:txBody>
      </p:sp>
    </p:spTree>
    <p:extLst>
      <p:ext uri="{BB962C8B-B14F-4D97-AF65-F5344CB8AC3E}">
        <p14:creationId xmlns:p14="http://schemas.microsoft.com/office/powerpoint/2010/main" val="2668955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581192" y="3610237"/>
            <a:ext cx="11029616" cy="855955"/>
          </a:xfrm>
        </p:spPr>
        <p:txBody>
          <a:bodyPr>
            <a:normAutofit/>
          </a:bodyPr>
          <a:lstStyle/>
          <a:p>
            <a:pPr marL="0" indent="0" algn="ctr">
              <a:buNone/>
            </a:pPr>
            <a:r>
              <a:rPr lang="es-ES_tradnl" sz="2400" dirty="0"/>
              <a:t>Podemos manipular algebraicamente las dos anteriores ecuaciones y demostrar que, si restamos 2 – 1, se obtiene:</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Gill Sans MT (Títulos)"/>
              </a:rPr>
              <a:t>8</a:t>
            </a:fld>
            <a:endParaRPr lang="en-US" sz="2000" b="1" dirty="0">
              <a:latin typeface="Gill Sans MT (Títulos)"/>
            </a:endParaRPr>
          </a:p>
        </p:txBody>
      </p:sp>
      <p:pic>
        <p:nvPicPr>
          <p:cNvPr id="3" name="Picture 2"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7548" y="2226353"/>
            <a:ext cx="8168350" cy="451585"/>
          </a:xfrm>
          <a:prstGeom prst="rect">
            <a:avLst/>
          </a:prstGeom>
        </p:spPr>
      </p:pic>
      <p:sp>
        <p:nvSpPr>
          <p:cNvPr id="9" name="TextBox 8"/>
          <p:cNvSpPr txBox="1"/>
          <p:nvPr/>
        </p:nvSpPr>
        <p:spPr>
          <a:xfrm>
            <a:off x="1335736" y="2209192"/>
            <a:ext cx="524585" cy="1200329"/>
          </a:xfrm>
          <a:prstGeom prst="rect">
            <a:avLst/>
          </a:prstGeom>
          <a:noFill/>
        </p:spPr>
        <p:txBody>
          <a:bodyPr wrap="square" rtlCol="0">
            <a:spAutoFit/>
          </a:bodyPr>
          <a:lstStyle/>
          <a:p>
            <a:pPr algn="ctr"/>
            <a:r>
              <a:rPr lang="en-US"/>
              <a:t>1.</a:t>
            </a:r>
          </a:p>
          <a:p>
            <a:pPr algn="ctr"/>
            <a:endParaRPr lang="en-US"/>
          </a:p>
          <a:p>
            <a:pPr algn="ctr"/>
            <a:endParaRPr lang="en-US"/>
          </a:p>
          <a:p>
            <a:pPr algn="ctr"/>
            <a:r>
              <a:rPr lang="en-US"/>
              <a:t>2.</a:t>
            </a:r>
          </a:p>
        </p:txBody>
      </p:sp>
      <p:pic>
        <p:nvPicPr>
          <p:cNvPr id="12" name="Picture 11"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94736" y="5541968"/>
            <a:ext cx="3230339" cy="829025"/>
          </a:xfrm>
          <a:prstGeom prst="rect">
            <a:avLst/>
          </a:prstGeom>
        </p:spPr>
      </p:pic>
      <p:pic>
        <p:nvPicPr>
          <p:cNvPr id="14" name="Picture 13"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09163" y="4719298"/>
            <a:ext cx="5342486" cy="415163"/>
          </a:xfrm>
          <a:prstGeom prst="rect">
            <a:avLst/>
          </a:prstGeom>
        </p:spPr>
      </p:pic>
      <p:pic>
        <p:nvPicPr>
          <p:cNvPr id="5" name="Picture 4" descr="latex-image-1.pd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67400" y="2940775"/>
            <a:ext cx="8590900" cy="451585"/>
          </a:xfrm>
          <a:prstGeom prst="rect">
            <a:avLst/>
          </a:prstGeom>
        </p:spPr>
      </p:pic>
      <p:sp>
        <p:nvSpPr>
          <p:cNvPr id="6" name="Rectángulo 5"/>
          <p:cNvSpPr/>
          <p:nvPr/>
        </p:nvSpPr>
        <p:spPr>
          <a:xfrm>
            <a:off x="4278923" y="5387567"/>
            <a:ext cx="3634154" cy="1137139"/>
          </a:xfrm>
          <a:prstGeom prst="rect">
            <a:avLst/>
          </a:pr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7" name="Title 1">
            <a:extLst>
              <a:ext uri="{FF2B5EF4-FFF2-40B4-BE49-F238E27FC236}">
                <a16:creationId xmlns:a16="http://schemas.microsoft.com/office/drawing/2014/main" id="{9B43E68F-A941-D980-7101-243BBAB2C5F4}"/>
              </a:ext>
            </a:extLst>
          </p:cNvPr>
          <p:cNvSpPr>
            <a:spLocks noGrp="1"/>
          </p:cNvSpPr>
          <p:nvPr>
            <p:ph type="title"/>
          </p:nvPr>
        </p:nvSpPr>
        <p:spPr>
          <a:xfrm>
            <a:off x="581192" y="702156"/>
            <a:ext cx="11029616" cy="1013800"/>
          </a:xfrm>
        </p:spPr>
        <p:txBody>
          <a:bodyPr>
            <a:normAutofit/>
          </a:bodyPr>
          <a:lstStyle/>
          <a:p>
            <a:r>
              <a:rPr lang="es-ES_tradnl" sz="3200">
                <a:latin typeface="Gill Sans MT (titulo)"/>
              </a:rPr>
              <a:t>Series uniformes / anualidades</a:t>
            </a:r>
          </a:p>
        </p:txBody>
      </p:sp>
      <p:sp>
        <p:nvSpPr>
          <p:cNvPr id="8" name="Rectángulo 7">
            <a:extLst>
              <a:ext uri="{FF2B5EF4-FFF2-40B4-BE49-F238E27FC236}">
                <a16:creationId xmlns:a16="http://schemas.microsoft.com/office/drawing/2014/main" id="{87DED921-DD9D-69DC-781B-F99D8A60728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11DD8149-2880-058B-2195-06821D50459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18F46234-A58F-F46F-B721-87B7C59F6FA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881068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581192" y="1923106"/>
            <a:ext cx="11029615" cy="864161"/>
          </a:xfrm>
        </p:spPr>
        <p:txBody>
          <a:bodyPr>
            <a:normAutofit/>
          </a:bodyPr>
          <a:lstStyle/>
          <a:p>
            <a:pPr marL="0" indent="0" algn="ctr">
              <a:buNone/>
            </a:pPr>
            <a:r>
              <a:rPr lang="es-ES_tradnl" sz="2400" dirty="0">
                <a:solidFill>
                  <a:srgbClr val="800000"/>
                </a:solidFill>
              </a:rPr>
              <a:t>Nótese que el primer flujo está en el periodo n = 1, y el último flujo está en n = N.</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Gill Sans MT (Títulos)"/>
              </a:rPr>
              <a:t>9</a:t>
            </a:fld>
            <a:endParaRPr lang="en-US" sz="2000" b="1">
              <a:latin typeface="Gill Sans MT (Títulos)"/>
            </a:endParaRPr>
          </a:p>
        </p:txBody>
      </p:sp>
      <p:cxnSp>
        <p:nvCxnSpPr>
          <p:cNvPr id="6" name="Straight Connector 5"/>
          <p:cNvCxnSpPr/>
          <p:nvPr/>
        </p:nvCxnSpPr>
        <p:spPr>
          <a:xfrm>
            <a:off x="2495167" y="5401282"/>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flipV="1">
            <a:off x="3010080" y="4727009"/>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8" name="Rectangle 7"/>
          <p:cNvSpPr>
            <a:spLocks/>
          </p:cNvSpPr>
          <p:nvPr/>
        </p:nvSpPr>
        <p:spPr bwMode="auto">
          <a:xfrm>
            <a:off x="2819565" y="549361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9" name="Rectangle 8"/>
          <p:cNvSpPr>
            <a:spLocks/>
          </p:cNvSpPr>
          <p:nvPr/>
        </p:nvSpPr>
        <p:spPr bwMode="auto">
          <a:xfrm>
            <a:off x="3410304" y="549361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0" name="Rectangle 9"/>
          <p:cNvSpPr>
            <a:spLocks/>
          </p:cNvSpPr>
          <p:nvPr/>
        </p:nvSpPr>
        <p:spPr bwMode="auto">
          <a:xfrm>
            <a:off x="4023520" y="550757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12" name="Rectangle 11"/>
          <p:cNvSpPr>
            <a:spLocks/>
          </p:cNvSpPr>
          <p:nvPr/>
        </p:nvSpPr>
        <p:spPr bwMode="auto">
          <a:xfrm>
            <a:off x="2326636" y="549361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5" name="Rectangle 14"/>
          <p:cNvSpPr>
            <a:spLocks/>
          </p:cNvSpPr>
          <p:nvPr/>
        </p:nvSpPr>
        <p:spPr bwMode="auto">
          <a:xfrm>
            <a:off x="4642509" y="550757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cxnSp>
        <p:nvCxnSpPr>
          <p:cNvPr id="16" name="Straight Connector 15"/>
          <p:cNvCxnSpPr/>
          <p:nvPr/>
        </p:nvCxnSpPr>
        <p:spPr>
          <a:xfrm>
            <a:off x="7024329" y="5310398"/>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9340201" y="4332308"/>
            <a:ext cx="0" cy="97809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p:cNvSpPr>
            <a:spLocks/>
          </p:cNvSpPr>
          <p:nvPr/>
        </p:nvSpPr>
        <p:spPr bwMode="auto">
          <a:xfrm>
            <a:off x="7348727" y="540273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9" name="Rectangle 18"/>
          <p:cNvSpPr>
            <a:spLocks/>
          </p:cNvSpPr>
          <p:nvPr/>
        </p:nvSpPr>
        <p:spPr bwMode="auto">
          <a:xfrm>
            <a:off x="7939466" y="540273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0" name="Rectangle 19"/>
          <p:cNvSpPr>
            <a:spLocks/>
          </p:cNvSpPr>
          <p:nvPr/>
        </p:nvSpPr>
        <p:spPr bwMode="auto">
          <a:xfrm>
            <a:off x="8552682" y="541668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21" name="Rectangle 20"/>
          <p:cNvSpPr>
            <a:spLocks/>
          </p:cNvSpPr>
          <p:nvPr/>
        </p:nvSpPr>
        <p:spPr bwMode="auto">
          <a:xfrm>
            <a:off x="6855798" y="541668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2" name="Rectangle 21"/>
          <p:cNvSpPr>
            <a:spLocks/>
          </p:cNvSpPr>
          <p:nvPr/>
        </p:nvSpPr>
        <p:spPr bwMode="auto">
          <a:xfrm>
            <a:off x="9171671" y="541668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24" name="Right Arrow 23"/>
          <p:cNvSpPr/>
          <p:nvPr/>
        </p:nvSpPr>
        <p:spPr>
          <a:xfrm>
            <a:off x="5299934" y="5019928"/>
            <a:ext cx="1046624"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7" name="Rectangle 26"/>
          <p:cNvSpPr>
            <a:spLocks/>
          </p:cNvSpPr>
          <p:nvPr/>
        </p:nvSpPr>
        <p:spPr bwMode="auto">
          <a:xfrm>
            <a:off x="9171671" y="404135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VF</a:t>
            </a:r>
          </a:p>
        </p:txBody>
      </p:sp>
      <p:cxnSp>
        <p:nvCxnSpPr>
          <p:cNvPr id="23" name="Straight Arrow Connector 22"/>
          <p:cNvCxnSpPr/>
          <p:nvPr/>
        </p:nvCxnSpPr>
        <p:spPr>
          <a:xfrm flipV="1">
            <a:off x="3591574" y="4724913"/>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flipV="1">
            <a:off x="4192307" y="4727010"/>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flipV="1">
            <a:off x="4793039" y="4727009"/>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9" name="Rectangle 28"/>
          <p:cNvSpPr>
            <a:spLocks/>
          </p:cNvSpPr>
          <p:nvPr/>
        </p:nvSpPr>
        <p:spPr bwMode="auto">
          <a:xfrm>
            <a:off x="3420415" y="436482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30" name="Rectangle 29"/>
          <p:cNvSpPr>
            <a:spLocks/>
          </p:cNvSpPr>
          <p:nvPr/>
        </p:nvSpPr>
        <p:spPr bwMode="auto">
          <a:xfrm>
            <a:off x="4023520" y="436482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31" name="Rectangle 30"/>
          <p:cNvSpPr>
            <a:spLocks/>
          </p:cNvSpPr>
          <p:nvPr/>
        </p:nvSpPr>
        <p:spPr bwMode="auto">
          <a:xfrm>
            <a:off x="2841550" y="436482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32" name="Rectangle 31"/>
          <p:cNvSpPr>
            <a:spLocks/>
          </p:cNvSpPr>
          <p:nvPr/>
        </p:nvSpPr>
        <p:spPr bwMode="auto">
          <a:xfrm>
            <a:off x="4624509" y="436482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3" name="Right Brace 2"/>
          <p:cNvSpPr/>
          <p:nvPr/>
        </p:nvSpPr>
        <p:spPr>
          <a:xfrm rot="16200000">
            <a:off x="3792739" y="3226768"/>
            <a:ext cx="217646" cy="2120019"/>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sp>
        <p:nvSpPr>
          <p:cNvPr id="46" name="Freeform 45"/>
          <p:cNvSpPr/>
          <p:nvPr/>
        </p:nvSpPr>
        <p:spPr>
          <a:xfrm>
            <a:off x="3900073" y="3523835"/>
            <a:ext cx="5397704" cy="663521"/>
          </a:xfrm>
          <a:custGeom>
            <a:avLst/>
            <a:gdLst>
              <a:gd name="connsiteX0" fmla="*/ 0 w 5397704"/>
              <a:gd name="connsiteY0" fmla="*/ 663521 h 663521"/>
              <a:gd name="connsiteX1" fmla="*/ 3768729 w 5397704"/>
              <a:gd name="connsiteY1" fmla="*/ 845 h 663521"/>
              <a:gd name="connsiteX2" fmla="*/ 5397704 w 5397704"/>
              <a:gd name="connsiteY2" fmla="*/ 553075 h 663521"/>
            </a:gdLst>
            <a:ahLst/>
            <a:cxnLst>
              <a:cxn ang="0">
                <a:pos x="connsiteX0" y="connsiteY0"/>
              </a:cxn>
              <a:cxn ang="0">
                <a:pos x="connsiteX1" y="connsiteY1"/>
              </a:cxn>
              <a:cxn ang="0">
                <a:pos x="connsiteX2" y="connsiteY2"/>
              </a:cxn>
            </a:cxnLst>
            <a:rect l="l" t="t" r="r" b="b"/>
            <a:pathLst>
              <a:path w="5397704" h="663521">
                <a:moveTo>
                  <a:pt x="0" y="663521"/>
                </a:moveTo>
                <a:cubicBezTo>
                  <a:pt x="1434556" y="341387"/>
                  <a:pt x="2869112" y="19253"/>
                  <a:pt x="3768729" y="845"/>
                </a:cubicBezTo>
                <a:cubicBezTo>
                  <a:pt x="4668346" y="-17563"/>
                  <a:pt x="5033025" y="267756"/>
                  <a:pt x="5397704" y="553075"/>
                </a:cubicBezTo>
              </a:path>
            </a:pathLst>
          </a:custGeom>
          <a:ln>
            <a:headEnd type="none"/>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sp>
        <p:nvSpPr>
          <p:cNvPr id="11" name="Title 1">
            <a:extLst>
              <a:ext uri="{FF2B5EF4-FFF2-40B4-BE49-F238E27FC236}">
                <a16:creationId xmlns:a16="http://schemas.microsoft.com/office/drawing/2014/main" id="{7DF1DFC5-4EF9-F6F9-7442-57C095676B0A}"/>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Series uniformes / anualidades</a:t>
            </a:r>
          </a:p>
        </p:txBody>
      </p:sp>
      <p:sp>
        <p:nvSpPr>
          <p:cNvPr id="13" name="Rectángulo 12">
            <a:extLst>
              <a:ext uri="{FF2B5EF4-FFF2-40B4-BE49-F238E27FC236}">
                <a16:creationId xmlns:a16="http://schemas.microsoft.com/office/drawing/2014/main" id="{172C6790-3BCF-75C7-D345-E1525F82A44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D287659F-2C64-4AD3-43D7-815A7657E7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3C54D469-8A04-204F-9A94-7E7C6FEB0AF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729933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928622"/>
            <a:ext cx="11029615" cy="1036756"/>
          </a:xfrm>
        </p:spPr>
        <p:txBody>
          <a:bodyPr>
            <a:normAutofit/>
          </a:bodyPr>
          <a:lstStyle/>
          <a:p>
            <a:pPr marL="0" indent="0" algn="just">
              <a:buNone/>
            </a:pPr>
            <a:r>
              <a:rPr lang="es-ES_tradnl" sz="2400" b="1" dirty="0">
                <a:solidFill>
                  <a:srgbClr val="D7A700"/>
                </a:solidFill>
              </a:rPr>
              <a:t>Ejemplo 1: </a:t>
            </a:r>
            <a:r>
              <a:rPr lang="es-ES_tradnl" sz="2400" dirty="0"/>
              <a:t>¿Cuál es el valor futuro de los siguientes pagos mensuales si el costo de oportunidad es del 1% MV?</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Gill Sans MT (Títulos)"/>
              </a:rPr>
              <a:t>10</a:t>
            </a:fld>
            <a:endParaRPr lang="en-US" sz="2000" b="1">
              <a:latin typeface="Gill Sans MT (Títulos)"/>
            </a:endParaRPr>
          </a:p>
        </p:txBody>
      </p:sp>
      <p:cxnSp>
        <p:nvCxnSpPr>
          <p:cNvPr id="13" name="Straight Connector 12"/>
          <p:cNvCxnSpPr/>
          <p:nvPr/>
        </p:nvCxnSpPr>
        <p:spPr>
          <a:xfrm>
            <a:off x="2452379" y="3986149"/>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4" name="Rectangle 23"/>
          <p:cNvSpPr>
            <a:spLocks/>
          </p:cNvSpPr>
          <p:nvPr/>
        </p:nvSpPr>
        <p:spPr bwMode="auto">
          <a:xfrm flipH="1">
            <a:off x="2446593" y="3982983"/>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2" name="Rectangle 11"/>
          <p:cNvSpPr>
            <a:spLocks/>
          </p:cNvSpPr>
          <p:nvPr/>
        </p:nvSpPr>
        <p:spPr bwMode="auto">
          <a:xfrm>
            <a:off x="2873455" y="3974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p:cNvSpPr>
            <a:spLocks/>
          </p:cNvSpPr>
          <p:nvPr/>
        </p:nvSpPr>
        <p:spPr bwMode="auto">
          <a:xfrm>
            <a:off x="3439941" y="3974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p:cNvSpPr>
            <a:spLocks/>
          </p:cNvSpPr>
          <p:nvPr/>
        </p:nvSpPr>
        <p:spPr bwMode="auto">
          <a:xfrm>
            <a:off x="4003798" y="3974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7" name="Rectangle 16"/>
          <p:cNvSpPr>
            <a:spLocks/>
          </p:cNvSpPr>
          <p:nvPr/>
        </p:nvSpPr>
        <p:spPr bwMode="auto">
          <a:xfrm>
            <a:off x="4610323" y="3974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8" name="Rectangle 17"/>
          <p:cNvSpPr>
            <a:spLocks/>
          </p:cNvSpPr>
          <p:nvPr/>
        </p:nvSpPr>
        <p:spPr bwMode="auto">
          <a:xfrm>
            <a:off x="5213431" y="395537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9" name="Rectangle 18"/>
          <p:cNvSpPr>
            <a:spLocks/>
          </p:cNvSpPr>
          <p:nvPr/>
        </p:nvSpPr>
        <p:spPr bwMode="auto">
          <a:xfrm>
            <a:off x="5732280" y="3974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20" name="Rectangle 19"/>
          <p:cNvSpPr>
            <a:spLocks/>
          </p:cNvSpPr>
          <p:nvPr/>
        </p:nvSpPr>
        <p:spPr bwMode="auto">
          <a:xfrm>
            <a:off x="6338803" y="3974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27" name="Straight Arrow Connector 26"/>
          <p:cNvCxnSpPr/>
          <p:nvPr/>
        </p:nvCxnSpPr>
        <p:spPr>
          <a:xfrm flipV="1">
            <a:off x="9326227" y="5107292"/>
            <a:ext cx="0" cy="976237"/>
          </a:xfrm>
          <a:prstGeom prst="straightConnector1">
            <a:avLst/>
          </a:prstGeom>
          <a:ln w="38100">
            <a:solidFill>
              <a:schemeClr val="accent2"/>
            </a:solidFill>
            <a:tailEnd type="arrow"/>
          </a:ln>
        </p:spPr>
        <p:style>
          <a:lnRef idx="1">
            <a:schemeClr val="accent2"/>
          </a:lnRef>
          <a:fillRef idx="0">
            <a:schemeClr val="accent2"/>
          </a:fillRef>
          <a:effectRef idx="0">
            <a:schemeClr val="accent2"/>
          </a:effectRef>
          <a:fontRef idx="minor">
            <a:schemeClr val="tx1"/>
          </a:fontRef>
        </p:style>
      </p:cxnSp>
      <p:sp>
        <p:nvSpPr>
          <p:cNvPr id="28" name="Rectangle 27"/>
          <p:cNvSpPr>
            <a:spLocks/>
          </p:cNvSpPr>
          <p:nvPr/>
        </p:nvSpPr>
        <p:spPr bwMode="auto">
          <a:xfrm>
            <a:off x="8382644" y="4710000"/>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29" name="Rectangle 28"/>
          <p:cNvSpPr>
            <a:spLocks/>
          </p:cNvSpPr>
          <p:nvPr/>
        </p:nvSpPr>
        <p:spPr bwMode="auto">
          <a:xfrm>
            <a:off x="6893476" y="3974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30" name="Rectangle 29"/>
          <p:cNvSpPr>
            <a:spLocks/>
          </p:cNvSpPr>
          <p:nvPr/>
        </p:nvSpPr>
        <p:spPr bwMode="auto">
          <a:xfrm>
            <a:off x="7487632" y="398298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31" name="Rectangle 30"/>
          <p:cNvSpPr>
            <a:spLocks/>
          </p:cNvSpPr>
          <p:nvPr/>
        </p:nvSpPr>
        <p:spPr bwMode="auto">
          <a:xfrm>
            <a:off x="8108851" y="3974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32" name="Rectangle 31"/>
          <p:cNvSpPr>
            <a:spLocks/>
          </p:cNvSpPr>
          <p:nvPr/>
        </p:nvSpPr>
        <p:spPr bwMode="auto">
          <a:xfrm>
            <a:off x="8612112" y="3974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34" name="Rectangle 33"/>
          <p:cNvSpPr>
            <a:spLocks/>
          </p:cNvSpPr>
          <p:nvPr/>
        </p:nvSpPr>
        <p:spPr bwMode="auto">
          <a:xfrm>
            <a:off x="9157697" y="395537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35" name="Straight Arrow Connector 34"/>
          <p:cNvCxnSpPr/>
          <p:nvPr/>
        </p:nvCxnSpPr>
        <p:spPr>
          <a:xfrm>
            <a:off x="3061681" y="3374081"/>
            <a:ext cx="0" cy="620901"/>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a:off x="9342693" y="3385218"/>
            <a:ext cx="0" cy="620901"/>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3041985" y="3374080"/>
            <a:ext cx="6315306" cy="0"/>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38" name="Rectangle 37"/>
          <p:cNvSpPr>
            <a:spLocks/>
          </p:cNvSpPr>
          <p:nvPr/>
        </p:nvSpPr>
        <p:spPr bwMode="auto">
          <a:xfrm>
            <a:off x="5149037" y="2910911"/>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 = 500</a:t>
            </a:r>
          </a:p>
        </p:txBody>
      </p:sp>
      <p:sp>
        <p:nvSpPr>
          <p:cNvPr id="41" name="Right Arrow 40"/>
          <p:cNvSpPr/>
          <p:nvPr/>
        </p:nvSpPr>
        <p:spPr>
          <a:xfrm rot="5400000">
            <a:off x="5468178" y="4829982"/>
            <a:ext cx="1046624"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cxnSp>
        <p:nvCxnSpPr>
          <p:cNvPr id="42" name="Straight Connector 41"/>
          <p:cNvCxnSpPr/>
          <p:nvPr/>
        </p:nvCxnSpPr>
        <p:spPr>
          <a:xfrm>
            <a:off x="2452379" y="6055917"/>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3" name="Rectangle 42"/>
          <p:cNvSpPr>
            <a:spLocks/>
          </p:cNvSpPr>
          <p:nvPr/>
        </p:nvSpPr>
        <p:spPr bwMode="auto">
          <a:xfrm flipH="1">
            <a:off x="2446593" y="6052751"/>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44" name="Rectangle 43"/>
          <p:cNvSpPr>
            <a:spLocks/>
          </p:cNvSpPr>
          <p:nvPr/>
        </p:nvSpPr>
        <p:spPr bwMode="auto">
          <a:xfrm>
            <a:off x="2873455" y="60442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45" name="Rectangle 44"/>
          <p:cNvSpPr>
            <a:spLocks/>
          </p:cNvSpPr>
          <p:nvPr/>
        </p:nvSpPr>
        <p:spPr bwMode="auto">
          <a:xfrm>
            <a:off x="3439941" y="60442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46" name="Rectangle 45"/>
          <p:cNvSpPr>
            <a:spLocks/>
          </p:cNvSpPr>
          <p:nvPr/>
        </p:nvSpPr>
        <p:spPr bwMode="auto">
          <a:xfrm>
            <a:off x="4003798" y="60442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47" name="Rectangle 46"/>
          <p:cNvSpPr>
            <a:spLocks/>
          </p:cNvSpPr>
          <p:nvPr/>
        </p:nvSpPr>
        <p:spPr bwMode="auto">
          <a:xfrm>
            <a:off x="4610323" y="60442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48" name="Rectangle 47"/>
          <p:cNvSpPr>
            <a:spLocks/>
          </p:cNvSpPr>
          <p:nvPr/>
        </p:nvSpPr>
        <p:spPr bwMode="auto">
          <a:xfrm>
            <a:off x="5213431" y="602513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49" name="Rectangle 48"/>
          <p:cNvSpPr>
            <a:spLocks/>
          </p:cNvSpPr>
          <p:nvPr/>
        </p:nvSpPr>
        <p:spPr bwMode="auto">
          <a:xfrm>
            <a:off x="5732280" y="60442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50" name="Rectangle 49"/>
          <p:cNvSpPr>
            <a:spLocks/>
          </p:cNvSpPr>
          <p:nvPr/>
        </p:nvSpPr>
        <p:spPr bwMode="auto">
          <a:xfrm>
            <a:off x="6338803" y="60442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sp>
        <p:nvSpPr>
          <p:cNvPr id="51" name="Rectangle 50"/>
          <p:cNvSpPr>
            <a:spLocks/>
          </p:cNvSpPr>
          <p:nvPr/>
        </p:nvSpPr>
        <p:spPr bwMode="auto">
          <a:xfrm>
            <a:off x="6893476" y="60442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52" name="Rectangle 51"/>
          <p:cNvSpPr>
            <a:spLocks/>
          </p:cNvSpPr>
          <p:nvPr/>
        </p:nvSpPr>
        <p:spPr bwMode="auto">
          <a:xfrm>
            <a:off x="7487632" y="605275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53" name="Rectangle 52"/>
          <p:cNvSpPr>
            <a:spLocks/>
          </p:cNvSpPr>
          <p:nvPr/>
        </p:nvSpPr>
        <p:spPr bwMode="auto">
          <a:xfrm>
            <a:off x="8108851" y="60442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54" name="Rectangle 53"/>
          <p:cNvSpPr>
            <a:spLocks/>
          </p:cNvSpPr>
          <p:nvPr/>
        </p:nvSpPr>
        <p:spPr bwMode="auto">
          <a:xfrm>
            <a:off x="8612112" y="60442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55" name="Rectangle 54"/>
          <p:cNvSpPr>
            <a:spLocks/>
          </p:cNvSpPr>
          <p:nvPr/>
        </p:nvSpPr>
        <p:spPr bwMode="auto">
          <a:xfrm>
            <a:off x="9157697" y="602513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12</a:t>
            </a:r>
          </a:p>
        </p:txBody>
      </p:sp>
      <p:sp>
        <p:nvSpPr>
          <p:cNvPr id="5" name="Title 1">
            <a:extLst>
              <a:ext uri="{FF2B5EF4-FFF2-40B4-BE49-F238E27FC236}">
                <a16:creationId xmlns:a16="http://schemas.microsoft.com/office/drawing/2014/main" id="{35D7729E-183D-8E97-EEF4-E59AEAC7F3DB}"/>
              </a:ext>
            </a:extLst>
          </p:cNvPr>
          <p:cNvSpPr>
            <a:spLocks noGrp="1"/>
          </p:cNvSpPr>
          <p:nvPr>
            <p:ph type="title"/>
          </p:nvPr>
        </p:nvSpPr>
        <p:spPr>
          <a:xfrm>
            <a:off x="581192" y="702156"/>
            <a:ext cx="11029616" cy="1013800"/>
          </a:xfrm>
        </p:spPr>
        <p:txBody>
          <a:bodyPr>
            <a:normAutofit/>
          </a:bodyPr>
          <a:lstStyle/>
          <a:p>
            <a:r>
              <a:rPr lang="es-ES_tradnl" sz="3200">
                <a:latin typeface="Gill Sans MT (titulo)"/>
              </a:rPr>
              <a:t>Series uniformes / anualidades</a:t>
            </a:r>
          </a:p>
        </p:txBody>
      </p:sp>
      <p:sp>
        <p:nvSpPr>
          <p:cNvPr id="6" name="Rectángulo 5">
            <a:extLst>
              <a:ext uri="{FF2B5EF4-FFF2-40B4-BE49-F238E27FC236}">
                <a16:creationId xmlns:a16="http://schemas.microsoft.com/office/drawing/2014/main" id="{F455AB0C-F247-94BF-A9DE-3C5D41AEBC2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FE3CAC81-3B4C-3EC5-8A73-E513965BEF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9A955222-9C75-37A7-2733-DB75E0A19F7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24056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2" grpId="0"/>
      <p:bldP spid="15" grpId="0"/>
      <p:bldP spid="16" grpId="0"/>
      <p:bldP spid="17" grpId="0"/>
      <p:bldP spid="18" grpId="0"/>
      <p:bldP spid="19" grpId="0"/>
      <p:bldP spid="20" grpId="0"/>
      <p:bldP spid="28" grpId="0"/>
      <p:bldP spid="29" grpId="0"/>
      <p:bldP spid="30" grpId="0"/>
      <p:bldP spid="31" grpId="0"/>
      <p:bldP spid="32" grpId="0"/>
      <p:bldP spid="34" grpId="0"/>
      <p:bldP spid="38" grpId="0"/>
      <p:bldP spid="41" grpId="0" animBg="1"/>
      <p:bldP spid="43" grpId="0"/>
      <p:bldP spid="44" grpId="0"/>
      <p:bldP spid="45" grpId="0"/>
      <p:bldP spid="46" grpId="0"/>
      <p:bldP spid="47" grpId="0"/>
      <p:bldP spid="48" grpId="0"/>
      <p:bldP spid="49" grpId="0"/>
      <p:bldP spid="50" grpId="0"/>
      <p:bldP spid="51" grpId="0"/>
      <p:bldP spid="52" grpId="0"/>
      <p:bldP spid="53" grpId="0"/>
      <p:bldP spid="54" grpId="0"/>
      <p:bldP spid="5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18F2F-4B5D-FC6D-6A82-4CA1568664F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A6F3EEB-39AC-96E7-1647-DD1FEF3BB7C1}"/>
              </a:ext>
            </a:extLst>
          </p:cNvPr>
          <p:cNvSpPr>
            <a:spLocks noGrp="1"/>
          </p:cNvSpPr>
          <p:nvPr>
            <p:ph type="sldNum" sz="quarter" idx="12"/>
          </p:nvPr>
        </p:nvSpPr>
        <p:spPr/>
        <p:txBody>
          <a:bodyPr/>
          <a:lstStyle/>
          <a:p>
            <a:fld id="{5E3E23BA-6E79-2442-BA73-D218A5E297C3}" type="slidenum">
              <a:rPr lang="en-US" sz="2000" b="1" smtClean="0">
                <a:latin typeface="Gill Sans MT (Títulos)"/>
              </a:rPr>
              <a:t>11</a:t>
            </a:fld>
            <a:endParaRPr lang="en-US" sz="2000" b="1">
              <a:latin typeface="Gill Sans MT (Títulos)"/>
            </a:endParaRPr>
          </a:p>
        </p:txBody>
      </p:sp>
      <p:cxnSp>
        <p:nvCxnSpPr>
          <p:cNvPr id="13" name="Straight Connector 12">
            <a:extLst>
              <a:ext uri="{FF2B5EF4-FFF2-40B4-BE49-F238E27FC236}">
                <a16:creationId xmlns:a16="http://schemas.microsoft.com/office/drawing/2014/main" id="{BEE770FF-0894-6E4C-FFB3-F01F079698D8}"/>
              </a:ext>
            </a:extLst>
          </p:cNvPr>
          <p:cNvCxnSpPr/>
          <p:nvPr/>
        </p:nvCxnSpPr>
        <p:spPr>
          <a:xfrm>
            <a:off x="2452379" y="3986149"/>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F71B0A9B-4C1E-4864-B425-A3D1BA855800}"/>
              </a:ext>
            </a:extLst>
          </p:cNvPr>
          <p:cNvSpPr>
            <a:spLocks/>
          </p:cNvSpPr>
          <p:nvPr/>
        </p:nvSpPr>
        <p:spPr bwMode="auto">
          <a:xfrm flipH="1">
            <a:off x="2446593" y="3982983"/>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2" name="Rectangle 11">
            <a:extLst>
              <a:ext uri="{FF2B5EF4-FFF2-40B4-BE49-F238E27FC236}">
                <a16:creationId xmlns:a16="http://schemas.microsoft.com/office/drawing/2014/main" id="{EF5CA2FA-F427-D480-DEED-CD2857572E5C}"/>
              </a:ext>
            </a:extLst>
          </p:cNvPr>
          <p:cNvSpPr>
            <a:spLocks/>
          </p:cNvSpPr>
          <p:nvPr/>
        </p:nvSpPr>
        <p:spPr bwMode="auto">
          <a:xfrm>
            <a:off x="2873455" y="3974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a:extLst>
              <a:ext uri="{FF2B5EF4-FFF2-40B4-BE49-F238E27FC236}">
                <a16:creationId xmlns:a16="http://schemas.microsoft.com/office/drawing/2014/main" id="{12D3977B-7842-1639-D270-1CDF7D80D761}"/>
              </a:ext>
            </a:extLst>
          </p:cNvPr>
          <p:cNvSpPr>
            <a:spLocks/>
          </p:cNvSpPr>
          <p:nvPr/>
        </p:nvSpPr>
        <p:spPr bwMode="auto">
          <a:xfrm>
            <a:off x="3439941" y="3974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a:extLst>
              <a:ext uri="{FF2B5EF4-FFF2-40B4-BE49-F238E27FC236}">
                <a16:creationId xmlns:a16="http://schemas.microsoft.com/office/drawing/2014/main" id="{999335D0-2CD1-987E-C275-283248018E12}"/>
              </a:ext>
            </a:extLst>
          </p:cNvPr>
          <p:cNvSpPr>
            <a:spLocks/>
          </p:cNvSpPr>
          <p:nvPr/>
        </p:nvSpPr>
        <p:spPr bwMode="auto">
          <a:xfrm>
            <a:off x="4003798" y="3974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7" name="Rectangle 16">
            <a:extLst>
              <a:ext uri="{FF2B5EF4-FFF2-40B4-BE49-F238E27FC236}">
                <a16:creationId xmlns:a16="http://schemas.microsoft.com/office/drawing/2014/main" id="{920EDD7B-9ACC-7E78-91F2-C2C007A3435A}"/>
              </a:ext>
            </a:extLst>
          </p:cNvPr>
          <p:cNvSpPr>
            <a:spLocks/>
          </p:cNvSpPr>
          <p:nvPr/>
        </p:nvSpPr>
        <p:spPr bwMode="auto">
          <a:xfrm>
            <a:off x="4610323" y="3974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8" name="Rectangle 17">
            <a:extLst>
              <a:ext uri="{FF2B5EF4-FFF2-40B4-BE49-F238E27FC236}">
                <a16:creationId xmlns:a16="http://schemas.microsoft.com/office/drawing/2014/main" id="{A7020095-03EE-9B5D-B501-81E3843030CE}"/>
              </a:ext>
            </a:extLst>
          </p:cNvPr>
          <p:cNvSpPr>
            <a:spLocks/>
          </p:cNvSpPr>
          <p:nvPr/>
        </p:nvSpPr>
        <p:spPr bwMode="auto">
          <a:xfrm>
            <a:off x="5213431" y="395537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9" name="Rectangle 18">
            <a:extLst>
              <a:ext uri="{FF2B5EF4-FFF2-40B4-BE49-F238E27FC236}">
                <a16:creationId xmlns:a16="http://schemas.microsoft.com/office/drawing/2014/main" id="{38D60E69-1EDC-23FA-880E-7B94B6026388}"/>
              </a:ext>
            </a:extLst>
          </p:cNvPr>
          <p:cNvSpPr>
            <a:spLocks/>
          </p:cNvSpPr>
          <p:nvPr/>
        </p:nvSpPr>
        <p:spPr bwMode="auto">
          <a:xfrm>
            <a:off x="5732280" y="3974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20" name="Rectangle 19">
            <a:extLst>
              <a:ext uri="{FF2B5EF4-FFF2-40B4-BE49-F238E27FC236}">
                <a16:creationId xmlns:a16="http://schemas.microsoft.com/office/drawing/2014/main" id="{3740253E-5A00-2A7C-B513-60BFD19EA71F}"/>
              </a:ext>
            </a:extLst>
          </p:cNvPr>
          <p:cNvSpPr>
            <a:spLocks/>
          </p:cNvSpPr>
          <p:nvPr/>
        </p:nvSpPr>
        <p:spPr bwMode="auto">
          <a:xfrm>
            <a:off x="6338803" y="3974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27" name="Straight Arrow Connector 26">
            <a:extLst>
              <a:ext uri="{FF2B5EF4-FFF2-40B4-BE49-F238E27FC236}">
                <a16:creationId xmlns:a16="http://schemas.microsoft.com/office/drawing/2014/main" id="{64B29BFF-E97A-B144-E757-CC97531D7361}"/>
              </a:ext>
            </a:extLst>
          </p:cNvPr>
          <p:cNvCxnSpPr/>
          <p:nvPr/>
        </p:nvCxnSpPr>
        <p:spPr>
          <a:xfrm flipV="1">
            <a:off x="9326227" y="5107292"/>
            <a:ext cx="0" cy="976237"/>
          </a:xfrm>
          <a:prstGeom prst="straightConnector1">
            <a:avLst/>
          </a:prstGeom>
          <a:ln w="38100">
            <a:solidFill>
              <a:schemeClr val="accent2"/>
            </a:solidFill>
            <a:tailEnd type="arrow"/>
          </a:ln>
        </p:spPr>
        <p:style>
          <a:lnRef idx="1">
            <a:schemeClr val="accent2"/>
          </a:lnRef>
          <a:fillRef idx="0">
            <a:schemeClr val="accent2"/>
          </a:fillRef>
          <a:effectRef idx="0">
            <a:schemeClr val="accent2"/>
          </a:effectRef>
          <a:fontRef idx="minor">
            <a:schemeClr val="tx1"/>
          </a:fontRef>
        </p:style>
      </p:cxnSp>
      <p:sp>
        <p:nvSpPr>
          <p:cNvPr id="28" name="Rectangle 27">
            <a:extLst>
              <a:ext uri="{FF2B5EF4-FFF2-40B4-BE49-F238E27FC236}">
                <a16:creationId xmlns:a16="http://schemas.microsoft.com/office/drawing/2014/main" id="{5464DCED-8840-4B43-FBC2-75796BDD0704}"/>
              </a:ext>
            </a:extLst>
          </p:cNvPr>
          <p:cNvSpPr>
            <a:spLocks/>
          </p:cNvSpPr>
          <p:nvPr/>
        </p:nvSpPr>
        <p:spPr bwMode="auto">
          <a:xfrm>
            <a:off x="8382644" y="4710000"/>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29" name="Rectangle 28">
            <a:extLst>
              <a:ext uri="{FF2B5EF4-FFF2-40B4-BE49-F238E27FC236}">
                <a16:creationId xmlns:a16="http://schemas.microsoft.com/office/drawing/2014/main" id="{21783C91-9231-2EA2-7104-F20DE5614D7A}"/>
              </a:ext>
            </a:extLst>
          </p:cNvPr>
          <p:cNvSpPr>
            <a:spLocks/>
          </p:cNvSpPr>
          <p:nvPr/>
        </p:nvSpPr>
        <p:spPr bwMode="auto">
          <a:xfrm>
            <a:off x="6893476" y="3974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30" name="Rectangle 29">
            <a:extLst>
              <a:ext uri="{FF2B5EF4-FFF2-40B4-BE49-F238E27FC236}">
                <a16:creationId xmlns:a16="http://schemas.microsoft.com/office/drawing/2014/main" id="{A3B57FF8-51CF-A9EE-C04D-2178F59FA82B}"/>
              </a:ext>
            </a:extLst>
          </p:cNvPr>
          <p:cNvSpPr>
            <a:spLocks/>
          </p:cNvSpPr>
          <p:nvPr/>
        </p:nvSpPr>
        <p:spPr bwMode="auto">
          <a:xfrm>
            <a:off x="7487632" y="398298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31" name="Rectangle 30">
            <a:extLst>
              <a:ext uri="{FF2B5EF4-FFF2-40B4-BE49-F238E27FC236}">
                <a16:creationId xmlns:a16="http://schemas.microsoft.com/office/drawing/2014/main" id="{A4B666DC-C579-E5CF-71E9-3B2844F6FA03}"/>
              </a:ext>
            </a:extLst>
          </p:cNvPr>
          <p:cNvSpPr>
            <a:spLocks/>
          </p:cNvSpPr>
          <p:nvPr/>
        </p:nvSpPr>
        <p:spPr bwMode="auto">
          <a:xfrm>
            <a:off x="8108851" y="3974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32" name="Rectangle 31">
            <a:extLst>
              <a:ext uri="{FF2B5EF4-FFF2-40B4-BE49-F238E27FC236}">
                <a16:creationId xmlns:a16="http://schemas.microsoft.com/office/drawing/2014/main" id="{515F5573-49BF-6185-0AEC-B145B9965817}"/>
              </a:ext>
            </a:extLst>
          </p:cNvPr>
          <p:cNvSpPr>
            <a:spLocks/>
          </p:cNvSpPr>
          <p:nvPr/>
        </p:nvSpPr>
        <p:spPr bwMode="auto">
          <a:xfrm>
            <a:off x="8612112" y="3974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34" name="Rectangle 33">
            <a:extLst>
              <a:ext uri="{FF2B5EF4-FFF2-40B4-BE49-F238E27FC236}">
                <a16:creationId xmlns:a16="http://schemas.microsoft.com/office/drawing/2014/main" id="{A01583BA-235D-CD6E-F7FB-4DB927785D01}"/>
              </a:ext>
            </a:extLst>
          </p:cNvPr>
          <p:cNvSpPr>
            <a:spLocks/>
          </p:cNvSpPr>
          <p:nvPr/>
        </p:nvSpPr>
        <p:spPr bwMode="auto">
          <a:xfrm>
            <a:off x="9157697" y="395537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35" name="Straight Arrow Connector 34">
            <a:extLst>
              <a:ext uri="{FF2B5EF4-FFF2-40B4-BE49-F238E27FC236}">
                <a16:creationId xmlns:a16="http://schemas.microsoft.com/office/drawing/2014/main" id="{544F0986-08E6-6AAF-35FC-B292D5CB6394}"/>
              </a:ext>
            </a:extLst>
          </p:cNvPr>
          <p:cNvCxnSpPr/>
          <p:nvPr/>
        </p:nvCxnSpPr>
        <p:spPr>
          <a:xfrm>
            <a:off x="3061681" y="3374081"/>
            <a:ext cx="0" cy="620901"/>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68EE562A-0DA4-8750-A8DC-AA9A355AE8F8}"/>
              </a:ext>
            </a:extLst>
          </p:cNvPr>
          <p:cNvCxnSpPr/>
          <p:nvPr/>
        </p:nvCxnSpPr>
        <p:spPr>
          <a:xfrm>
            <a:off x="9342693" y="3385218"/>
            <a:ext cx="0" cy="620901"/>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E6F235FC-000F-89AE-D284-81E5E5897077}"/>
              </a:ext>
            </a:extLst>
          </p:cNvPr>
          <p:cNvCxnSpPr/>
          <p:nvPr/>
        </p:nvCxnSpPr>
        <p:spPr>
          <a:xfrm>
            <a:off x="3041985" y="3374080"/>
            <a:ext cx="6315306" cy="0"/>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EB6E7A1F-079A-1C06-1C87-8466D755457F}"/>
              </a:ext>
            </a:extLst>
          </p:cNvPr>
          <p:cNvSpPr>
            <a:spLocks/>
          </p:cNvSpPr>
          <p:nvPr/>
        </p:nvSpPr>
        <p:spPr bwMode="auto">
          <a:xfrm>
            <a:off x="5149037" y="2910911"/>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 = 500</a:t>
            </a:r>
          </a:p>
        </p:txBody>
      </p:sp>
      <p:sp>
        <p:nvSpPr>
          <p:cNvPr id="41" name="Right Arrow 40">
            <a:extLst>
              <a:ext uri="{FF2B5EF4-FFF2-40B4-BE49-F238E27FC236}">
                <a16:creationId xmlns:a16="http://schemas.microsoft.com/office/drawing/2014/main" id="{38074401-5404-6B10-6A3A-91E4E326F70D}"/>
              </a:ext>
            </a:extLst>
          </p:cNvPr>
          <p:cNvSpPr/>
          <p:nvPr/>
        </p:nvSpPr>
        <p:spPr>
          <a:xfrm rot="5400000">
            <a:off x="5468178" y="4829982"/>
            <a:ext cx="1046624"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cxnSp>
        <p:nvCxnSpPr>
          <p:cNvPr id="42" name="Straight Connector 41">
            <a:extLst>
              <a:ext uri="{FF2B5EF4-FFF2-40B4-BE49-F238E27FC236}">
                <a16:creationId xmlns:a16="http://schemas.microsoft.com/office/drawing/2014/main" id="{3E36A696-05B8-37AA-1EEF-614370F88CA4}"/>
              </a:ext>
            </a:extLst>
          </p:cNvPr>
          <p:cNvCxnSpPr/>
          <p:nvPr/>
        </p:nvCxnSpPr>
        <p:spPr>
          <a:xfrm>
            <a:off x="2452379" y="6055917"/>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3" name="Rectangle 42">
            <a:extLst>
              <a:ext uri="{FF2B5EF4-FFF2-40B4-BE49-F238E27FC236}">
                <a16:creationId xmlns:a16="http://schemas.microsoft.com/office/drawing/2014/main" id="{9386B279-9744-A444-6F3A-3A99F99C2D51}"/>
              </a:ext>
            </a:extLst>
          </p:cNvPr>
          <p:cNvSpPr>
            <a:spLocks/>
          </p:cNvSpPr>
          <p:nvPr/>
        </p:nvSpPr>
        <p:spPr bwMode="auto">
          <a:xfrm flipH="1">
            <a:off x="2446593" y="6052751"/>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44" name="Rectangle 43">
            <a:extLst>
              <a:ext uri="{FF2B5EF4-FFF2-40B4-BE49-F238E27FC236}">
                <a16:creationId xmlns:a16="http://schemas.microsoft.com/office/drawing/2014/main" id="{9D73BB9E-7CDC-357F-4F12-09F6963F1D86}"/>
              </a:ext>
            </a:extLst>
          </p:cNvPr>
          <p:cNvSpPr>
            <a:spLocks/>
          </p:cNvSpPr>
          <p:nvPr/>
        </p:nvSpPr>
        <p:spPr bwMode="auto">
          <a:xfrm>
            <a:off x="2873455" y="60442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45" name="Rectangle 44">
            <a:extLst>
              <a:ext uri="{FF2B5EF4-FFF2-40B4-BE49-F238E27FC236}">
                <a16:creationId xmlns:a16="http://schemas.microsoft.com/office/drawing/2014/main" id="{7BF1C775-9405-D3F8-C91F-AA089B4E615C}"/>
              </a:ext>
            </a:extLst>
          </p:cNvPr>
          <p:cNvSpPr>
            <a:spLocks/>
          </p:cNvSpPr>
          <p:nvPr/>
        </p:nvSpPr>
        <p:spPr bwMode="auto">
          <a:xfrm>
            <a:off x="3439941" y="60442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46" name="Rectangle 45">
            <a:extLst>
              <a:ext uri="{FF2B5EF4-FFF2-40B4-BE49-F238E27FC236}">
                <a16:creationId xmlns:a16="http://schemas.microsoft.com/office/drawing/2014/main" id="{4CA8D22D-A2C9-3759-A19A-34BEAEE35706}"/>
              </a:ext>
            </a:extLst>
          </p:cNvPr>
          <p:cNvSpPr>
            <a:spLocks/>
          </p:cNvSpPr>
          <p:nvPr/>
        </p:nvSpPr>
        <p:spPr bwMode="auto">
          <a:xfrm>
            <a:off x="4003798" y="60442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47" name="Rectangle 46">
            <a:extLst>
              <a:ext uri="{FF2B5EF4-FFF2-40B4-BE49-F238E27FC236}">
                <a16:creationId xmlns:a16="http://schemas.microsoft.com/office/drawing/2014/main" id="{02713015-4B6B-6987-4563-AC70AF888BEC}"/>
              </a:ext>
            </a:extLst>
          </p:cNvPr>
          <p:cNvSpPr>
            <a:spLocks/>
          </p:cNvSpPr>
          <p:nvPr/>
        </p:nvSpPr>
        <p:spPr bwMode="auto">
          <a:xfrm>
            <a:off x="4610323" y="60442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48" name="Rectangle 47">
            <a:extLst>
              <a:ext uri="{FF2B5EF4-FFF2-40B4-BE49-F238E27FC236}">
                <a16:creationId xmlns:a16="http://schemas.microsoft.com/office/drawing/2014/main" id="{3BD3F20B-396D-450C-73A0-D1648723A7C5}"/>
              </a:ext>
            </a:extLst>
          </p:cNvPr>
          <p:cNvSpPr>
            <a:spLocks/>
          </p:cNvSpPr>
          <p:nvPr/>
        </p:nvSpPr>
        <p:spPr bwMode="auto">
          <a:xfrm>
            <a:off x="5213431" y="602513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49" name="Rectangle 48">
            <a:extLst>
              <a:ext uri="{FF2B5EF4-FFF2-40B4-BE49-F238E27FC236}">
                <a16:creationId xmlns:a16="http://schemas.microsoft.com/office/drawing/2014/main" id="{63B0C58A-60C8-71F0-2C32-A4D266309BFB}"/>
              </a:ext>
            </a:extLst>
          </p:cNvPr>
          <p:cNvSpPr>
            <a:spLocks/>
          </p:cNvSpPr>
          <p:nvPr/>
        </p:nvSpPr>
        <p:spPr bwMode="auto">
          <a:xfrm>
            <a:off x="5732280" y="60442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50" name="Rectangle 49">
            <a:extLst>
              <a:ext uri="{FF2B5EF4-FFF2-40B4-BE49-F238E27FC236}">
                <a16:creationId xmlns:a16="http://schemas.microsoft.com/office/drawing/2014/main" id="{5B526C8D-51B9-7423-BA6C-B740A2B1AE35}"/>
              </a:ext>
            </a:extLst>
          </p:cNvPr>
          <p:cNvSpPr>
            <a:spLocks/>
          </p:cNvSpPr>
          <p:nvPr/>
        </p:nvSpPr>
        <p:spPr bwMode="auto">
          <a:xfrm>
            <a:off x="6338803" y="60442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sp>
        <p:nvSpPr>
          <p:cNvPr id="51" name="Rectangle 50">
            <a:extLst>
              <a:ext uri="{FF2B5EF4-FFF2-40B4-BE49-F238E27FC236}">
                <a16:creationId xmlns:a16="http://schemas.microsoft.com/office/drawing/2014/main" id="{E3C292FF-53F1-BC81-62D7-820F715BC22C}"/>
              </a:ext>
            </a:extLst>
          </p:cNvPr>
          <p:cNvSpPr>
            <a:spLocks/>
          </p:cNvSpPr>
          <p:nvPr/>
        </p:nvSpPr>
        <p:spPr bwMode="auto">
          <a:xfrm>
            <a:off x="6893476" y="60442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52" name="Rectangle 51">
            <a:extLst>
              <a:ext uri="{FF2B5EF4-FFF2-40B4-BE49-F238E27FC236}">
                <a16:creationId xmlns:a16="http://schemas.microsoft.com/office/drawing/2014/main" id="{FCBB61EF-D688-1F91-D7D9-FD23006E327E}"/>
              </a:ext>
            </a:extLst>
          </p:cNvPr>
          <p:cNvSpPr>
            <a:spLocks/>
          </p:cNvSpPr>
          <p:nvPr/>
        </p:nvSpPr>
        <p:spPr bwMode="auto">
          <a:xfrm>
            <a:off x="7487632" y="605275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53" name="Rectangle 52">
            <a:extLst>
              <a:ext uri="{FF2B5EF4-FFF2-40B4-BE49-F238E27FC236}">
                <a16:creationId xmlns:a16="http://schemas.microsoft.com/office/drawing/2014/main" id="{745B5F57-BA71-B6DE-2B28-ED5B2FC06332}"/>
              </a:ext>
            </a:extLst>
          </p:cNvPr>
          <p:cNvSpPr>
            <a:spLocks/>
          </p:cNvSpPr>
          <p:nvPr/>
        </p:nvSpPr>
        <p:spPr bwMode="auto">
          <a:xfrm>
            <a:off x="8108851" y="60442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54" name="Rectangle 53">
            <a:extLst>
              <a:ext uri="{FF2B5EF4-FFF2-40B4-BE49-F238E27FC236}">
                <a16:creationId xmlns:a16="http://schemas.microsoft.com/office/drawing/2014/main" id="{CB90F3A1-F48C-6E9A-D1C1-92EBD7FFCA77}"/>
              </a:ext>
            </a:extLst>
          </p:cNvPr>
          <p:cNvSpPr>
            <a:spLocks/>
          </p:cNvSpPr>
          <p:nvPr/>
        </p:nvSpPr>
        <p:spPr bwMode="auto">
          <a:xfrm>
            <a:off x="8612112" y="60442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55" name="Rectangle 54">
            <a:extLst>
              <a:ext uri="{FF2B5EF4-FFF2-40B4-BE49-F238E27FC236}">
                <a16:creationId xmlns:a16="http://schemas.microsoft.com/office/drawing/2014/main" id="{B0B1990C-05B2-0154-2528-51F8221CB0E5}"/>
              </a:ext>
            </a:extLst>
          </p:cNvPr>
          <p:cNvSpPr>
            <a:spLocks/>
          </p:cNvSpPr>
          <p:nvPr/>
        </p:nvSpPr>
        <p:spPr bwMode="auto">
          <a:xfrm>
            <a:off x="9157697" y="602513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12</a:t>
            </a:r>
          </a:p>
        </p:txBody>
      </p:sp>
      <p:sp>
        <p:nvSpPr>
          <p:cNvPr id="5" name="Title 1">
            <a:extLst>
              <a:ext uri="{FF2B5EF4-FFF2-40B4-BE49-F238E27FC236}">
                <a16:creationId xmlns:a16="http://schemas.microsoft.com/office/drawing/2014/main" id="{56A4E14C-85EF-72BF-5B2F-65972E76F301}"/>
              </a:ext>
            </a:extLst>
          </p:cNvPr>
          <p:cNvSpPr>
            <a:spLocks noGrp="1"/>
          </p:cNvSpPr>
          <p:nvPr>
            <p:ph type="title"/>
          </p:nvPr>
        </p:nvSpPr>
        <p:spPr>
          <a:xfrm>
            <a:off x="581192" y="702156"/>
            <a:ext cx="11029616" cy="1013800"/>
          </a:xfrm>
        </p:spPr>
        <p:txBody>
          <a:bodyPr>
            <a:normAutofit/>
          </a:bodyPr>
          <a:lstStyle/>
          <a:p>
            <a:r>
              <a:rPr lang="es-ES_tradnl" sz="3200">
                <a:latin typeface="Gill Sans MT (titulo)"/>
              </a:rPr>
              <a:t>Series uniformes / anualidades</a:t>
            </a:r>
          </a:p>
        </p:txBody>
      </p:sp>
      <p:sp>
        <p:nvSpPr>
          <p:cNvPr id="6" name="Rectángulo 5">
            <a:extLst>
              <a:ext uri="{FF2B5EF4-FFF2-40B4-BE49-F238E27FC236}">
                <a16:creationId xmlns:a16="http://schemas.microsoft.com/office/drawing/2014/main" id="{579F6739-CA9D-3CD2-548A-B0EC80FA83F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F556765C-C4C1-0525-0B71-8CDD45E894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5FB4C0D6-6E5D-7D85-C696-10BFB107855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0" name="Picture 8">
            <a:extLst>
              <a:ext uri="{FF2B5EF4-FFF2-40B4-BE49-F238E27FC236}">
                <a16:creationId xmlns:a16="http://schemas.microsoft.com/office/drawing/2014/main" id="{7D912C79-D19F-0CE5-8F73-B16272B95A19}"/>
              </a:ext>
            </a:extLst>
          </p:cNvPr>
          <p:cNvPicPr>
            <a:picLocks noChangeAspect="1"/>
          </p:cNvPicPr>
          <p:nvPr/>
        </p:nvPicPr>
        <p:blipFill>
          <a:blip r:embed="rId4"/>
          <a:stretch>
            <a:fillRect/>
          </a:stretch>
        </p:blipFill>
        <p:spPr>
          <a:xfrm>
            <a:off x="3710902" y="2008292"/>
            <a:ext cx="5238270" cy="798298"/>
          </a:xfrm>
          <a:prstGeom prst="rect">
            <a:avLst/>
          </a:prstGeom>
        </p:spPr>
      </p:pic>
    </p:spTree>
    <p:extLst>
      <p:ext uri="{BB962C8B-B14F-4D97-AF65-F5344CB8AC3E}">
        <p14:creationId xmlns:p14="http://schemas.microsoft.com/office/powerpoint/2010/main" val="1147818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2" grpId="0"/>
      <p:bldP spid="15" grpId="0"/>
      <p:bldP spid="16" grpId="0"/>
      <p:bldP spid="17" grpId="0"/>
      <p:bldP spid="18" grpId="0"/>
      <p:bldP spid="19" grpId="0"/>
      <p:bldP spid="20" grpId="0"/>
      <p:bldP spid="28" grpId="0"/>
      <p:bldP spid="29" grpId="0"/>
      <p:bldP spid="30" grpId="0"/>
      <p:bldP spid="31" grpId="0"/>
      <p:bldP spid="32" grpId="0"/>
      <p:bldP spid="34" grpId="0"/>
      <p:bldP spid="38" grpId="0"/>
      <p:bldP spid="41" grpId="0" animBg="1"/>
      <p:bldP spid="43" grpId="0"/>
      <p:bldP spid="44" grpId="0"/>
      <p:bldP spid="45" grpId="0"/>
      <p:bldP spid="46" grpId="0"/>
      <p:bldP spid="47" grpId="0"/>
      <p:bldP spid="48" grpId="0"/>
      <p:bldP spid="49" grpId="0"/>
      <p:bldP spid="50" grpId="0"/>
      <p:bldP spid="51" grpId="0"/>
      <p:bldP spid="52" grpId="0"/>
      <p:bldP spid="53" grpId="0"/>
      <p:bldP spid="54" grpId="0"/>
      <p:bldP spid="5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a:spLocks noGrp="1"/>
          </p:cNvSpPr>
          <p:nvPr>
            <p:ph idx="1"/>
          </p:nvPr>
        </p:nvSpPr>
        <p:spPr>
          <a:xfrm>
            <a:off x="581192" y="1989939"/>
            <a:ext cx="11029615" cy="3678303"/>
          </a:xfrm>
        </p:spPr>
        <p:txBody>
          <a:bodyPr>
            <a:normAutofit/>
          </a:bodyPr>
          <a:lstStyle/>
          <a:p>
            <a:pPr marL="0" indent="0" algn="ctr">
              <a:buNone/>
            </a:pPr>
            <a:r>
              <a:rPr lang="es-ES_tradnl" sz="2400" dirty="0">
                <a:solidFill>
                  <a:srgbClr val="800000"/>
                </a:solidFill>
              </a:rPr>
              <a:t>¿Cuál es el valor presente equivalente a una serie de flujos?</a:t>
            </a:r>
          </a:p>
          <a:p>
            <a:pPr algn="just"/>
            <a:r>
              <a:rPr lang="es-ES_tradnl" sz="2400" dirty="0"/>
              <a:t>Es posible encontrar el valor presente de una serie de flujos uniformes en el tiempo por diferentes caminos.</a:t>
            </a:r>
          </a:p>
          <a:p>
            <a:pPr algn="just"/>
            <a:endParaRPr lang="es-ES_tradnl" sz="2400" dirty="0"/>
          </a:p>
          <a:p>
            <a:pPr algn="just"/>
            <a:r>
              <a:rPr lang="es-ES_tradnl" sz="2400" dirty="0"/>
              <a:t>Al igual que con el valor futuro, una primera opción consiste en traer a valor presente cada uno de los flujos de interés</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Gill Sans MT (Títulos)"/>
              </a:rPr>
              <a:t>12</a:t>
            </a:fld>
            <a:endParaRPr lang="en-US" sz="2000" b="1" dirty="0">
              <a:latin typeface="Gill Sans MT (Títulos)"/>
            </a:endParaRPr>
          </a:p>
        </p:txBody>
      </p:sp>
      <p:sp>
        <p:nvSpPr>
          <p:cNvPr id="3" name="Title 1">
            <a:extLst>
              <a:ext uri="{FF2B5EF4-FFF2-40B4-BE49-F238E27FC236}">
                <a16:creationId xmlns:a16="http://schemas.microsoft.com/office/drawing/2014/main" id="{AF06D310-D486-1F92-25D0-10DEC3389C38}"/>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Series uniformes / anualidades</a:t>
            </a:r>
          </a:p>
        </p:txBody>
      </p:sp>
      <p:sp>
        <p:nvSpPr>
          <p:cNvPr id="6" name="Rectángulo 5">
            <a:extLst>
              <a:ext uri="{FF2B5EF4-FFF2-40B4-BE49-F238E27FC236}">
                <a16:creationId xmlns:a16="http://schemas.microsoft.com/office/drawing/2014/main" id="{3F5922AA-5930-AFB1-3FC1-4E5A71D5B95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E2EE6610-634E-E5BC-DA4D-57FB427E00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D848228B-0FAC-FA7C-D130-1D46E6D452E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183779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2152650" y="2324329"/>
            <a:ext cx="7886700" cy="585776"/>
          </a:xfrm>
        </p:spPr>
        <p:txBody>
          <a:bodyPr>
            <a:normAutofit/>
          </a:bodyPr>
          <a:lstStyle/>
          <a:p>
            <a:pPr marL="0" indent="0" algn="ctr">
              <a:buNone/>
            </a:pPr>
            <a:r>
              <a:rPr lang="es-ES_tradnl" sz="2400">
                <a:solidFill>
                  <a:srgbClr val="800000"/>
                </a:solidFill>
              </a:rPr>
              <a:t>¿Cuál es el valor presente equivalente a una serie de flujos?</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Gill Sans MT (Títulos)"/>
              </a:rPr>
              <a:t>13</a:t>
            </a:fld>
            <a:endParaRPr lang="en-US" sz="2000" b="1">
              <a:latin typeface="Gill Sans MT (Títulos)"/>
            </a:endParaRPr>
          </a:p>
        </p:txBody>
      </p:sp>
      <p:cxnSp>
        <p:nvCxnSpPr>
          <p:cNvPr id="6" name="Straight Connector 5"/>
          <p:cNvCxnSpPr/>
          <p:nvPr/>
        </p:nvCxnSpPr>
        <p:spPr>
          <a:xfrm>
            <a:off x="2541090" y="4814163"/>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flipV="1">
            <a:off x="3056003" y="4139890"/>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8" name="Rectangle 7"/>
          <p:cNvSpPr>
            <a:spLocks/>
          </p:cNvSpPr>
          <p:nvPr/>
        </p:nvSpPr>
        <p:spPr bwMode="auto">
          <a:xfrm>
            <a:off x="2865488" y="4906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9" name="Rectangle 8"/>
          <p:cNvSpPr>
            <a:spLocks/>
          </p:cNvSpPr>
          <p:nvPr/>
        </p:nvSpPr>
        <p:spPr bwMode="auto">
          <a:xfrm>
            <a:off x="3456227" y="4906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0" name="Rectangle 9"/>
          <p:cNvSpPr>
            <a:spLocks/>
          </p:cNvSpPr>
          <p:nvPr/>
        </p:nvSpPr>
        <p:spPr bwMode="auto">
          <a:xfrm>
            <a:off x="4069443" y="492045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12" name="Rectangle 11"/>
          <p:cNvSpPr>
            <a:spLocks/>
          </p:cNvSpPr>
          <p:nvPr/>
        </p:nvSpPr>
        <p:spPr bwMode="auto">
          <a:xfrm>
            <a:off x="2372559" y="4906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5" name="Rectangle 14"/>
          <p:cNvSpPr>
            <a:spLocks/>
          </p:cNvSpPr>
          <p:nvPr/>
        </p:nvSpPr>
        <p:spPr bwMode="auto">
          <a:xfrm>
            <a:off x="4688432" y="492045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cxnSp>
        <p:nvCxnSpPr>
          <p:cNvPr id="16" name="Straight Connector 15"/>
          <p:cNvCxnSpPr/>
          <p:nvPr/>
        </p:nvCxnSpPr>
        <p:spPr>
          <a:xfrm>
            <a:off x="7070252" y="4778503"/>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7085066" y="3786456"/>
            <a:ext cx="0" cy="97809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p:cNvSpPr>
            <a:spLocks/>
          </p:cNvSpPr>
          <p:nvPr/>
        </p:nvSpPr>
        <p:spPr bwMode="auto">
          <a:xfrm>
            <a:off x="7394650" y="487083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9" name="Rectangle 18"/>
          <p:cNvSpPr>
            <a:spLocks/>
          </p:cNvSpPr>
          <p:nvPr/>
        </p:nvSpPr>
        <p:spPr bwMode="auto">
          <a:xfrm>
            <a:off x="7985389" y="487083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0" name="Rectangle 19"/>
          <p:cNvSpPr>
            <a:spLocks/>
          </p:cNvSpPr>
          <p:nvPr/>
        </p:nvSpPr>
        <p:spPr bwMode="auto">
          <a:xfrm>
            <a:off x="8598605" y="488479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21" name="Rectangle 20"/>
          <p:cNvSpPr>
            <a:spLocks/>
          </p:cNvSpPr>
          <p:nvPr/>
        </p:nvSpPr>
        <p:spPr bwMode="auto">
          <a:xfrm>
            <a:off x="6901721" y="488479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2" name="Rectangle 21"/>
          <p:cNvSpPr>
            <a:spLocks/>
          </p:cNvSpPr>
          <p:nvPr/>
        </p:nvSpPr>
        <p:spPr bwMode="auto">
          <a:xfrm>
            <a:off x="9217594" y="488479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24" name="Right Arrow 23"/>
          <p:cNvSpPr/>
          <p:nvPr/>
        </p:nvSpPr>
        <p:spPr>
          <a:xfrm>
            <a:off x="5345857" y="4488033"/>
            <a:ext cx="1046624"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7" name="Rectangle 26"/>
          <p:cNvSpPr>
            <a:spLocks/>
          </p:cNvSpPr>
          <p:nvPr/>
        </p:nvSpPr>
        <p:spPr bwMode="auto">
          <a:xfrm>
            <a:off x="6930341" y="351847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VP</a:t>
            </a:r>
          </a:p>
        </p:txBody>
      </p:sp>
      <p:cxnSp>
        <p:nvCxnSpPr>
          <p:cNvPr id="23" name="Straight Arrow Connector 22"/>
          <p:cNvCxnSpPr/>
          <p:nvPr/>
        </p:nvCxnSpPr>
        <p:spPr>
          <a:xfrm flipV="1">
            <a:off x="3637497" y="4137794"/>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flipV="1">
            <a:off x="4238230" y="4139891"/>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flipV="1">
            <a:off x="4838962" y="4139890"/>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9" name="Rectangle 28"/>
          <p:cNvSpPr>
            <a:spLocks/>
          </p:cNvSpPr>
          <p:nvPr/>
        </p:nvSpPr>
        <p:spPr bwMode="auto">
          <a:xfrm>
            <a:off x="3466338" y="377770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30" name="Rectangle 29"/>
          <p:cNvSpPr>
            <a:spLocks/>
          </p:cNvSpPr>
          <p:nvPr/>
        </p:nvSpPr>
        <p:spPr bwMode="auto">
          <a:xfrm>
            <a:off x="4069443" y="377770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31" name="Rectangle 30"/>
          <p:cNvSpPr>
            <a:spLocks/>
          </p:cNvSpPr>
          <p:nvPr/>
        </p:nvSpPr>
        <p:spPr bwMode="auto">
          <a:xfrm>
            <a:off x="2887473" y="377770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32" name="Rectangle 31"/>
          <p:cNvSpPr>
            <a:spLocks/>
          </p:cNvSpPr>
          <p:nvPr/>
        </p:nvSpPr>
        <p:spPr bwMode="auto">
          <a:xfrm>
            <a:off x="4670432" y="377770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3" name="Title 1">
            <a:extLst>
              <a:ext uri="{FF2B5EF4-FFF2-40B4-BE49-F238E27FC236}">
                <a16:creationId xmlns:a16="http://schemas.microsoft.com/office/drawing/2014/main" id="{6AD90B71-6789-B288-3395-AB5D3C6596A0}"/>
              </a:ext>
            </a:extLst>
          </p:cNvPr>
          <p:cNvSpPr>
            <a:spLocks noGrp="1"/>
          </p:cNvSpPr>
          <p:nvPr>
            <p:ph type="title"/>
          </p:nvPr>
        </p:nvSpPr>
        <p:spPr>
          <a:xfrm>
            <a:off x="581192" y="702156"/>
            <a:ext cx="11029616" cy="1013800"/>
          </a:xfrm>
        </p:spPr>
        <p:txBody>
          <a:bodyPr>
            <a:normAutofit/>
          </a:bodyPr>
          <a:lstStyle/>
          <a:p>
            <a:r>
              <a:rPr lang="es-ES_tradnl" sz="3200">
                <a:latin typeface="Gill Sans MT (titulo)"/>
              </a:rPr>
              <a:t>Series uniformes / anualidades</a:t>
            </a:r>
          </a:p>
        </p:txBody>
      </p:sp>
      <p:sp>
        <p:nvSpPr>
          <p:cNvPr id="11" name="Rectángulo 10">
            <a:extLst>
              <a:ext uri="{FF2B5EF4-FFF2-40B4-BE49-F238E27FC236}">
                <a16:creationId xmlns:a16="http://schemas.microsoft.com/office/drawing/2014/main" id="{C00F62B7-1A87-CC66-C9F0-AFF5E150A5D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305416CB-DB4E-409E-E35F-7B9ABDF605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4" name="Rectángulo 13">
            <a:extLst>
              <a:ext uri="{FF2B5EF4-FFF2-40B4-BE49-F238E27FC236}">
                <a16:creationId xmlns:a16="http://schemas.microsoft.com/office/drawing/2014/main" id="{78B57057-6E47-3CC2-8818-CE0C640D1AD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838012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p:bldP spid="15" grpId="0"/>
      <p:bldP spid="18" grpId="0"/>
      <p:bldP spid="19" grpId="0"/>
      <p:bldP spid="20" grpId="0"/>
      <p:bldP spid="21" grpId="0"/>
      <p:bldP spid="22" grpId="0"/>
      <p:bldP spid="24" grpId="0" animBg="1"/>
      <p:bldP spid="27" grpId="0"/>
      <p:bldP spid="29" grpId="0"/>
      <p:bldP spid="30" grpId="0"/>
      <p:bldP spid="31" grpId="0"/>
      <p:bldP spid="3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Content Placeholder 2"/>
          <p:cNvSpPr>
            <a:spLocks noGrp="1"/>
          </p:cNvSpPr>
          <p:nvPr>
            <p:ph idx="1"/>
          </p:nvPr>
        </p:nvSpPr>
        <p:spPr>
          <a:xfrm>
            <a:off x="581192" y="2180497"/>
            <a:ext cx="11029615" cy="1069152"/>
          </a:xfrm>
        </p:spPr>
        <p:txBody>
          <a:bodyPr>
            <a:normAutofit/>
          </a:bodyPr>
          <a:lstStyle/>
          <a:p>
            <a:pPr marL="0" indent="0" algn="just">
              <a:buNone/>
            </a:pPr>
            <a:r>
              <a:rPr lang="es-ES_tradnl" sz="2400"/>
              <a:t>Sabemos que:</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Gill Sans MT (Títulos)"/>
              </a:rPr>
              <a:t>14</a:t>
            </a:fld>
            <a:endParaRPr lang="en-US" sz="2000" b="1">
              <a:latin typeface="Gill Sans MT (Títulos)"/>
            </a:endParaRPr>
          </a:p>
        </p:txBody>
      </p:sp>
      <p:pic>
        <p:nvPicPr>
          <p:cNvPr id="33" name="Picture 32"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9619" y="2370454"/>
            <a:ext cx="3230339" cy="829025"/>
          </a:xfrm>
          <a:prstGeom prst="rect">
            <a:avLst/>
          </a:prstGeom>
        </p:spPr>
      </p:pic>
      <p:pic>
        <p:nvPicPr>
          <p:cNvPr id="34" name="Picture 33"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5532" y="2180497"/>
            <a:ext cx="2679700" cy="1054100"/>
          </a:xfrm>
          <a:prstGeom prst="rect">
            <a:avLst/>
          </a:prstGeom>
        </p:spPr>
      </p:pic>
      <p:sp>
        <p:nvSpPr>
          <p:cNvPr id="3" name="Title 1">
            <a:extLst>
              <a:ext uri="{FF2B5EF4-FFF2-40B4-BE49-F238E27FC236}">
                <a16:creationId xmlns:a16="http://schemas.microsoft.com/office/drawing/2014/main" id="{E8CE04F6-1056-76DE-C58B-E9D4B1BA21E3}"/>
              </a:ext>
            </a:extLst>
          </p:cNvPr>
          <p:cNvSpPr>
            <a:spLocks noGrp="1"/>
          </p:cNvSpPr>
          <p:nvPr>
            <p:ph type="title"/>
          </p:nvPr>
        </p:nvSpPr>
        <p:spPr>
          <a:xfrm>
            <a:off x="581192" y="702156"/>
            <a:ext cx="11029616" cy="1013800"/>
          </a:xfrm>
        </p:spPr>
        <p:txBody>
          <a:bodyPr>
            <a:normAutofit/>
          </a:bodyPr>
          <a:lstStyle/>
          <a:p>
            <a:r>
              <a:rPr lang="es-ES_tradnl" sz="3200">
                <a:latin typeface="Gill Sans MT (titulo)"/>
              </a:rPr>
              <a:t>Series uniformes / anualidades</a:t>
            </a:r>
          </a:p>
        </p:txBody>
      </p:sp>
      <p:sp>
        <p:nvSpPr>
          <p:cNvPr id="5" name="Rectángulo 4">
            <a:extLst>
              <a:ext uri="{FF2B5EF4-FFF2-40B4-BE49-F238E27FC236}">
                <a16:creationId xmlns:a16="http://schemas.microsoft.com/office/drawing/2014/main" id="{505E661B-1B3E-BB5E-56BF-7AAB1ED29F6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7C5E0E1C-75B0-490D-F34F-D33421691F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802352BF-D51F-7792-60C2-4DC5D787012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2" name="Straight Connector 5">
            <a:extLst>
              <a:ext uri="{FF2B5EF4-FFF2-40B4-BE49-F238E27FC236}">
                <a16:creationId xmlns:a16="http://schemas.microsoft.com/office/drawing/2014/main" id="{DF895F10-3557-CF5B-425C-3BA65F4B3F05}"/>
              </a:ext>
            </a:extLst>
          </p:cNvPr>
          <p:cNvCxnSpPr/>
          <p:nvPr/>
        </p:nvCxnSpPr>
        <p:spPr>
          <a:xfrm>
            <a:off x="2541090" y="4814163"/>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6">
            <a:extLst>
              <a:ext uri="{FF2B5EF4-FFF2-40B4-BE49-F238E27FC236}">
                <a16:creationId xmlns:a16="http://schemas.microsoft.com/office/drawing/2014/main" id="{86571523-AF51-1CF9-3B89-0B7F2D03B3BB}"/>
              </a:ext>
            </a:extLst>
          </p:cNvPr>
          <p:cNvCxnSpPr/>
          <p:nvPr/>
        </p:nvCxnSpPr>
        <p:spPr>
          <a:xfrm flipV="1">
            <a:off x="3056003" y="4139890"/>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7">
            <a:extLst>
              <a:ext uri="{FF2B5EF4-FFF2-40B4-BE49-F238E27FC236}">
                <a16:creationId xmlns:a16="http://schemas.microsoft.com/office/drawing/2014/main" id="{CA002D43-EC0C-1655-A3CB-7DF110E31A31}"/>
              </a:ext>
            </a:extLst>
          </p:cNvPr>
          <p:cNvSpPr>
            <a:spLocks/>
          </p:cNvSpPr>
          <p:nvPr/>
        </p:nvSpPr>
        <p:spPr bwMode="auto">
          <a:xfrm>
            <a:off x="2865488" y="4906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6" name="Rectangle 8">
            <a:extLst>
              <a:ext uri="{FF2B5EF4-FFF2-40B4-BE49-F238E27FC236}">
                <a16:creationId xmlns:a16="http://schemas.microsoft.com/office/drawing/2014/main" id="{38AF7793-B652-2C2E-3EA0-A240D487C6DB}"/>
              </a:ext>
            </a:extLst>
          </p:cNvPr>
          <p:cNvSpPr>
            <a:spLocks/>
          </p:cNvSpPr>
          <p:nvPr/>
        </p:nvSpPr>
        <p:spPr bwMode="auto">
          <a:xfrm>
            <a:off x="3456227" y="4906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7" name="Rectangle 9">
            <a:extLst>
              <a:ext uri="{FF2B5EF4-FFF2-40B4-BE49-F238E27FC236}">
                <a16:creationId xmlns:a16="http://schemas.microsoft.com/office/drawing/2014/main" id="{641C4FCA-D43A-B833-B67C-81431CD6C5D1}"/>
              </a:ext>
            </a:extLst>
          </p:cNvPr>
          <p:cNvSpPr>
            <a:spLocks/>
          </p:cNvSpPr>
          <p:nvPr/>
        </p:nvSpPr>
        <p:spPr bwMode="auto">
          <a:xfrm>
            <a:off x="4069443" y="492045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38" name="Rectangle 11">
            <a:extLst>
              <a:ext uri="{FF2B5EF4-FFF2-40B4-BE49-F238E27FC236}">
                <a16:creationId xmlns:a16="http://schemas.microsoft.com/office/drawing/2014/main" id="{1A91EDB8-B7E3-C122-4737-101EC617E224}"/>
              </a:ext>
            </a:extLst>
          </p:cNvPr>
          <p:cNvSpPr>
            <a:spLocks/>
          </p:cNvSpPr>
          <p:nvPr/>
        </p:nvSpPr>
        <p:spPr bwMode="auto">
          <a:xfrm>
            <a:off x="2372559" y="49064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39" name="Rectangle 14">
            <a:extLst>
              <a:ext uri="{FF2B5EF4-FFF2-40B4-BE49-F238E27FC236}">
                <a16:creationId xmlns:a16="http://schemas.microsoft.com/office/drawing/2014/main" id="{05DEEE4C-5659-86FC-EC4E-BE0B454EAC64}"/>
              </a:ext>
            </a:extLst>
          </p:cNvPr>
          <p:cNvSpPr>
            <a:spLocks/>
          </p:cNvSpPr>
          <p:nvPr/>
        </p:nvSpPr>
        <p:spPr bwMode="auto">
          <a:xfrm>
            <a:off x="4688432" y="492045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cxnSp>
        <p:nvCxnSpPr>
          <p:cNvPr id="40" name="Straight Connector 15">
            <a:extLst>
              <a:ext uri="{FF2B5EF4-FFF2-40B4-BE49-F238E27FC236}">
                <a16:creationId xmlns:a16="http://schemas.microsoft.com/office/drawing/2014/main" id="{B211942D-67E9-D016-2C7D-E24ED01A8757}"/>
              </a:ext>
            </a:extLst>
          </p:cNvPr>
          <p:cNvCxnSpPr/>
          <p:nvPr/>
        </p:nvCxnSpPr>
        <p:spPr>
          <a:xfrm>
            <a:off x="7070252" y="4778503"/>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1" name="Straight Arrow Connector 16">
            <a:extLst>
              <a:ext uri="{FF2B5EF4-FFF2-40B4-BE49-F238E27FC236}">
                <a16:creationId xmlns:a16="http://schemas.microsoft.com/office/drawing/2014/main" id="{FECF9690-D244-AEDD-7A83-968F21762190}"/>
              </a:ext>
            </a:extLst>
          </p:cNvPr>
          <p:cNvCxnSpPr/>
          <p:nvPr/>
        </p:nvCxnSpPr>
        <p:spPr>
          <a:xfrm flipV="1">
            <a:off x="7085066" y="3786456"/>
            <a:ext cx="0" cy="97809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42" name="Rectangle 17">
            <a:extLst>
              <a:ext uri="{FF2B5EF4-FFF2-40B4-BE49-F238E27FC236}">
                <a16:creationId xmlns:a16="http://schemas.microsoft.com/office/drawing/2014/main" id="{8E80C8D1-FB73-FE9A-0213-8DC8E12A8518}"/>
              </a:ext>
            </a:extLst>
          </p:cNvPr>
          <p:cNvSpPr>
            <a:spLocks/>
          </p:cNvSpPr>
          <p:nvPr/>
        </p:nvSpPr>
        <p:spPr bwMode="auto">
          <a:xfrm>
            <a:off x="7394650" y="487083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43" name="Rectangle 18">
            <a:extLst>
              <a:ext uri="{FF2B5EF4-FFF2-40B4-BE49-F238E27FC236}">
                <a16:creationId xmlns:a16="http://schemas.microsoft.com/office/drawing/2014/main" id="{B3E64521-0E3A-E358-35D1-E360A4E4B106}"/>
              </a:ext>
            </a:extLst>
          </p:cNvPr>
          <p:cNvSpPr>
            <a:spLocks/>
          </p:cNvSpPr>
          <p:nvPr/>
        </p:nvSpPr>
        <p:spPr bwMode="auto">
          <a:xfrm>
            <a:off x="7985389" y="487083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44" name="Rectangle 19">
            <a:extLst>
              <a:ext uri="{FF2B5EF4-FFF2-40B4-BE49-F238E27FC236}">
                <a16:creationId xmlns:a16="http://schemas.microsoft.com/office/drawing/2014/main" id="{2729392C-2AD6-A952-6FD0-6088A9405C9B}"/>
              </a:ext>
            </a:extLst>
          </p:cNvPr>
          <p:cNvSpPr>
            <a:spLocks/>
          </p:cNvSpPr>
          <p:nvPr/>
        </p:nvSpPr>
        <p:spPr bwMode="auto">
          <a:xfrm>
            <a:off x="8598605" y="488479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45" name="Rectangle 20">
            <a:extLst>
              <a:ext uri="{FF2B5EF4-FFF2-40B4-BE49-F238E27FC236}">
                <a16:creationId xmlns:a16="http://schemas.microsoft.com/office/drawing/2014/main" id="{3187C293-396A-0A38-358E-470AF071C16E}"/>
              </a:ext>
            </a:extLst>
          </p:cNvPr>
          <p:cNvSpPr>
            <a:spLocks/>
          </p:cNvSpPr>
          <p:nvPr/>
        </p:nvSpPr>
        <p:spPr bwMode="auto">
          <a:xfrm>
            <a:off x="6901721" y="488479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46" name="Rectangle 21">
            <a:extLst>
              <a:ext uri="{FF2B5EF4-FFF2-40B4-BE49-F238E27FC236}">
                <a16:creationId xmlns:a16="http://schemas.microsoft.com/office/drawing/2014/main" id="{D5002DD1-F091-F8F1-2B9F-3DFDCCAB7C01}"/>
              </a:ext>
            </a:extLst>
          </p:cNvPr>
          <p:cNvSpPr>
            <a:spLocks/>
          </p:cNvSpPr>
          <p:nvPr/>
        </p:nvSpPr>
        <p:spPr bwMode="auto">
          <a:xfrm>
            <a:off x="9217594" y="488479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47" name="Right Arrow 23">
            <a:extLst>
              <a:ext uri="{FF2B5EF4-FFF2-40B4-BE49-F238E27FC236}">
                <a16:creationId xmlns:a16="http://schemas.microsoft.com/office/drawing/2014/main" id="{531763AD-5479-5300-00E6-51FE6722C60E}"/>
              </a:ext>
            </a:extLst>
          </p:cNvPr>
          <p:cNvSpPr/>
          <p:nvPr/>
        </p:nvSpPr>
        <p:spPr>
          <a:xfrm>
            <a:off x="5345857" y="4488033"/>
            <a:ext cx="1046624"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48" name="Rectangle 26">
            <a:extLst>
              <a:ext uri="{FF2B5EF4-FFF2-40B4-BE49-F238E27FC236}">
                <a16:creationId xmlns:a16="http://schemas.microsoft.com/office/drawing/2014/main" id="{0ED31CBA-C474-EB9C-B2BF-EF55DC3D4787}"/>
              </a:ext>
            </a:extLst>
          </p:cNvPr>
          <p:cNvSpPr>
            <a:spLocks/>
          </p:cNvSpPr>
          <p:nvPr/>
        </p:nvSpPr>
        <p:spPr bwMode="auto">
          <a:xfrm>
            <a:off x="6930341" y="351847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VP</a:t>
            </a:r>
          </a:p>
        </p:txBody>
      </p:sp>
      <p:cxnSp>
        <p:nvCxnSpPr>
          <p:cNvPr id="49" name="Straight Arrow Connector 22">
            <a:extLst>
              <a:ext uri="{FF2B5EF4-FFF2-40B4-BE49-F238E27FC236}">
                <a16:creationId xmlns:a16="http://schemas.microsoft.com/office/drawing/2014/main" id="{4C40B2A8-CC86-5BED-BFA7-A83B3478C368}"/>
              </a:ext>
            </a:extLst>
          </p:cNvPr>
          <p:cNvCxnSpPr/>
          <p:nvPr/>
        </p:nvCxnSpPr>
        <p:spPr>
          <a:xfrm flipV="1">
            <a:off x="3637497" y="4137794"/>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0" name="Straight Arrow Connector 25">
            <a:extLst>
              <a:ext uri="{FF2B5EF4-FFF2-40B4-BE49-F238E27FC236}">
                <a16:creationId xmlns:a16="http://schemas.microsoft.com/office/drawing/2014/main" id="{34AE3987-C8F8-977B-F2C7-4C4A244AC683}"/>
              </a:ext>
            </a:extLst>
          </p:cNvPr>
          <p:cNvCxnSpPr/>
          <p:nvPr/>
        </p:nvCxnSpPr>
        <p:spPr>
          <a:xfrm flipV="1">
            <a:off x="4238230" y="4139891"/>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1" name="Straight Arrow Connector 27">
            <a:extLst>
              <a:ext uri="{FF2B5EF4-FFF2-40B4-BE49-F238E27FC236}">
                <a16:creationId xmlns:a16="http://schemas.microsoft.com/office/drawing/2014/main" id="{6D7B78C6-4D59-3E3D-AF51-6DC6EED8FBAD}"/>
              </a:ext>
            </a:extLst>
          </p:cNvPr>
          <p:cNvCxnSpPr/>
          <p:nvPr/>
        </p:nvCxnSpPr>
        <p:spPr>
          <a:xfrm flipV="1">
            <a:off x="4838962" y="4139890"/>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52" name="Rectangle 28">
            <a:extLst>
              <a:ext uri="{FF2B5EF4-FFF2-40B4-BE49-F238E27FC236}">
                <a16:creationId xmlns:a16="http://schemas.microsoft.com/office/drawing/2014/main" id="{06068FCC-4F74-2D15-AEFE-8338C3CCBBF3}"/>
              </a:ext>
            </a:extLst>
          </p:cNvPr>
          <p:cNvSpPr>
            <a:spLocks/>
          </p:cNvSpPr>
          <p:nvPr/>
        </p:nvSpPr>
        <p:spPr bwMode="auto">
          <a:xfrm>
            <a:off x="3466338" y="377770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53" name="Rectangle 29">
            <a:extLst>
              <a:ext uri="{FF2B5EF4-FFF2-40B4-BE49-F238E27FC236}">
                <a16:creationId xmlns:a16="http://schemas.microsoft.com/office/drawing/2014/main" id="{F6027985-671E-C3F6-2E25-0CE15FD178F1}"/>
              </a:ext>
            </a:extLst>
          </p:cNvPr>
          <p:cNvSpPr>
            <a:spLocks/>
          </p:cNvSpPr>
          <p:nvPr/>
        </p:nvSpPr>
        <p:spPr bwMode="auto">
          <a:xfrm>
            <a:off x="4069443" y="377770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54" name="Rectangle 30">
            <a:extLst>
              <a:ext uri="{FF2B5EF4-FFF2-40B4-BE49-F238E27FC236}">
                <a16:creationId xmlns:a16="http://schemas.microsoft.com/office/drawing/2014/main" id="{D71915FA-0DF5-18A2-30CC-BE5C27DBED85}"/>
              </a:ext>
            </a:extLst>
          </p:cNvPr>
          <p:cNvSpPr>
            <a:spLocks/>
          </p:cNvSpPr>
          <p:nvPr/>
        </p:nvSpPr>
        <p:spPr bwMode="auto">
          <a:xfrm>
            <a:off x="2887473" y="377770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55" name="Rectangle 31">
            <a:extLst>
              <a:ext uri="{FF2B5EF4-FFF2-40B4-BE49-F238E27FC236}">
                <a16:creationId xmlns:a16="http://schemas.microsoft.com/office/drawing/2014/main" id="{33854ACE-6607-8CA3-0476-ABFD1FAE835E}"/>
              </a:ext>
            </a:extLst>
          </p:cNvPr>
          <p:cNvSpPr>
            <a:spLocks/>
          </p:cNvSpPr>
          <p:nvPr/>
        </p:nvSpPr>
        <p:spPr bwMode="auto">
          <a:xfrm>
            <a:off x="4670432" y="377770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Tree>
    <p:extLst>
      <p:ext uri="{BB962C8B-B14F-4D97-AF65-F5344CB8AC3E}">
        <p14:creationId xmlns:p14="http://schemas.microsoft.com/office/powerpoint/2010/main" val="2853619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6" grpId="0"/>
      <p:bldP spid="37" grpId="0"/>
      <p:bldP spid="38" grpId="0"/>
      <p:bldP spid="39" grpId="0"/>
      <p:bldP spid="42" grpId="0"/>
      <p:bldP spid="43" grpId="0"/>
      <p:bldP spid="44" grpId="0"/>
      <p:bldP spid="45" grpId="0"/>
      <p:bldP spid="46" grpId="0"/>
      <p:bldP spid="47" grpId="0" animBg="1"/>
      <p:bldP spid="48" grpId="0"/>
      <p:bldP spid="52" grpId="0"/>
      <p:bldP spid="53" grpId="0"/>
      <p:bldP spid="54" grpId="0"/>
      <p:bldP spid="5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Content Placeholder 2"/>
          <p:cNvSpPr>
            <a:spLocks noGrp="1"/>
          </p:cNvSpPr>
          <p:nvPr>
            <p:ph idx="1"/>
          </p:nvPr>
        </p:nvSpPr>
        <p:spPr>
          <a:xfrm>
            <a:off x="581191" y="1854983"/>
            <a:ext cx="11029615" cy="1322633"/>
          </a:xfrm>
        </p:spPr>
        <p:txBody>
          <a:bodyPr>
            <a:normAutofit/>
          </a:bodyPr>
          <a:lstStyle/>
          <a:p>
            <a:pPr marL="0" indent="0" algn="just">
              <a:buNone/>
            </a:pPr>
            <a:r>
              <a:rPr lang="es-ES_tradnl" sz="2400" dirty="0"/>
              <a:t>Por lo tanto, basta con traer a valor presente el valor futuro de la anualidad. Esto nos dará como resultado.</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Gill Sans MT (Títulos)"/>
              </a:rPr>
              <a:t>15</a:t>
            </a:fld>
            <a:endParaRPr lang="en-US" sz="2000" b="1">
              <a:latin typeface="Gill Sans MT (Títulos)"/>
            </a:endParaRPr>
          </a:p>
        </p:txBody>
      </p:sp>
      <p:pic>
        <p:nvPicPr>
          <p:cNvPr id="33" name="Picture 32"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4741" y="3486495"/>
            <a:ext cx="3230339" cy="829025"/>
          </a:xfrm>
          <a:prstGeom prst="rect">
            <a:avLst/>
          </a:prstGeom>
        </p:spPr>
      </p:pic>
      <p:pic>
        <p:nvPicPr>
          <p:cNvPr id="34" name="Picture 33"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77116" y="3316643"/>
            <a:ext cx="2679700" cy="1054100"/>
          </a:xfrm>
          <a:prstGeom prst="rect">
            <a:avLst/>
          </a:prstGeom>
        </p:spPr>
      </p:pic>
      <p:pic>
        <p:nvPicPr>
          <p:cNvPr id="5" name="Picture 4"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91674" y="4743964"/>
            <a:ext cx="3396193" cy="876762"/>
          </a:xfrm>
          <a:prstGeom prst="rect">
            <a:avLst/>
          </a:prstGeom>
        </p:spPr>
      </p:pic>
      <p:sp>
        <p:nvSpPr>
          <p:cNvPr id="3" name="Title 1">
            <a:extLst>
              <a:ext uri="{FF2B5EF4-FFF2-40B4-BE49-F238E27FC236}">
                <a16:creationId xmlns:a16="http://schemas.microsoft.com/office/drawing/2014/main" id="{DAC84DA5-8DB9-C68C-8D01-B08E07D4BF91}"/>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Series uniformes / anualidades</a:t>
            </a:r>
          </a:p>
        </p:txBody>
      </p:sp>
      <p:sp>
        <p:nvSpPr>
          <p:cNvPr id="6" name="Rectángulo 5">
            <a:extLst>
              <a:ext uri="{FF2B5EF4-FFF2-40B4-BE49-F238E27FC236}">
                <a16:creationId xmlns:a16="http://schemas.microsoft.com/office/drawing/2014/main" id="{A2FD8449-89AA-87EF-2DE7-EA537CD2445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F4022171-9F9C-9787-92D5-998B4C849B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22B43CBD-CB9C-1939-A28F-8F3AA969F18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06343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925003"/>
            <a:ext cx="11029615" cy="1366685"/>
          </a:xfrm>
        </p:spPr>
        <p:txBody>
          <a:bodyPr>
            <a:normAutofit fontScale="92500" lnSpcReduction="20000"/>
          </a:bodyPr>
          <a:lstStyle/>
          <a:p>
            <a:pPr marL="0" indent="0" algn="just">
              <a:buNone/>
            </a:pPr>
            <a:r>
              <a:rPr lang="es-ES_tradnl" sz="2400" b="1" dirty="0">
                <a:solidFill>
                  <a:srgbClr val="D7A700"/>
                </a:solidFill>
              </a:rPr>
              <a:t>Ejemplo 2:</a:t>
            </a:r>
          </a:p>
          <a:p>
            <a:pPr marL="0" indent="0" algn="just">
              <a:buNone/>
            </a:pPr>
            <a:r>
              <a:rPr lang="es-ES_tradnl" sz="2400" b="1" dirty="0">
                <a:solidFill>
                  <a:srgbClr val="D7A700"/>
                </a:solidFill>
              </a:rPr>
              <a:t> </a:t>
            </a:r>
            <a:r>
              <a:rPr lang="es-ES_tradnl" sz="2400" dirty="0"/>
              <a:t>Usted paga como cuota anual del carro 1.235.000 COP. El plazo de su crédito es de 12 años. Si la tasa de interés que le ofreció el concesionario era 0,58% MV, ¿Cuál era el valor del carro cuando lo compró?</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Gill Sans MT (Títulos)"/>
              </a:rPr>
              <a:t>16</a:t>
            </a:fld>
            <a:endParaRPr lang="en-US" sz="2000" b="1">
              <a:latin typeface="Gill Sans MT (Títulos)"/>
            </a:endParaRPr>
          </a:p>
        </p:txBody>
      </p:sp>
      <p:cxnSp>
        <p:nvCxnSpPr>
          <p:cNvPr id="13" name="Straight Connector 12"/>
          <p:cNvCxnSpPr/>
          <p:nvPr/>
        </p:nvCxnSpPr>
        <p:spPr>
          <a:xfrm>
            <a:off x="2701086" y="4166033"/>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4" name="Rectangle 23"/>
          <p:cNvSpPr>
            <a:spLocks/>
          </p:cNvSpPr>
          <p:nvPr/>
        </p:nvSpPr>
        <p:spPr bwMode="auto">
          <a:xfrm flipH="1">
            <a:off x="2672918" y="3805625"/>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2" name="Rectangle 11"/>
          <p:cNvSpPr>
            <a:spLocks/>
          </p:cNvSpPr>
          <p:nvPr/>
        </p:nvSpPr>
        <p:spPr bwMode="auto">
          <a:xfrm>
            <a:off x="3105652" y="37971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p:cNvSpPr>
            <a:spLocks/>
          </p:cNvSpPr>
          <p:nvPr/>
        </p:nvSpPr>
        <p:spPr bwMode="auto">
          <a:xfrm>
            <a:off x="3666266" y="37971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p:cNvSpPr>
            <a:spLocks/>
          </p:cNvSpPr>
          <p:nvPr/>
        </p:nvSpPr>
        <p:spPr bwMode="auto">
          <a:xfrm>
            <a:off x="4230123" y="37971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7" name="Rectangle 16"/>
          <p:cNvSpPr>
            <a:spLocks/>
          </p:cNvSpPr>
          <p:nvPr/>
        </p:nvSpPr>
        <p:spPr bwMode="auto">
          <a:xfrm>
            <a:off x="4836648" y="37971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8" name="Rectangle 17"/>
          <p:cNvSpPr>
            <a:spLocks/>
          </p:cNvSpPr>
          <p:nvPr/>
        </p:nvSpPr>
        <p:spPr bwMode="auto">
          <a:xfrm>
            <a:off x="5439756" y="377801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9" name="Rectangle 18"/>
          <p:cNvSpPr>
            <a:spLocks/>
          </p:cNvSpPr>
          <p:nvPr/>
        </p:nvSpPr>
        <p:spPr bwMode="auto">
          <a:xfrm>
            <a:off x="5958605" y="37971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20" name="Rectangle 19"/>
          <p:cNvSpPr>
            <a:spLocks/>
          </p:cNvSpPr>
          <p:nvPr/>
        </p:nvSpPr>
        <p:spPr bwMode="auto">
          <a:xfrm>
            <a:off x="6565128" y="37971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27" name="Straight Arrow Connector 26"/>
          <p:cNvCxnSpPr/>
          <p:nvPr/>
        </p:nvCxnSpPr>
        <p:spPr>
          <a:xfrm>
            <a:off x="2718081" y="4166033"/>
            <a:ext cx="0" cy="1289915"/>
          </a:xfrm>
          <a:prstGeom prst="straightConnector1">
            <a:avLst/>
          </a:prstGeom>
          <a:ln>
            <a:solidFill>
              <a:srgbClr val="E2751D"/>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27"/>
          <p:cNvSpPr>
            <a:spLocks/>
          </p:cNvSpPr>
          <p:nvPr/>
        </p:nvSpPr>
        <p:spPr bwMode="auto">
          <a:xfrm>
            <a:off x="1757502" y="5536264"/>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29" name="Rectangle 28"/>
          <p:cNvSpPr>
            <a:spLocks/>
          </p:cNvSpPr>
          <p:nvPr/>
        </p:nvSpPr>
        <p:spPr bwMode="auto">
          <a:xfrm>
            <a:off x="7119801" y="37971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30" name="Rectangle 29"/>
          <p:cNvSpPr>
            <a:spLocks/>
          </p:cNvSpPr>
          <p:nvPr/>
        </p:nvSpPr>
        <p:spPr bwMode="auto">
          <a:xfrm>
            <a:off x="7713957" y="380562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31" name="Rectangle 30"/>
          <p:cNvSpPr>
            <a:spLocks/>
          </p:cNvSpPr>
          <p:nvPr/>
        </p:nvSpPr>
        <p:spPr bwMode="auto">
          <a:xfrm>
            <a:off x="8335176" y="37971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32" name="Rectangle 31"/>
          <p:cNvSpPr>
            <a:spLocks/>
          </p:cNvSpPr>
          <p:nvPr/>
        </p:nvSpPr>
        <p:spPr bwMode="auto">
          <a:xfrm>
            <a:off x="8838437" y="37971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34" name="Rectangle 33"/>
          <p:cNvSpPr>
            <a:spLocks/>
          </p:cNvSpPr>
          <p:nvPr/>
        </p:nvSpPr>
        <p:spPr bwMode="auto">
          <a:xfrm>
            <a:off x="9384022" y="377801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35" name="Straight Arrow Connector 34"/>
          <p:cNvCxnSpPr/>
          <p:nvPr/>
        </p:nvCxnSpPr>
        <p:spPr>
          <a:xfrm>
            <a:off x="3259628" y="4178274"/>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a:off x="9574934" y="4178274"/>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3259628" y="4799174"/>
            <a:ext cx="6315306" cy="0"/>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38" name="Rectangle 37"/>
          <p:cNvSpPr>
            <a:spLocks/>
          </p:cNvSpPr>
          <p:nvPr/>
        </p:nvSpPr>
        <p:spPr bwMode="auto">
          <a:xfrm>
            <a:off x="5352082" y="4404730"/>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 = 1.235.000</a:t>
            </a:r>
          </a:p>
        </p:txBody>
      </p:sp>
      <p:sp>
        <p:nvSpPr>
          <p:cNvPr id="5" name="Title 1">
            <a:extLst>
              <a:ext uri="{FF2B5EF4-FFF2-40B4-BE49-F238E27FC236}">
                <a16:creationId xmlns:a16="http://schemas.microsoft.com/office/drawing/2014/main" id="{16B55B13-A088-C541-2189-FDD418BE5A66}"/>
              </a:ext>
            </a:extLst>
          </p:cNvPr>
          <p:cNvSpPr>
            <a:spLocks noGrp="1"/>
          </p:cNvSpPr>
          <p:nvPr>
            <p:ph type="title"/>
          </p:nvPr>
        </p:nvSpPr>
        <p:spPr>
          <a:xfrm>
            <a:off x="581192" y="702156"/>
            <a:ext cx="11029616" cy="1013800"/>
          </a:xfrm>
        </p:spPr>
        <p:txBody>
          <a:bodyPr>
            <a:normAutofit/>
          </a:bodyPr>
          <a:lstStyle/>
          <a:p>
            <a:r>
              <a:rPr lang="es-ES_tradnl" sz="3200">
                <a:latin typeface="Gill Sans MT (titulo)"/>
              </a:rPr>
              <a:t>Series uniformes / anualidades</a:t>
            </a:r>
          </a:p>
        </p:txBody>
      </p:sp>
      <p:sp>
        <p:nvSpPr>
          <p:cNvPr id="6" name="Rectángulo 5">
            <a:extLst>
              <a:ext uri="{FF2B5EF4-FFF2-40B4-BE49-F238E27FC236}">
                <a16:creationId xmlns:a16="http://schemas.microsoft.com/office/drawing/2014/main" id="{85673994-4832-E8F1-DC2E-EAEC2FFFE7E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D5D615CA-B6D0-E874-1104-F14A489838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8EDCD6E1-A0A1-8D63-BCEE-F8A15D0653B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766255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2" grpId="0"/>
      <p:bldP spid="15" grpId="0"/>
      <p:bldP spid="16" grpId="0"/>
      <p:bldP spid="17" grpId="0"/>
      <p:bldP spid="18" grpId="0"/>
      <p:bldP spid="19" grpId="0"/>
      <p:bldP spid="20" grpId="0"/>
      <p:bldP spid="28" grpId="0"/>
      <p:bldP spid="29" grpId="0"/>
      <p:bldP spid="30" grpId="0"/>
      <p:bldP spid="31" grpId="0"/>
      <p:bldP spid="32" grpId="0"/>
      <p:bldP spid="34" grpId="0"/>
      <p:bldP spid="3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0A4CA96-AE6B-4E07-4943-C3F6BFD448D9}"/>
              </a:ext>
            </a:extLst>
          </p:cNvPr>
          <p:cNvSpPr>
            <a:spLocks noGrp="1"/>
          </p:cNvSpPr>
          <p:nvPr>
            <p:ph type="title"/>
          </p:nvPr>
        </p:nvSpPr>
        <p:spPr>
          <a:xfrm>
            <a:off x="581192" y="702156"/>
            <a:ext cx="11029616" cy="1013800"/>
          </a:xfrm>
        </p:spPr>
        <p:txBody>
          <a:bodyPr>
            <a:normAutofit/>
          </a:bodyPr>
          <a:lstStyle/>
          <a:p>
            <a:r>
              <a:rPr lang="es-ES_tradnl" sz="3200">
                <a:latin typeface="Gill Sans MT (titulo)"/>
              </a:rPr>
              <a:t>Series uniformes / anualidades</a:t>
            </a:r>
          </a:p>
        </p:txBody>
      </p:sp>
      <p:sp>
        <p:nvSpPr>
          <p:cNvPr id="5" name="Rectángulo 4">
            <a:extLst>
              <a:ext uri="{FF2B5EF4-FFF2-40B4-BE49-F238E27FC236}">
                <a16:creationId xmlns:a16="http://schemas.microsoft.com/office/drawing/2014/main" id="{C781EAC6-2674-6C6D-1304-8EACC2F721C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355FC66-171A-A78C-8855-4735449A3C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2A9FE8E7-A80E-4344-A9AA-AC4AC88DA63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2" name="Straight Connector 12">
            <a:extLst>
              <a:ext uri="{FF2B5EF4-FFF2-40B4-BE49-F238E27FC236}">
                <a16:creationId xmlns:a16="http://schemas.microsoft.com/office/drawing/2014/main" id="{76671461-48B0-E70E-F1E7-0714FFCA2D19}"/>
              </a:ext>
            </a:extLst>
          </p:cNvPr>
          <p:cNvCxnSpPr/>
          <p:nvPr/>
        </p:nvCxnSpPr>
        <p:spPr>
          <a:xfrm>
            <a:off x="2701086" y="4166033"/>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Rectangle 23">
            <a:extLst>
              <a:ext uri="{FF2B5EF4-FFF2-40B4-BE49-F238E27FC236}">
                <a16:creationId xmlns:a16="http://schemas.microsoft.com/office/drawing/2014/main" id="{6EA12317-9277-194E-8732-23D1748686CE}"/>
              </a:ext>
            </a:extLst>
          </p:cNvPr>
          <p:cNvSpPr>
            <a:spLocks/>
          </p:cNvSpPr>
          <p:nvPr/>
        </p:nvSpPr>
        <p:spPr bwMode="auto">
          <a:xfrm flipH="1">
            <a:off x="2672918" y="3805625"/>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1" name="Rectangle 11">
            <a:extLst>
              <a:ext uri="{FF2B5EF4-FFF2-40B4-BE49-F238E27FC236}">
                <a16:creationId xmlns:a16="http://schemas.microsoft.com/office/drawing/2014/main" id="{10BE61D1-60DB-CC76-35B0-1B1D02548E57}"/>
              </a:ext>
            </a:extLst>
          </p:cNvPr>
          <p:cNvSpPr>
            <a:spLocks/>
          </p:cNvSpPr>
          <p:nvPr/>
        </p:nvSpPr>
        <p:spPr bwMode="auto">
          <a:xfrm>
            <a:off x="3105652" y="37971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4" name="Rectangle 14">
            <a:extLst>
              <a:ext uri="{FF2B5EF4-FFF2-40B4-BE49-F238E27FC236}">
                <a16:creationId xmlns:a16="http://schemas.microsoft.com/office/drawing/2014/main" id="{50D78FB4-6E15-BE1B-5BCE-FDB54DAB44F3}"/>
              </a:ext>
            </a:extLst>
          </p:cNvPr>
          <p:cNvSpPr>
            <a:spLocks/>
          </p:cNvSpPr>
          <p:nvPr/>
        </p:nvSpPr>
        <p:spPr bwMode="auto">
          <a:xfrm>
            <a:off x="3666266" y="37971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1" name="Rectangle 15">
            <a:extLst>
              <a:ext uri="{FF2B5EF4-FFF2-40B4-BE49-F238E27FC236}">
                <a16:creationId xmlns:a16="http://schemas.microsoft.com/office/drawing/2014/main" id="{52E4D8A9-CA2A-E490-F28C-57CB047BCEC0}"/>
              </a:ext>
            </a:extLst>
          </p:cNvPr>
          <p:cNvSpPr>
            <a:spLocks/>
          </p:cNvSpPr>
          <p:nvPr/>
        </p:nvSpPr>
        <p:spPr bwMode="auto">
          <a:xfrm>
            <a:off x="4230123" y="37971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2" name="Rectangle 16">
            <a:extLst>
              <a:ext uri="{FF2B5EF4-FFF2-40B4-BE49-F238E27FC236}">
                <a16:creationId xmlns:a16="http://schemas.microsoft.com/office/drawing/2014/main" id="{024E907C-2F6F-C51C-2E2B-51D8F6959E2C}"/>
              </a:ext>
            </a:extLst>
          </p:cNvPr>
          <p:cNvSpPr>
            <a:spLocks/>
          </p:cNvSpPr>
          <p:nvPr/>
        </p:nvSpPr>
        <p:spPr bwMode="auto">
          <a:xfrm>
            <a:off x="4836648" y="37971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23" name="Rectangle 17">
            <a:extLst>
              <a:ext uri="{FF2B5EF4-FFF2-40B4-BE49-F238E27FC236}">
                <a16:creationId xmlns:a16="http://schemas.microsoft.com/office/drawing/2014/main" id="{E7FD5ED0-E206-5B2A-16E6-3653B50F9679}"/>
              </a:ext>
            </a:extLst>
          </p:cNvPr>
          <p:cNvSpPr>
            <a:spLocks/>
          </p:cNvSpPr>
          <p:nvPr/>
        </p:nvSpPr>
        <p:spPr bwMode="auto">
          <a:xfrm>
            <a:off x="5439756" y="377801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25" name="Rectangle 18">
            <a:extLst>
              <a:ext uri="{FF2B5EF4-FFF2-40B4-BE49-F238E27FC236}">
                <a16:creationId xmlns:a16="http://schemas.microsoft.com/office/drawing/2014/main" id="{5AA6BDDE-90AA-C89D-06CE-CD492C6005BF}"/>
              </a:ext>
            </a:extLst>
          </p:cNvPr>
          <p:cNvSpPr>
            <a:spLocks/>
          </p:cNvSpPr>
          <p:nvPr/>
        </p:nvSpPr>
        <p:spPr bwMode="auto">
          <a:xfrm>
            <a:off x="5958605" y="37971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26" name="Rectangle 19">
            <a:extLst>
              <a:ext uri="{FF2B5EF4-FFF2-40B4-BE49-F238E27FC236}">
                <a16:creationId xmlns:a16="http://schemas.microsoft.com/office/drawing/2014/main" id="{6B913AB0-2BF7-50BD-6389-75B3856B9CFA}"/>
              </a:ext>
            </a:extLst>
          </p:cNvPr>
          <p:cNvSpPr>
            <a:spLocks/>
          </p:cNvSpPr>
          <p:nvPr/>
        </p:nvSpPr>
        <p:spPr bwMode="auto">
          <a:xfrm>
            <a:off x="6565128" y="37971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33" name="Straight Arrow Connector 26">
            <a:extLst>
              <a:ext uri="{FF2B5EF4-FFF2-40B4-BE49-F238E27FC236}">
                <a16:creationId xmlns:a16="http://schemas.microsoft.com/office/drawing/2014/main" id="{E1491820-4EB4-2066-D559-E9FEA0AA239A}"/>
              </a:ext>
            </a:extLst>
          </p:cNvPr>
          <p:cNvCxnSpPr/>
          <p:nvPr/>
        </p:nvCxnSpPr>
        <p:spPr>
          <a:xfrm>
            <a:off x="2718081" y="4166033"/>
            <a:ext cx="0" cy="1289915"/>
          </a:xfrm>
          <a:prstGeom prst="straightConnector1">
            <a:avLst/>
          </a:prstGeom>
          <a:ln>
            <a:solidFill>
              <a:srgbClr val="E2751D"/>
            </a:solidFill>
            <a:tailEnd type="arrow"/>
          </a:ln>
        </p:spPr>
        <p:style>
          <a:lnRef idx="2">
            <a:schemeClr val="accent1"/>
          </a:lnRef>
          <a:fillRef idx="0">
            <a:schemeClr val="accent1"/>
          </a:fillRef>
          <a:effectRef idx="1">
            <a:schemeClr val="accent1"/>
          </a:effectRef>
          <a:fontRef idx="minor">
            <a:schemeClr val="tx1"/>
          </a:fontRef>
        </p:style>
      </p:cxnSp>
      <p:sp>
        <p:nvSpPr>
          <p:cNvPr id="39" name="Rectangle 27">
            <a:extLst>
              <a:ext uri="{FF2B5EF4-FFF2-40B4-BE49-F238E27FC236}">
                <a16:creationId xmlns:a16="http://schemas.microsoft.com/office/drawing/2014/main" id="{1D566248-C299-3815-427D-7ED8E661A777}"/>
              </a:ext>
            </a:extLst>
          </p:cNvPr>
          <p:cNvSpPr>
            <a:spLocks/>
          </p:cNvSpPr>
          <p:nvPr/>
        </p:nvSpPr>
        <p:spPr bwMode="auto">
          <a:xfrm>
            <a:off x="1757502" y="5536264"/>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40" name="Rectangle 28">
            <a:extLst>
              <a:ext uri="{FF2B5EF4-FFF2-40B4-BE49-F238E27FC236}">
                <a16:creationId xmlns:a16="http://schemas.microsoft.com/office/drawing/2014/main" id="{6378397B-9D86-C4C8-827A-8D0C85D196E0}"/>
              </a:ext>
            </a:extLst>
          </p:cNvPr>
          <p:cNvSpPr>
            <a:spLocks/>
          </p:cNvSpPr>
          <p:nvPr/>
        </p:nvSpPr>
        <p:spPr bwMode="auto">
          <a:xfrm>
            <a:off x="7119801" y="37971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41" name="Rectangle 29">
            <a:extLst>
              <a:ext uri="{FF2B5EF4-FFF2-40B4-BE49-F238E27FC236}">
                <a16:creationId xmlns:a16="http://schemas.microsoft.com/office/drawing/2014/main" id="{C5740D29-2159-2F40-8D22-8A25D8F8DE36}"/>
              </a:ext>
            </a:extLst>
          </p:cNvPr>
          <p:cNvSpPr>
            <a:spLocks/>
          </p:cNvSpPr>
          <p:nvPr/>
        </p:nvSpPr>
        <p:spPr bwMode="auto">
          <a:xfrm>
            <a:off x="7713957" y="380562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42" name="Rectangle 30">
            <a:extLst>
              <a:ext uri="{FF2B5EF4-FFF2-40B4-BE49-F238E27FC236}">
                <a16:creationId xmlns:a16="http://schemas.microsoft.com/office/drawing/2014/main" id="{28160F68-B3FB-7DA6-EC45-0E5A99887F24}"/>
              </a:ext>
            </a:extLst>
          </p:cNvPr>
          <p:cNvSpPr>
            <a:spLocks/>
          </p:cNvSpPr>
          <p:nvPr/>
        </p:nvSpPr>
        <p:spPr bwMode="auto">
          <a:xfrm>
            <a:off x="8335176" y="37971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43" name="Rectangle 31">
            <a:extLst>
              <a:ext uri="{FF2B5EF4-FFF2-40B4-BE49-F238E27FC236}">
                <a16:creationId xmlns:a16="http://schemas.microsoft.com/office/drawing/2014/main" id="{EC64C3FD-D799-1CFC-0AC8-897653F66125}"/>
              </a:ext>
            </a:extLst>
          </p:cNvPr>
          <p:cNvSpPr>
            <a:spLocks/>
          </p:cNvSpPr>
          <p:nvPr/>
        </p:nvSpPr>
        <p:spPr bwMode="auto">
          <a:xfrm>
            <a:off x="8838437" y="37971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44" name="Rectangle 33">
            <a:extLst>
              <a:ext uri="{FF2B5EF4-FFF2-40B4-BE49-F238E27FC236}">
                <a16:creationId xmlns:a16="http://schemas.microsoft.com/office/drawing/2014/main" id="{9E9767E5-66A9-45CD-960E-092D82E7DE2A}"/>
              </a:ext>
            </a:extLst>
          </p:cNvPr>
          <p:cNvSpPr>
            <a:spLocks/>
          </p:cNvSpPr>
          <p:nvPr/>
        </p:nvSpPr>
        <p:spPr bwMode="auto">
          <a:xfrm>
            <a:off x="9384022" y="377801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45" name="Straight Arrow Connector 34">
            <a:extLst>
              <a:ext uri="{FF2B5EF4-FFF2-40B4-BE49-F238E27FC236}">
                <a16:creationId xmlns:a16="http://schemas.microsoft.com/office/drawing/2014/main" id="{3FF9F46C-F7CB-B152-42AE-D77087DEE1F3}"/>
              </a:ext>
            </a:extLst>
          </p:cNvPr>
          <p:cNvCxnSpPr/>
          <p:nvPr/>
        </p:nvCxnSpPr>
        <p:spPr>
          <a:xfrm>
            <a:off x="3259628" y="4178274"/>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35">
            <a:extLst>
              <a:ext uri="{FF2B5EF4-FFF2-40B4-BE49-F238E27FC236}">
                <a16:creationId xmlns:a16="http://schemas.microsoft.com/office/drawing/2014/main" id="{DF4E559D-892F-6345-EC63-4A08F6A96E23}"/>
              </a:ext>
            </a:extLst>
          </p:cNvPr>
          <p:cNvCxnSpPr/>
          <p:nvPr/>
        </p:nvCxnSpPr>
        <p:spPr>
          <a:xfrm>
            <a:off x="9574934" y="4178274"/>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36">
            <a:extLst>
              <a:ext uri="{FF2B5EF4-FFF2-40B4-BE49-F238E27FC236}">
                <a16:creationId xmlns:a16="http://schemas.microsoft.com/office/drawing/2014/main" id="{346226EE-9CFA-E35E-72C6-EA16B5C3DD53}"/>
              </a:ext>
            </a:extLst>
          </p:cNvPr>
          <p:cNvCxnSpPr/>
          <p:nvPr/>
        </p:nvCxnSpPr>
        <p:spPr>
          <a:xfrm>
            <a:off x="3259628" y="4799174"/>
            <a:ext cx="6315306" cy="0"/>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48" name="Rectangle 37">
            <a:extLst>
              <a:ext uri="{FF2B5EF4-FFF2-40B4-BE49-F238E27FC236}">
                <a16:creationId xmlns:a16="http://schemas.microsoft.com/office/drawing/2014/main" id="{42B51A9C-C4BD-6957-EC6C-B6EAEF352B26}"/>
              </a:ext>
            </a:extLst>
          </p:cNvPr>
          <p:cNvSpPr>
            <a:spLocks/>
          </p:cNvSpPr>
          <p:nvPr/>
        </p:nvSpPr>
        <p:spPr bwMode="auto">
          <a:xfrm>
            <a:off x="5352082" y="4404730"/>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 = 1’235.000</a:t>
            </a:r>
          </a:p>
        </p:txBody>
      </p:sp>
      <mc:AlternateContent xmlns:mc="http://schemas.openxmlformats.org/markup-compatibility/2006" xmlns:a14="http://schemas.microsoft.com/office/drawing/2010/main">
        <mc:Choice Requires="a14">
          <p:sp>
            <p:nvSpPr>
              <p:cNvPr id="49" name="CuadroTexto 48">
                <a:extLst>
                  <a:ext uri="{FF2B5EF4-FFF2-40B4-BE49-F238E27FC236}">
                    <a16:creationId xmlns:a16="http://schemas.microsoft.com/office/drawing/2014/main" id="{1CE00943-66C0-3413-92B3-04C4E5C3CD77}"/>
                  </a:ext>
                </a:extLst>
              </p:cNvPr>
              <p:cNvSpPr txBox="1"/>
              <p:nvPr/>
            </p:nvSpPr>
            <p:spPr>
              <a:xfrm>
                <a:off x="3442712" y="2038392"/>
                <a:ext cx="4614953" cy="69435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ES" sz="2000" b="0" i="0" smtClean="0">
                          <a:latin typeface="Cambria Math" panose="02040503050406030204" pitchFamily="18" charset="0"/>
                        </a:rPr>
                        <m:t>VP</m:t>
                      </m:r>
                      <m:r>
                        <a:rPr lang="es-ES" sz="2000" b="0" i="0" smtClean="0">
                          <a:latin typeface="Cambria Math" panose="02040503050406030204" pitchFamily="18" charset="0"/>
                        </a:rPr>
                        <m:t>=1.235.000</m:t>
                      </m:r>
                      <m:d>
                        <m:dPr>
                          <m:begChr m:val="["/>
                          <m:endChr m:val="]"/>
                          <m:ctrlPr>
                            <a:rPr lang="es-ES" sz="2000" b="0" i="1" smtClean="0">
                              <a:latin typeface="Cambria Math" panose="02040503050406030204" pitchFamily="18" charset="0"/>
                            </a:rPr>
                          </m:ctrlPr>
                        </m:dPr>
                        <m:e>
                          <m:f>
                            <m:fPr>
                              <m:ctrlPr>
                                <a:rPr lang="es-ES" sz="2000" b="0" i="1" smtClean="0">
                                  <a:latin typeface="Cambria Math" panose="02040503050406030204" pitchFamily="18" charset="0"/>
                                </a:rPr>
                              </m:ctrlPr>
                            </m:fPr>
                            <m:num>
                              <m:sSup>
                                <m:sSupPr>
                                  <m:ctrlPr>
                                    <a:rPr lang="es-ES" sz="2000" b="0" i="1" smtClean="0">
                                      <a:latin typeface="Cambria Math" panose="02040503050406030204" pitchFamily="18" charset="0"/>
                                    </a:rPr>
                                  </m:ctrlPr>
                                </m:sSupPr>
                                <m:e>
                                  <m:d>
                                    <m:dPr>
                                      <m:ctrlPr>
                                        <a:rPr lang="es-ES" sz="2000" b="0" i="1" smtClean="0">
                                          <a:latin typeface="Cambria Math" panose="02040503050406030204" pitchFamily="18" charset="0"/>
                                        </a:rPr>
                                      </m:ctrlPr>
                                    </m:dPr>
                                    <m:e>
                                      <m:r>
                                        <a:rPr lang="es-ES" sz="2000" b="0" i="1" smtClean="0">
                                          <a:latin typeface="Cambria Math" panose="02040503050406030204" pitchFamily="18" charset="0"/>
                                        </a:rPr>
                                        <m:t>1+7,19%</m:t>
                                      </m:r>
                                    </m:e>
                                  </m:d>
                                </m:e>
                                <m:sup>
                                  <m:r>
                                    <a:rPr lang="es-ES" sz="2000" b="0" i="1" smtClean="0">
                                      <a:latin typeface="Cambria Math" panose="02040503050406030204" pitchFamily="18" charset="0"/>
                                    </a:rPr>
                                    <m:t>12</m:t>
                                  </m:r>
                                </m:sup>
                              </m:sSup>
                              <m:r>
                                <a:rPr lang="es-ES" sz="2000" b="0" i="1" smtClean="0">
                                  <a:latin typeface="Cambria Math" panose="02040503050406030204" pitchFamily="18" charset="0"/>
                                </a:rPr>
                                <m:t>−1</m:t>
                              </m:r>
                            </m:num>
                            <m:den>
                              <m:r>
                                <a:rPr lang="es-ES" sz="2000" b="0" i="1" smtClean="0">
                                  <a:latin typeface="Cambria Math" panose="02040503050406030204" pitchFamily="18" charset="0"/>
                                </a:rPr>
                                <m:t>7,19%</m:t>
                              </m:r>
                              <m:sSup>
                                <m:sSupPr>
                                  <m:ctrlPr>
                                    <a:rPr lang="es-ES" sz="2000" b="0" i="1" smtClean="0">
                                      <a:latin typeface="Cambria Math" panose="02040503050406030204" pitchFamily="18" charset="0"/>
                                    </a:rPr>
                                  </m:ctrlPr>
                                </m:sSupPr>
                                <m:e>
                                  <m:d>
                                    <m:dPr>
                                      <m:ctrlPr>
                                        <a:rPr lang="es-ES" sz="2000" b="0" i="1" smtClean="0">
                                          <a:latin typeface="Cambria Math" panose="02040503050406030204" pitchFamily="18" charset="0"/>
                                        </a:rPr>
                                      </m:ctrlPr>
                                    </m:dPr>
                                    <m:e>
                                      <m:r>
                                        <a:rPr lang="es-ES" sz="2000" b="0" i="1" smtClean="0">
                                          <a:latin typeface="Cambria Math" panose="02040503050406030204" pitchFamily="18" charset="0"/>
                                        </a:rPr>
                                        <m:t>1+7,19%</m:t>
                                      </m:r>
                                    </m:e>
                                  </m:d>
                                </m:e>
                                <m:sup>
                                  <m:r>
                                    <a:rPr lang="es-ES" sz="2000" b="0" i="1" smtClean="0">
                                      <a:latin typeface="Cambria Math" panose="02040503050406030204" pitchFamily="18" charset="0"/>
                                    </a:rPr>
                                    <m:t>12</m:t>
                                  </m:r>
                                </m:sup>
                              </m:sSup>
                            </m:den>
                          </m:f>
                        </m:e>
                      </m:d>
                    </m:oMath>
                  </m:oMathPara>
                </a14:m>
                <a:endParaRPr lang="es-CO" sz="2000"/>
              </a:p>
            </p:txBody>
          </p:sp>
        </mc:Choice>
        <mc:Fallback xmlns="">
          <p:sp>
            <p:nvSpPr>
              <p:cNvPr id="49" name="CuadroTexto 48">
                <a:extLst>
                  <a:ext uri="{FF2B5EF4-FFF2-40B4-BE49-F238E27FC236}">
                    <a16:creationId xmlns:a16="http://schemas.microsoft.com/office/drawing/2014/main" id="{1CE00943-66C0-3413-92B3-04C4E5C3CD77}"/>
                  </a:ext>
                </a:extLst>
              </p:cNvPr>
              <p:cNvSpPr txBox="1">
                <a:spLocks noRot="1" noChangeAspect="1" noMove="1" noResize="1" noEditPoints="1" noAdjustHandles="1" noChangeArrowheads="1" noChangeShapeType="1" noTextEdit="1"/>
              </p:cNvSpPr>
              <p:nvPr/>
            </p:nvSpPr>
            <p:spPr>
              <a:xfrm>
                <a:off x="3442712" y="2038392"/>
                <a:ext cx="4614953" cy="694357"/>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0" name="CuadroTexto 49">
                <a:extLst>
                  <a:ext uri="{FF2B5EF4-FFF2-40B4-BE49-F238E27FC236}">
                    <a16:creationId xmlns:a16="http://schemas.microsoft.com/office/drawing/2014/main" id="{4FC536E2-A4D3-D8E5-420D-01A240802298}"/>
                  </a:ext>
                </a:extLst>
              </p:cNvPr>
              <p:cNvSpPr txBox="1"/>
              <p:nvPr/>
            </p:nvSpPr>
            <p:spPr>
              <a:xfrm>
                <a:off x="4127687" y="2996245"/>
                <a:ext cx="392333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ES" sz="2400" b="0" i="0" smtClean="0">
                          <a:latin typeface="Cambria Math" panose="02040503050406030204" pitchFamily="18" charset="0"/>
                        </a:rPr>
                        <m:t>VP</m:t>
                      </m:r>
                      <m:r>
                        <a:rPr lang="es-ES" sz="2400" b="0" i="0" smtClean="0">
                          <a:latin typeface="Cambria Math" panose="02040503050406030204" pitchFamily="18" charset="0"/>
                        </a:rPr>
                        <m:t>=9.71</m:t>
                      </m:r>
                      <m:r>
                        <a:rPr lang="es-ES" sz="2400" b="0" i="1" smtClean="0">
                          <a:latin typeface="Cambria Math" panose="02040503050406030204" pitchFamily="18" charset="0"/>
                        </a:rPr>
                        <m:t>2.522,61</m:t>
                      </m:r>
                    </m:oMath>
                  </m:oMathPara>
                </a14:m>
                <a:endParaRPr lang="es-CO" sz="2400"/>
              </a:p>
            </p:txBody>
          </p:sp>
        </mc:Choice>
        <mc:Fallback xmlns="">
          <p:sp>
            <p:nvSpPr>
              <p:cNvPr id="50" name="CuadroTexto 49">
                <a:extLst>
                  <a:ext uri="{FF2B5EF4-FFF2-40B4-BE49-F238E27FC236}">
                    <a16:creationId xmlns:a16="http://schemas.microsoft.com/office/drawing/2014/main" id="{4FC536E2-A4D3-D8E5-420D-01A240802298}"/>
                  </a:ext>
                </a:extLst>
              </p:cNvPr>
              <p:cNvSpPr txBox="1">
                <a:spLocks noRot="1" noChangeAspect="1" noMove="1" noResize="1" noEditPoints="1" noAdjustHandles="1" noChangeArrowheads="1" noChangeShapeType="1" noTextEdit="1"/>
              </p:cNvSpPr>
              <p:nvPr/>
            </p:nvSpPr>
            <p:spPr>
              <a:xfrm>
                <a:off x="4127687" y="2996245"/>
                <a:ext cx="3923330" cy="369332"/>
              </a:xfrm>
              <a:prstGeom prst="rect">
                <a:avLst/>
              </a:prstGeom>
              <a:blipFill>
                <a:blip r:embed="rId5"/>
                <a:stretch>
                  <a:fillRect b="-10000"/>
                </a:stretch>
              </a:blipFill>
            </p:spPr>
            <p:txBody>
              <a:bodyPr/>
              <a:lstStyle/>
              <a:p>
                <a:r>
                  <a:rPr lang="es-CO">
                    <a:noFill/>
                  </a:rPr>
                  <a:t> </a:t>
                </a:r>
              </a:p>
            </p:txBody>
          </p:sp>
        </mc:Fallback>
      </mc:AlternateContent>
      <p:sp>
        <p:nvSpPr>
          <p:cNvPr id="6" name="Slide Number Placeholder 3">
            <a:extLst>
              <a:ext uri="{FF2B5EF4-FFF2-40B4-BE49-F238E27FC236}">
                <a16:creationId xmlns:a16="http://schemas.microsoft.com/office/drawing/2014/main" id="{84838B82-4422-BA57-2E7D-03F179D9BD39}"/>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17</a:t>
            </a:fld>
            <a:endParaRPr lang="en-US" sz="2000" b="1">
              <a:latin typeface="Gill Sans MT (Títulos)"/>
            </a:endParaRPr>
          </a:p>
        </p:txBody>
      </p:sp>
    </p:spTree>
    <p:extLst>
      <p:ext uri="{BB962C8B-B14F-4D97-AF65-F5344CB8AC3E}">
        <p14:creationId xmlns:p14="http://schemas.microsoft.com/office/powerpoint/2010/main" val="2437242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4" grpId="0"/>
      <p:bldP spid="21" grpId="0"/>
      <p:bldP spid="22" grpId="0"/>
      <p:bldP spid="23" grpId="0"/>
      <p:bldP spid="25" grpId="0"/>
      <p:bldP spid="26" grpId="0"/>
      <p:bldP spid="39" grpId="0"/>
      <p:bldP spid="40" grpId="0"/>
      <p:bldP spid="41" grpId="0"/>
      <p:bldP spid="42" grpId="0"/>
      <p:bldP spid="43" grpId="0"/>
      <p:bldP spid="44" grpId="0"/>
      <p:bldP spid="4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581191" y="3945963"/>
            <a:ext cx="11029615" cy="585777"/>
          </a:xfrm>
        </p:spPr>
        <p:txBody>
          <a:bodyPr>
            <a:normAutofit/>
          </a:bodyPr>
          <a:lstStyle/>
          <a:p>
            <a:pPr marL="0" indent="0" algn="ctr">
              <a:buNone/>
            </a:pPr>
            <a:r>
              <a:rPr lang="es-ES_tradnl" sz="2400">
                <a:solidFill>
                  <a:srgbClr val="800000"/>
                </a:solidFill>
              </a:rPr>
              <a:t>¿Cuál es el monto uniforme equivalente a un valor futuro?</a:t>
            </a:r>
          </a:p>
        </p:txBody>
      </p:sp>
      <p:sp>
        <p:nvSpPr>
          <p:cNvPr id="7" name="Content Placeholder 2"/>
          <p:cNvSpPr txBox="1">
            <a:spLocks/>
          </p:cNvSpPr>
          <p:nvPr/>
        </p:nvSpPr>
        <p:spPr>
          <a:xfrm>
            <a:off x="581191" y="4659451"/>
            <a:ext cx="11029614" cy="585777"/>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2400" dirty="0">
                <a:solidFill>
                  <a:srgbClr val="800000"/>
                </a:solidFill>
              </a:rPr>
              <a:t>¿Cuál es el flujo constante equivalente a un valor presente?</a:t>
            </a:r>
          </a:p>
        </p:txBody>
      </p:sp>
      <p:pic>
        <p:nvPicPr>
          <p:cNvPr id="10" name="Picture 9" descr="latex-image-1.pdf">
            <a:extLst>
              <a:ext uri="{FF2B5EF4-FFF2-40B4-BE49-F238E27FC236}">
                <a16:creationId xmlns:a16="http://schemas.microsoft.com/office/drawing/2014/main" id="{32D8439B-E59E-4E20-A15C-AB2D6F8745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3700" y="2494190"/>
            <a:ext cx="3230339" cy="829025"/>
          </a:xfrm>
          <a:prstGeom prst="rect">
            <a:avLst/>
          </a:prstGeom>
        </p:spPr>
      </p:pic>
      <p:pic>
        <p:nvPicPr>
          <p:cNvPr id="11" name="Picture 10" descr="latex-image-1.pdf">
            <a:extLst>
              <a:ext uri="{FF2B5EF4-FFF2-40B4-BE49-F238E27FC236}">
                <a16:creationId xmlns:a16="http://schemas.microsoft.com/office/drawing/2014/main" id="{06357395-9F2E-4F3F-9A08-B789FCE484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62107" y="2434975"/>
            <a:ext cx="3396193" cy="876762"/>
          </a:xfrm>
          <a:prstGeom prst="rect">
            <a:avLst/>
          </a:prstGeom>
        </p:spPr>
      </p:pic>
      <p:sp>
        <p:nvSpPr>
          <p:cNvPr id="12" name="Content Placeholder 2">
            <a:extLst>
              <a:ext uri="{FF2B5EF4-FFF2-40B4-BE49-F238E27FC236}">
                <a16:creationId xmlns:a16="http://schemas.microsoft.com/office/drawing/2014/main" id="{643B5E24-9A50-41A3-800F-E864E934F27E}"/>
              </a:ext>
            </a:extLst>
          </p:cNvPr>
          <p:cNvSpPr txBox="1">
            <a:spLocks/>
          </p:cNvSpPr>
          <p:nvPr/>
        </p:nvSpPr>
        <p:spPr>
          <a:xfrm>
            <a:off x="2290760" y="1998578"/>
            <a:ext cx="7610476" cy="414338"/>
          </a:xfrm>
          <a:prstGeom prst="rect">
            <a:avLst/>
          </a:prstGeom>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s-ES_tradnl" sz="2400" dirty="0">
                <a:solidFill>
                  <a:srgbClr val="800000"/>
                </a:solidFill>
              </a:rPr>
              <a:t>Si sabemos que:</a:t>
            </a:r>
          </a:p>
        </p:txBody>
      </p:sp>
      <p:sp>
        <p:nvSpPr>
          <p:cNvPr id="3" name="Title 1">
            <a:extLst>
              <a:ext uri="{FF2B5EF4-FFF2-40B4-BE49-F238E27FC236}">
                <a16:creationId xmlns:a16="http://schemas.microsoft.com/office/drawing/2014/main" id="{8C5E015F-D9BB-F431-BC87-FEEBDF61F4D0}"/>
              </a:ext>
            </a:extLst>
          </p:cNvPr>
          <p:cNvSpPr>
            <a:spLocks noGrp="1"/>
          </p:cNvSpPr>
          <p:nvPr>
            <p:ph type="title"/>
          </p:nvPr>
        </p:nvSpPr>
        <p:spPr>
          <a:xfrm>
            <a:off x="581192" y="702156"/>
            <a:ext cx="11029616" cy="1013800"/>
          </a:xfrm>
        </p:spPr>
        <p:txBody>
          <a:bodyPr>
            <a:normAutofit/>
          </a:bodyPr>
          <a:lstStyle/>
          <a:p>
            <a:r>
              <a:rPr lang="es-ES_tradnl" sz="3200">
                <a:latin typeface="Gill Sans MT (titulo)"/>
              </a:rPr>
              <a:t>Series uniformes / anualidades</a:t>
            </a:r>
          </a:p>
        </p:txBody>
      </p:sp>
      <p:sp>
        <p:nvSpPr>
          <p:cNvPr id="6" name="Rectángulo 5">
            <a:extLst>
              <a:ext uri="{FF2B5EF4-FFF2-40B4-BE49-F238E27FC236}">
                <a16:creationId xmlns:a16="http://schemas.microsoft.com/office/drawing/2014/main" id="{3EC5689A-FFBD-365D-FD35-CBD52CE8C56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4BAC09A7-C07D-E0C5-C4BF-ACDCE2496E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2A45F7F5-FA25-0B2B-29DF-4F97710581F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9EE4B201-6971-971D-8E46-BC3DB95A1E11}"/>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18</a:t>
            </a:fld>
            <a:endParaRPr lang="en-US" sz="2000" b="1" dirty="0">
              <a:latin typeface="Gill Sans MT (Títulos)"/>
            </a:endParaRPr>
          </a:p>
        </p:txBody>
      </p:sp>
    </p:spTree>
    <p:extLst>
      <p:ext uri="{BB962C8B-B14F-4D97-AF65-F5344CB8AC3E}">
        <p14:creationId xmlns:p14="http://schemas.microsoft.com/office/powerpoint/2010/main" val="2727821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643B5E24-9A50-41A3-800F-E864E934F27E}"/>
              </a:ext>
            </a:extLst>
          </p:cNvPr>
          <p:cNvSpPr txBox="1">
            <a:spLocks/>
          </p:cNvSpPr>
          <p:nvPr/>
        </p:nvSpPr>
        <p:spPr>
          <a:xfrm>
            <a:off x="2290762" y="1885553"/>
            <a:ext cx="7610476" cy="414338"/>
          </a:xfrm>
          <a:prstGeom prst="rect">
            <a:avLst/>
          </a:prstGeom>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defRPr/>
            </a:pPr>
            <a:r>
              <a:rPr lang="es-ES_tradnl" sz="2400">
                <a:solidFill>
                  <a:srgbClr val="800000"/>
                </a:solidFill>
                <a:latin typeface="Calibri" panose="020F0502020204030204"/>
              </a:rPr>
              <a:t>Gráficamente…</a:t>
            </a:r>
          </a:p>
        </p:txBody>
      </p:sp>
      <p:cxnSp>
        <p:nvCxnSpPr>
          <p:cNvPr id="13" name="Straight Connector 12">
            <a:extLst>
              <a:ext uri="{FF2B5EF4-FFF2-40B4-BE49-F238E27FC236}">
                <a16:creationId xmlns:a16="http://schemas.microsoft.com/office/drawing/2014/main" id="{4B5202DC-DB0C-4A2E-AB46-E499E1DD65F8}"/>
              </a:ext>
            </a:extLst>
          </p:cNvPr>
          <p:cNvCxnSpPr/>
          <p:nvPr/>
        </p:nvCxnSpPr>
        <p:spPr>
          <a:xfrm>
            <a:off x="7321609" y="3429005"/>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ED19F588-7088-4758-8554-9136C9BEB3D9}"/>
              </a:ext>
            </a:extLst>
          </p:cNvPr>
          <p:cNvCxnSpPr/>
          <p:nvPr/>
        </p:nvCxnSpPr>
        <p:spPr>
          <a:xfrm flipV="1">
            <a:off x="7836522" y="2754732"/>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0A9BFED7-C2B7-457A-B660-041CA3783EB0}"/>
              </a:ext>
            </a:extLst>
          </p:cNvPr>
          <p:cNvSpPr>
            <a:spLocks/>
          </p:cNvSpPr>
          <p:nvPr/>
        </p:nvSpPr>
        <p:spPr bwMode="auto">
          <a:xfrm>
            <a:off x="7646007" y="35213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6" name="Rectangle 15">
            <a:extLst>
              <a:ext uri="{FF2B5EF4-FFF2-40B4-BE49-F238E27FC236}">
                <a16:creationId xmlns:a16="http://schemas.microsoft.com/office/drawing/2014/main" id="{5E5AD6E3-F983-46A3-9976-5214E2381EFA}"/>
              </a:ext>
            </a:extLst>
          </p:cNvPr>
          <p:cNvSpPr>
            <a:spLocks/>
          </p:cNvSpPr>
          <p:nvPr/>
        </p:nvSpPr>
        <p:spPr bwMode="auto">
          <a:xfrm>
            <a:off x="8236746" y="35213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7" name="Rectangle 16">
            <a:extLst>
              <a:ext uri="{FF2B5EF4-FFF2-40B4-BE49-F238E27FC236}">
                <a16:creationId xmlns:a16="http://schemas.microsoft.com/office/drawing/2014/main" id="{FD99ABC3-75FE-4B2F-A9CE-910A4D6730A5}"/>
              </a:ext>
            </a:extLst>
          </p:cNvPr>
          <p:cNvSpPr>
            <a:spLocks/>
          </p:cNvSpPr>
          <p:nvPr/>
        </p:nvSpPr>
        <p:spPr bwMode="auto">
          <a:xfrm>
            <a:off x="8849962" y="353529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18" name="Rectangle 17">
            <a:extLst>
              <a:ext uri="{FF2B5EF4-FFF2-40B4-BE49-F238E27FC236}">
                <a16:creationId xmlns:a16="http://schemas.microsoft.com/office/drawing/2014/main" id="{6481D10C-F8D0-4DD0-8B3C-ECC8681DE46C}"/>
              </a:ext>
            </a:extLst>
          </p:cNvPr>
          <p:cNvSpPr>
            <a:spLocks/>
          </p:cNvSpPr>
          <p:nvPr/>
        </p:nvSpPr>
        <p:spPr bwMode="auto">
          <a:xfrm>
            <a:off x="7153078" y="35213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9" name="Rectangle 18">
            <a:extLst>
              <a:ext uri="{FF2B5EF4-FFF2-40B4-BE49-F238E27FC236}">
                <a16:creationId xmlns:a16="http://schemas.microsoft.com/office/drawing/2014/main" id="{E59D9CD0-68DC-4248-92E1-677E8B19483D}"/>
              </a:ext>
            </a:extLst>
          </p:cNvPr>
          <p:cNvSpPr>
            <a:spLocks/>
          </p:cNvSpPr>
          <p:nvPr/>
        </p:nvSpPr>
        <p:spPr bwMode="auto">
          <a:xfrm>
            <a:off x="9468951" y="353529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cxnSp>
        <p:nvCxnSpPr>
          <p:cNvPr id="20" name="Straight Connector 19">
            <a:extLst>
              <a:ext uri="{FF2B5EF4-FFF2-40B4-BE49-F238E27FC236}">
                <a16:creationId xmlns:a16="http://schemas.microsoft.com/office/drawing/2014/main" id="{475E69C3-B48F-4D22-99AD-0AC5756FAC18}"/>
              </a:ext>
            </a:extLst>
          </p:cNvPr>
          <p:cNvCxnSpPr/>
          <p:nvPr/>
        </p:nvCxnSpPr>
        <p:spPr>
          <a:xfrm>
            <a:off x="2227296" y="3429005"/>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321FFA1D-E7FF-4F83-8734-C5A231ABCF78}"/>
              </a:ext>
            </a:extLst>
          </p:cNvPr>
          <p:cNvCxnSpPr/>
          <p:nvPr/>
        </p:nvCxnSpPr>
        <p:spPr>
          <a:xfrm flipV="1">
            <a:off x="2242110" y="2436958"/>
            <a:ext cx="0" cy="97809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59C38345-D717-4990-BD9E-B1765AC66E77}"/>
              </a:ext>
            </a:extLst>
          </p:cNvPr>
          <p:cNvSpPr>
            <a:spLocks/>
          </p:cNvSpPr>
          <p:nvPr/>
        </p:nvSpPr>
        <p:spPr bwMode="auto">
          <a:xfrm>
            <a:off x="2551694" y="35213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3" name="Rectangle 22">
            <a:extLst>
              <a:ext uri="{FF2B5EF4-FFF2-40B4-BE49-F238E27FC236}">
                <a16:creationId xmlns:a16="http://schemas.microsoft.com/office/drawing/2014/main" id="{D0E8892F-74C2-44A9-AE03-6C9AC67A656E}"/>
              </a:ext>
            </a:extLst>
          </p:cNvPr>
          <p:cNvSpPr>
            <a:spLocks/>
          </p:cNvSpPr>
          <p:nvPr/>
        </p:nvSpPr>
        <p:spPr bwMode="auto">
          <a:xfrm>
            <a:off x="3142433" y="352133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4" name="Rectangle 23">
            <a:extLst>
              <a:ext uri="{FF2B5EF4-FFF2-40B4-BE49-F238E27FC236}">
                <a16:creationId xmlns:a16="http://schemas.microsoft.com/office/drawing/2014/main" id="{B8A4F501-84AD-4B2E-9661-CDC7D093A3B3}"/>
              </a:ext>
            </a:extLst>
          </p:cNvPr>
          <p:cNvSpPr>
            <a:spLocks/>
          </p:cNvSpPr>
          <p:nvPr/>
        </p:nvSpPr>
        <p:spPr bwMode="auto">
          <a:xfrm>
            <a:off x="3755649" y="353529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25" name="Rectangle 24">
            <a:extLst>
              <a:ext uri="{FF2B5EF4-FFF2-40B4-BE49-F238E27FC236}">
                <a16:creationId xmlns:a16="http://schemas.microsoft.com/office/drawing/2014/main" id="{D8D29C12-E644-4943-8206-FCEF5F7D67F2}"/>
              </a:ext>
            </a:extLst>
          </p:cNvPr>
          <p:cNvSpPr>
            <a:spLocks/>
          </p:cNvSpPr>
          <p:nvPr/>
        </p:nvSpPr>
        <p:spPr bwMode="auto">
          <a:xfrm>
            <a:off x="2058765" y="353529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6" name="Rectangle 25">
            <a:extLst>
              <a:ext uri="{FF2B5EF4-FFF2-40B4-BE49-F238E27FC236}">
                <a16:creationId xmlns:a16="http://schemas.microsoft.com/office/drawing/2014/main" id="{4AA2C702-F3F1-4E2F-A0A2-9566F437244C}"/>
              </a:ext>
            </a:extLst>
          </p:cNvPr>
          <p:cNvSpPr>
            <a:spLocks/>
          </p:cNvSpPr>
          <p:nvPr/>
        </p:nvSpPr>
        <p:spPr bwMode="auto">
          <a:xfrm>
            <a:off x="4374638" y="353529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27" name="Right Arrow 23">
            <a:extLst>
              <a:ext uri="{FF2B5EF4-FFF2-40B4-BE49-F238E27FC236}">
                <a16:creationId xmlns:a16="http://schemas.microsoft.com/office/drawing/2014/main" id="{03926BAF-8C2D-405A-B5CE-C21D248D109B}"/>
              </a:ext>
            </a:extLst>
          </p:cNvPr>
          <p:cNvSpPr/>
          <p:nvPr/>
        </p:nvSpPr>
        <p:spPr>
          <a:xfrm>
            <a:off x="5375639" y="2709432"/>
            <a:ext cx="1046624"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8" name="Rectangle 27">
            <a:extLst>
              <a:ext uri="{FF2B5EF4-FFF2-40B4-BE49-F238E27FC236}">
                <a16:creationId xmlns:a16="http://schemas.microsoft.com/office/drawing/2014/main" id="{9BE36797-DCEB-40F1-84B5-0C6732A70634}"/>
              </a:ext>
            </a:extLst>
          </p:cNvPr>
          <p:cNvSpPr>
            <a:spLocks/>
          </p:cNvSpPr>
          <p:nvPr/>
        </p:nvSpPr>
        <p:spPr bwMode="auto">
          <a:xfrm>
            <a:off x="2087385" y="216898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VP</a:t>
            </a:r>
          </a:p>
        </p:txBody>
      </p:sp>
      <p:cxnSp>
        <p:nvCxnSpPr>
          <p:cNvPr id="29" name="Straight Arrow Connector 28">
            <a:extLst>
              <a:ext uri="{FF2B5EF4-FFF2-40B4-BE49-F238E27FC236}">
                <a16:creationId xmlns:a16="http://schemas.microsoft.com/office/drawing/2014/main" id="{1507333E-6C4E-4B3F-85D1-EBFFF2240617}"/>
              </a:ext>
            </a:extLst>
          </p:cNvPr>
          <p:cNvCxnSpPr/>
          <p:nvPr/>
        </p:nvCxnSpPr>
        <p:spPr>
          <a:xfrm flipV="1">
            <a:off x="8418016" y="2752636"/>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D63D03C-C0B8-4AA3-9957-B27484768C35}"/>
              </a:ext>
            </a:extLst>
          </p:cNvPr>
          <p:cNvCxnSpPr/>
          <p:nvPr/>
        </p:nvCxnSpPr>
        <p:spPr>
          <a:xfrm flipV="1">
            <a:off x="9018749" y="2754733"/>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330BC036-7D50-45B8-854F-4EB2A6420074}"/>
              </a:ext>
            </a:extLst>
          </p:cNvPr>
          <p:cNvCxnSpPr/>
          <p:nvPr/>
        </p:nvCxnSpPr>
        <p:spPr>
          <a:xfrm flipV="1">
            <a:off x="9619481" y="2754732"/>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C5C886B1-FA4C-4818-8B05-6C500F34CA39}"/>
              </a:ext>
            </a:extLst>
          </p:cNvPr>
          <p:cNvSpPr>
            <a:spLocks/>
          </p:cNvSpPr>
          <p:nvPr/>
        </p:nvSpPr>
        <p:spPr bwMode="auto">
          <a:xfrm>
            <a:off x="8246857" y="239254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33" name="Rectangle 32">
            <a:extLst>
              <a:ext uri="{FF2B5EF4-FFF2-40B4-BE49-F238E27FC236}">
                <a16:creationId xmlns:a16="http://schemas.microsoft.com/office/drawing/2014/main" id="{D428941D-CC15-4983-A78B-2161CEA70B75}"/>
              </a:ext>
            </a:extLst>
          </p:cNvPr>
          <p:cNvSpPr>
            <a:spLocks/>
          </p:cNvSpPr>
          <p:nvPr/>
        </p:nvSpPr>
        <p:spPr bwMode="auto">
          <a:xfrm>
            <a:off x="8849962" y="239254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34" name="Rectangle 33">
            <a:extLst>
              <a:ext uri="{FF2B5EF4-FFF2-40B4-BE49-F238E27FC236}">
                <a16:creationId xmlns:a16="http://schemas.microsoft.com/office/drawing/2014/main" id="{351BE4B3-B2B2-49B3-A124-70DF03AA7189}"/>
              </a:ext>
            </a:extLst>
          </p:cNvPr>
          <p:cNvSpPr>
            <a:spLocks/>
          </p:cNvSpPr>
          <p:nvPr/>
        </p:nvSpPr>
        <p:spPr bwMode="auto">
          <a:xfrm>
            <a:off x="7667992" y="239254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35" name="Rectangle 34">
            <a:extLst>
              <a:ext uri="{FF2B5EF4-FFF2-40B4-BE49-F238E27FC236}">
                <a16:creationId xmlns:a16="http://schemas.microsoft.com/office/drawing/2014/main" id="{66636CDA-BD19-4A92-9CBB-E40504C2B38D}"/>
              </a:ext>
            </a:extLst>
          </p:cNvPr>
          <p:cNvSpPr>
            <a:spLocks/>
          </p:cNvSpPr>
          <p:nvPr/>
        </p:nvSpPr>
        <p:spPr bwMode="auto">
          <a:xfrm>
            <a:off x="9450951" y="239254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cxnSp>
        <p:nvCxnSpPr>
          <p:cNvPr id="36" name="Straight Connector 35">
            <a:extLst>
              <a:ext uri="{FF2B5EF4-FFF2-40B4-BE49-F238E27FC236}">
                <a16:creationId xmlns:a16="http://schemas.microsoft.com/office/drawing/2014/main" id="{2D875CC2-7EF3-4292-8523-EAEB9A73A8BE}"/>
              </a:ext>
            </a:extLst>
          </p:cNvPr>
          <p:cNvCxnSpPr/>
          <p:nvPr/>
        </p:nvCxnSpPr>
        <p:spPr>
          <a:xfrm>
            <a:off x="7315590" y="5732671"/>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3D3F531C-3DF9-4AAD-8654-6776499BCCC6}"/>
              </a:ext>
            </a:extLst>
          </p:cNvPr>
          <p:cNvCxnSpPr/>
          <p:nvPr/>
        </p:nvCxnSpPr>
        <p:spPr>
          <a:xfrm flipV="1">
            <a:off x="7830503" y="5058398"/>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D903DA83-C0AF-4091-B4AE-18F02ACF1D21}"/>
              </a:ext>
            </a:extLst>
          </p:cNvPr>
          <p:cNvSpPr>
            <a:spLocks/>
          </p:cNvSpPr>
          <p:nvPr/>
        </p:nvSpPr>
        <p:spPr bwMode="auto">
          <a:xfrm>
            <a:off x="7639988" y="582500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9" name="Rectangle 38">
            <a:extLst>
              <a:ext uri="{FF2B5EF4-FFF2-40B4-BE49-F238E27FC236}">
                <a16:creationId xmlns:a16="http://schemas.microsoft.com/office/drawing/2014/main" id="{8C28E471-DEB0-429F-94F4-154667E1BCF6}"/>
              </a:ext>
            </a:extLst>
          </p:cNvPr>
          <p:cNvSpPr>
            <a:spLocks/>
          </p:cNvSpPr>
          <p:nvPr/>
        </p:nvSpPr>
        <p:spPr bwMode="auto">
          <a:xfrm>
            <a:off x="8230727" y="582500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40" name="Rectangle 39">
            <a:extLst>
              <a:ext uri="{FF2B5EF4-FFF2-40B4-BE49-F238E27FC236}">
                <a16:creationId xmlns:a16="http://schemas.microsoft.com/office/drawing/2014/main" id="{CB7282E1-90E7-4FE9-B58D-9EDBFAF199E7}"/>
              </a:ext>
            </a:extLst>
          </p:cNvPr>
          <p:cNvSpPr>
            <a:spLocks/>
          </p:cNvSpPr>
          <p:nvPr/>
        </p:nvSpPr>
        <p:spPr bwMode="auto">
          <a:xfrm>
            <a:off x="8843943" y="583896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41" name="Rectangle 40">
            <a:extLst>
              <a:ext uri="{FF2B5EF4-FFF2-40B4-BE49-F238E27FC236}">
                <a16:creationId xmlns:a16="http://schemas.microsoft.com/office/drawing/2014/main" id="{C2F4F47E-A5C6-4A70-8E69-D102F1C2923B}"/>
              </a:ext>
            </a:extLst>
          </p:cNvPr>
          <p:cNvSpPr>
            <a:spLocks/>
          </p:cNvSpPr>
          <p:nvPr/>
        </p:nvSpPr>
        <p:spPr bwMode="auto">
          <a:xfrm>
            <a:off x="7147059" y="582500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42" name="Rectangle 41">
            <a:extLst>
              <a:ext uri="{FF2B5EF4-FFF2-40B4-BE49-F238E27FC236}">
                <a16:creationId xmlns:a16="http://schemas.microsoft.com/office/drawing/2014/main" id="{3DC69E7F-8F79-435F-A704-56DCD4F694C0}"/>
              </a:ext>
            </a:extLst>
          </p:cNvPr>
          <p:cNvSpPr>
            <a:spLocks/>
          </p:cNvSpPr>
          <p:nvPr/>
        </p:nvSpPr>
        <p:spPr bwMode="auto">
          <a:xfrm>
            <a:off x="9462932" y="583896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cxnSp>
        <p:nvCxnSpPr>
          <p:cNvPr id="43" name="Straight Arrow Connector 42">
            <a:extLst>
              <a:ext uri="{FF2B5EF4-FFF2-40B4-BE49-F238E27FC236}">
                <a16:creationId xmlns:a16="http://schemas.microsoft.com/office/drawing/2014/main" id="{6C9FF555-2096-4D30-8828-07FECEA682F9}"/>
              </a:ext>
            </a:extLst>
          </p:cNvPr>
          <p:cNvCxnSpPr/>
          <p:nvPr/>
        </p:nvCxnSpPr>
        <p:spPr>
          <a:xfrm flipV="1">
            <a:off x="8411997" y="5056302"/>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103893D1-B728-420D-B16C-C5A080D2A86D}"/>
              </a:ext>
            </a:extLst>
          </p:cNvPr>
          <p:cNvCxnSpPr/>
          <p:nvPr/>
        </p:nvCxnSpPr>
        <p:spPr>
          <a:xfrm flipV="1">
            <a:off x="9012730" y="5058399"/>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B8E78C37-9BE9-46F5-B9CC-8A69717703E1}"/>
              </a:ext>
            </a:extLst>
          </p:cNvPr>
          <p:cNvCxnSpPr/>
          <p:nvPr/>
        </p:nvCxnSpPr>
        <p:spPr>
          <a:xfrm flipV="1">
            <a:off x="9613462" y="5058398"/>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46" name="Rectangle 45">
            <a:extLst>
              <a:ext uri="{FF2B5EF4-FFF2-40B4-BE49-F238E27FC236}">
                <a16:creationId xmlns:a16="http://schemas.microsoft.com/office/drawing/2014/main" id="{98A82786-74EE-4DD5-8FA7-3F471936E422}"/>
              </a:ext>
            </a:extLst>
          </p:cNvPr>
          <p:cNvSpPr>
            <a:spLocks/>
          </p:cNvSpPr>
          <p:nvPr/>
        </p:nvSpPr>
        <p:spPr bwMode="auto">
          <a:xfrm>
            <a:off x="8240838" y="469621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47" name="Rectangle 46">
            <a:extLst>
              <a:ext uri="{FF2B5EF4-FFF2-40B4-BE49-F238E27FC236}">
                <a16:creationId xmlns:a16="http://schemas.microsoft.com/office/drawing/2014/main" id="{236F9A0E-5291-4717-8B91-E14367308C8D}"/>
              </a:ext>
            </a:extLst>
          </p:cNvPr>
          <p:cNvSpPr>
            <a:spLocks/>
          </p:cNvSpPr>
          <p:nvPr/>
        </p:nvSpPr>
        <p:spPr bwMode="auto">
          <a:xfrm>
            <a:off x="8843943" y="469621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48" name="Rectangle 47">
            <a:extLst>
              <a:ext uri="{FF2B5EF4-FFF2-40B4-BE49-F238E27FC236}">
                <a16:creationId xmlns:a16="http://schemas.microsoft.com/office/drawing/2014/main" id="{2D1D92E6-1C02-4293-8D8F-8CAD9E4CD311}"/>
              </a:ext>
            </a:extLst>
          </p:cNvPr>
          <p:cNvSpPr>
            <a:spLocks/>
          </p:cNvSpPr>
          <p:nvPr/>
        </p:nvSpPr>
        <p:spPr bwMode="auto">
          <a:xfrm>
            <a:off x="7661973" y="469621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49" name="Rectangle 48">
            <a:extLst>
              <a:ext uri="{FF2B5EF4-FFF2-40B4-BE49-F238E27FC236}">
                <a16:creationId xmlns:a16="http://schemas.microsoft.com/office/drawing/2014/main" id="{F1E42E92-51CA-42BD-A8E6-3FDB66ED9BAA}"/>
              </a:ext>
            </a:extLst>
          </p:cNvPr>
          <p:cNvSpPr>
            <a:spLocks/>
          </p:cNvSpPr>
          <p:nvPr/>
        </p:nvSpPr>
        <p:spPr bwMode="auto">
          <a:xfrm>
            <a:off x="9444932" y="469621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a:t>
            </a:r>
          </a:p>
        </p:txBody>
      </p:sp>
      <p:cxnSp>
        <p:nvCxnSpPr>
          <p:cNvPr id="50" name="Straight Connector 49">
            <a:extLst>
              <a:ext uri="{FF2B5EF4-FFF2-40B4-BE49-F238E27FC236}">
                <a16:creationId xmlns:a16="http://schemas.microsoft.com/office/drawing/2014/main" id="{C8058522-C0DA-4113-8322-603EC714DDE3}"/>
              </a:ext>
            </a:extLst>
          </p:cNvPr>
          <p:cNvCxnSpPr/>
          <p:nvPr/>
        </p:nvCxnSpPr>
        <p:spPr>
          <a:xfrm>
            <a:off x="2227296" y="5855781"/>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74A6B9E7-5916-48D2-A744-B0FAAB8A6B2B}"/>
              </a:ext>
            </a:extLst>
          </p:cNvPr>
          <p:cNvCxnSpPr/>
          <p:nvPr/>
        </p:nvCxnSpPr>
        <p:spPr>
          <a:xfrm flipV="1">
            <a:off x="4543168" y="4877691"/>
            <a:ext cx="0" cy="97809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52" name="Rectangle 51">
            <a:extLst>
              <a:ext uri="{FF2B5EF4-FFF2-40B4-BE49-F238E27FC236}">
                <a16:creationId xmlns:a16="http://schemas.microsoft.com/office/drawing/2014/main" id="{C96BB205-0AAE-49C5-8204-6495841387FF}"/>
              </a:ext>
            </a:extLst>
          </p:cNvPr>
          <p:cNvSpPr>
            <a:spLocks/>
          </p:cNvSpPr>
          <p:nvPr/>
        </p:nvSpPr>
        <p:spPr bwMode="auto">
          <a:xfrm>
            <a:off x="2551694" y="594811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53" name="Rectangle 52">
            <a:extLst>
              <a:ext uri="{FF2B5EF4-FFF2-40B4-BE49-F238E27FC236}">
                <a16:creationId xmlns:a16="http://schemas.microsoft.com/office/drawing/2014/main" id="{4A7DAB74-0946-4E87-A758-07975FF35850}"/>
              </a:ext>
            </a:extLst>
          </p:cNvPr>
          <p:cNvSpPr>
            <a:spLocks/>
          </p:cNvSpPr>
          <p:nvPr/>
        </p:nvSpPr>
        <p:spPr bwMode="auto">
          <a:xfrm>
            <a:off x="3142433" y="594811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54" name="Rectangle 53">
            <a:extLst>
              <a:ext uri="{FF2B5EF4-FFF2-40B4-BE49-F238E27FC236}">
                <a16:creationId xmlns:a16="http://schemas.microsoft.com/office/drawing/2014/main" id="{738ED672-3134-4E3F-86FC-DD6401CA79A9}"/>
              </a:ext>
            </a:extLst>
          </p:cNvPr>
          <p:cNvSpPr>
            <a:spLocks/>
          </p:cNvSpPr>
          <p:nvPr/>
        </p:nvSpPr>
        <p:spPr bwMode="auto">
          <a:xfrm>
            <a:off x="3755649" y="596207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55" name="Rectangle 54">
            <a:extLst>
              <a:ext uri="{FF2B5EF4-FFF2-40B4-BE49-F238E27FC236}">
                <a16:creationId xmlns:a16="http://schemas.microsoft.com/office/drawing/2014/main" id="{A0CFC0B9-E1E0-4662-999A-2A9923659039}"/>
              </a:ext>
            </a:extLst>
          </p:cNvPr>
          <p:cNvSpPr>
            <a:spLocks/>
          </p:cNvSpPr>
          <p:nvPr/>
        </p:nvSpPr>
        <p:spPr bwMode="auto">
          <a:xfrm>
            <a:off x="2058765" y="596207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56" name="Rectangle 55">
            <a:extLst>
              <a:ext uri="{FF2B5EF4-FFF2-40B4-BE49-F238E27FC236}">
                <a16:creationId xmlns:a16="http://schemas.microsoft.com/office/drawing/2014/main" id="{9656AC29-8E14-451D-8FAB-BB67C6282C3F}"/>
              </a:ext>
            </a:extLst>
          </p:cNvPr>
          <p:cNvSpPr>
            <a:spLocks/>
          </p:cNvSpPr>
          <p:nvPr/>
        </p:nvSpPr>
        <p:spPr bwMode="auto">
          <a:xfrm>
            <a:off x="4374638" y="596207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57" name="Rectangle 56">
            <a:extLst>
              <a:ext uri="{FF2B5EF4-FFF2-40B4-BE49-F238E27FC236}">
                <a16:creationId xmlns:a16="http://schemas.microsoft.com/office/drawing/2014/main" id="{C2DA814E-D9E1-4E6F-B493-8E04FEAC51F2}"/>
              </a:ext>
            </a:extLst>
          </p:cNvPr>
          <p:cNvSpPr>
            <a:spLocks/>
          </p:cNvSpPr>
          <p:nvPr/>
        </p:nvSpPr>
        <p:spPr bwMode="auto">
          <a:xfrm>
            <a:off x="4374638" y="458673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VF</a:t>
            </a:r>
          </a:p>
        </p:txBody>
      </p:sp>
      <p:sp>
        <p:nvSpPr>
          <p:cNvPr id="58" name="Right Arrow 23">
            <a:extLst>
              <a:ext uri="{FF2B5EF4-FFF2-40B4-BE49-F238E27FC236}">
                <a16:creationId xmlns:a16="http://schemas.microsoft.com/office/drawing/2014/main" id="{F3D16338-66AE-44CE-B26E-97B881206EB2}"/>
              </a:ext>
            </a:extLst>
          </p:cNvPr>
          <p:cNvSpPr/>
          <p:nvPr/>
        </p:nvSpPr>
        <p:spPr>
          <a:xfrm>
            <a:off x="5372777" y="5050641"/>
            <a:ext cx="1046624"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3" name="Title 1">
            <a:extLst>
              <a:ext uri="{FF2B5EF4-FFF2-40B4-BE49-F238E27FC236}">
                <a16:creationId xmlns:a16="http://schemas.microsoft.com/office/drawing/2014/main" id="{D94C958B-0CA2-EC53-BEDB-CA7695909C1C}"/>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Series uniformes / anualidades</a:t>
            </a:r>
          </a:p>
        </p:txBody>
      </p:sp>
      <p:sp>
        <p:nvSpPr>
          <p:cNvPr id="5" name="Rectángulo 4">
            <a:extLst>
              <a:ext uri="{FF2B5EF4-FFF2-40B4-BE49-F238E27FC236}">
                <a16:creationId xmlns:a16="http://schemas.microsoft.com/office/drawing/2014/main" id="{53B66641-F618-A23C-5523-065ACB820FB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08DC187D-4857-700B-A341-240487FDB3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9B89DAA9-294A-40FD-4197-67C74356F1D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A0A5DC90-7799-BE7C-1418-8E170C464962}"/>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19</a:t>
            </a:fld>
            <a:endParaRPr lang="en-US" sz="2000" b="1" dirty="0">
              <a:latin typeface="Gill Sans MT (Títulos)"/>
            </a:endParaRPr>
          </a:p>
        </p:txBody>
      </p:sp>
    </p:spTree>
    <p:extLst>
      <p:ext uri="{BB962C8B-B14F-4D97-AF65-F5344CB8AC3E}">
        <p14:creationId xmlns:p14="http://schemas.microsoft.com/office/powerpoint/2010/main" val="31028766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2279877" y="3606095"/>
            <a:ext cx="7610476" cy="414338"/>
          </a:xfrm>
        </p:spPr>
        <p:txBody>
          <a:bodyPr>
            <a:normAutofit fontScale="92500" lnSpcReduction="10000"/>
          </a:bodyPr>
          <a:lstStyle/>
          <a:p>
            <a:pPr marL="0" indent="0" algn="ctr">
              <a:buNone/>
            </a:pPr>
            <a:r>
              <a:rPr lang="es-ES_tradnl" sz="2400">
                <a:solidFill>
                  <a:srgbClr val="800000"/>
                </a:solidFill>
              </a:rPr>
              <a:t>¿Cuál es el monto uniforme equivalente a un valor futuro?</a:t>
            </a:r>
          </a:p>
        </p:txBody>
      </p:sp>
      <p:pic>
        <p:nvPicPr>
          <p:cNvPr id="6" name="Picture 5"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7401" y="4239512"/>
            <a:ext cx="3238070" cy="828565"/>
          </a:xfrm>
          <a:prstGeom prst="rect">
            <a:avLst/>
          </a:prstGeom>
        </p:spPr>
      </p:pic>
      <p:sp>
        <p:nvSpPr>
          <p:cNvPr id="7" name="Content Placeholder 2"/>
          <p:cNvSpPr txBox="1">
            <a:spLocks/>
          </p:cNvSpPr>
          <p:nvPr/>
        </p:nvSpPr>
        <p:spPr>
          <a:xfrm>
            <a:off x="2159333" y="5159303"/>
            <a:ext cx="7610476" cy="585777"/>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Clr>
                <a:srgbClr val="4472C4"/>
              </a:buClr>
              <a:buNone/>
              <a:defRPr/>
            </a:pPr>
            <a:r>
              <a:rPr lang="es-ES_tradnl" sz="2200">
                <a:solidFill>
                  <a:srgbClr val="800000"/>
                </a:solidFill>
                <a:latin typeface="Calibri" panose="020F0502020204030204"/>
              </a:rPr>
              <a:t>¿Cuál es el flujo constante equivalente a un valor presente?</a:t>
            </a:r>
          </a:p>
        </p:txBody>
      </p:sp>
      <p:pic>
        <p:nvPicPr>
          <p:cNvPr id="8" name="Picture 2"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87401" y="5768898"/>
            <a:ext cx="3238070" cy="773891"/>
          </a:xfrm>
          <a:prstGeom prst="rect">
            <a:avLst/>
          </a:prstGeom>
        </p:spPr>
      </p:pic>
      <p:pic>
        <p:nvPicPr>
          <p:cNvPr id="12" name="Picture 11" descr="latex-image-1.pdf">
            <a:extLst>
              <a:ext uri="{FF2B5EF4-FFF2-40B4-BE49-F238E27FC236}">
                <a16:creationId xmlns:a16="http://schemas.microsoft.com/office/drawing/2014/main" id="{48297504-65CE-4DB3-A9DD-EC144F7BD8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74279" y="2677476"/>
            <a:ext cx="3230339" cy="829025"/>
          </a:xfrm>
          <a:prstGeom prst="rect">
            <a:avLst/>
          </a:prstGeom>
        </p:spPr>
      </p:pic>
      <p:pic>
        <p:nvPicPr>
          <p:cNvPr id="13" name="Picture 12" descr="latex-image-1.pdf">
            <a:extLst>
              <a:ext uri="{FF2B5EF4-FFF2-40B4-BE49-F238E27FC236}">
                <a16:creationId xmlns:a16="http://schemas.microsoft.com/office/drawing/2014/main" id="{3340B55C-929A-4D40-87EB-14D41047BFF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5616" y="2585893"/>
            <a:ext cx="3396193" cy="876762"/>
          </a:xfrm>
          <a:prstGeom prst="rect">
            <a:avLst/>
          </a:prstGeom>
        </p:spPr>
      </p:pic>
      <p:sp>
        <p:nvSpPr>
          <p:cNvPr id="14" name="Content Placeholder 2">
            <a:extLst>
              <a:ext uri="{FF2B5EF4-FFF2-40B4-BE49-F238E27FC236}">
                <a16:creationId xmlns:a16="http://schemas.microsoft.com/office/drawing/2014/main" id="{DEA7CF25-24BA-41CF-BA9B-C4A45F3EFDA0}"/>
              </a:ext>
            </a:extLst>
          </p:cNvPr>
          <p:cNvSpPr txBox="1">
            <a:spLocks/>
          </p:cNvSpPr>
          <p:nvPr/>
        </p:nvSpPr>
        <p:spPr>
          <a:xfrm>
            <a:off x="2290762" y="1943755"/>
            <a:ext cx="7610476" cy="414338"/>
          </a:xfrm>
          <a:prstGeom prst="rect">
            <a:avLst/>
          </a:prstGeom>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s-ES_tradnl" sz="2400">
                <a:solidFill>
                  <a:srgbClr val="800000"/>
                </a:solidFill>
              </a:rPr>
              <a:t>Si sabemos que:</a:t>
            </a:r>
          </a:p>
        </p:txBody>
      </p:sp>
      <p:sp>
        <p:nvSpPr>
          <p:cNvPr id="3" name="Title 1">
            <a:extLst>
              <a:ext uri="{FF2B5EF4-FFF2-40B4-BE49-F238E27FC236}">
                <a16:creationId xmlns:a16="http://schemas.microsoft.com/office/drawing/2014/main" id="{B8946E11-53AA-13C6-8C77-2BFC22B92593}"/>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Series uniformes / anualidades</a:t>
            </a:r>
          </a:p>
        </p:txBody>
      </p:sp>
      <p:sp>
        <p:nvSpPr>
          <p:cNvPr id="10" name="Rectángulo 9">
            <a:extLst>
              <a:ext uri="{FF2B5EF4-FFF2-40B4-BE49-F238E27FC236}">
                <a16:creationId xmlns:a16="http://schemas.microsoft.com/office/drawing/2014/main" id="{86E02B3A-DED6-5A91-BF08-C9804E99449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14B2EC37-BA2C-A3A3-09A8-AEFDF883848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0A75EC6D-E47F-EFEE-2D73-7AEDFB46CE9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7D837CA6-C66A-977C-437F-48C94FD7716E}"/>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20</a:t>
            </a:fld>
            <a:endParaRPr lang="en-US" sz="2000" b="1" dirty="0">
              <a:latin typeface="Gill Sans MT (Títulos)"/>
            </a:endParaRPr>
          </a:p>
        </p:txBody>
      </p:sp>
    </p:spTree>
    <p:extLst>
      <p:ext uri="{BB962C8B-B14F-4D97-AF65-F5344CB8AC3E}">
        <p14:creationId xmlns:p14="http://schemas.microsoft.com/office/powerpoint/2010/main" val="642506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DA1A0-E09A-BFF1-DDFA-22B8AEEDA6AE}"/>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79A9414-98CF-93C6-2FB3-8F98D069C138}"/>
              </a:ext>
            </a:extLst>
          </p:cNvPr>
          <p:cNvSpPr>
            <a:spLocks noGrp="1"/>
          </p:cNvSpPr>
          <p:nvPr>
            <p:ph idx="1"/>
          </p:nvPr>
        </p:nvSpPr>
        <p:spPr>
          <a:xfrm>
            <a:off x="493845" y="2006534"/>
            <a:ext cx="6095999" cy="470821"/>
          </a:xfrm>
        </p:spPr>
        <p:txBody>
          <a:bodyPr>
            <a:normAutofit/>
          </a:bodyPr>
          <a:lstStyle/>
          <a:p>
            <a:pPr marL="0" indent="0" algn="just">
              <a:buNone/>
            </a:pPr>
            <a:r>
              <a:rPr lang="es-ES" sz="2400" dirty="0"/>
              <a:t>En resumen:</a:t>
            </a:r>
          </a:p>
        </p:txBody>
      </p:sp>
      <p:sp>
        <p:nvSpPr>
          <p:cNvPr id="13" name="Title 1">
            <a:extLst>
              <a:ext uri="{FF2B5EF4-FFF2-40B4-BE49-F238E27FC236}">
                <a16:creationId xmlns:a16="http://schemas.microsoft.com/office/drawing/2014/main" id="{23BACE64-1B20-2E86-BF0C-CF80FB75127B}"/>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Series uniformes / anualidades</a:t>
            </a:r>
          </a:p>
        </p:txBody>
      </p:sp>
      <p:sp>
        <p:nvSpPr>
          <p:cNvPr id="14" name="Rectángulo 13">
            <a:extLst>
              <a:ext uri="{FF2B5EF4-FFF2-40B4-BE49-F238E27FC236}">
                <a16:creationId xmlns:a16="http://schemas.microsoft.com/office/drawing/2014/main" id="{03D93BD5-F101-8DCF-B8A6-4A8078D1179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6AB0B401-5557-C67A-BAF2-66A03F0157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69174469-7861-AD14-CE72-841F3E70000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TextBox 1">
            <a:extLst>
              <a:ext uri="{FF2B5EF4-FFF2-40B4-BE49-F238E27FC236}">
                <a16:creationId xmlns:a16="http://schemas.microsoft.com/office/drawing/2014/main" id="{825CBA22-864A-186B-E8C1-E04CBDBC9218}"/>
              </a:ext>
            </a:extLst>
          </p:cNvPr>
          <p:cNvSpPr txBox="1"/>
          <p:nvPr/>
        </p:nvSpPr>
        <p:spPr>
          <a:xfrm>
            <a:off x="6096001" y="5324847"/>
            <a:ext cx="609599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400" dirty="0">
                <a:solidFill>
                  <a:srgbClr val="595959"/>
                </a:solidFill>
              </a:rPr>
              <a:t>Valor presente de una serie uniforme a perpetuidad</a:t>
            </a:r>
            <a:endParaRPr lang="en-US" sz="2000" dirty="0"/>
          </a:p>
        </p:txBody>
      </p:sp>
      <p:sp>
        <p:nvSpPr>
          <p:cNvPr id="6" name="TextBox 5">
            <a:extLst>
              <a:ext uri="{FF2B5EF4-FFF2-40B4-BE49-F238E27FC236}">
                <a16:creationId xmlns:a16="http://schemas.microsoft.com/office/drawing/2014/main" id="{D357526D-19CD-A2A1-5BD5-570C2B5CC22E}"/>
              </a:ext>
            </a:extLst>
          </p:cNvPr>
          <p:cNvSpPr txBox="1"/>
          <p:nvPr/>
        </p:nvSpPr>
        <p:spPr>
          <a:xfrm>
            <a:off x="6096000" y="4161714"/>
            <a:ext cx="6096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lvl="1" algn="just"/>
            <a:r>
              <a:rPr lang="es-ES" sz="2400" dirty="0">
                <a:solidFill>
                  <a:srgbClr val="595959"/>
                </a:solidFill>
                <a:cs typeface="Arial"/>
              </a:rPr>
              <a:t>Valor presente de una serie uniforme</a:t>
            </a:r>
            <a:r>
              <a:rPr lang="en-US" sz="2400" dirty="0">
                <a:cs typeface="Arial"/>
              </a:rPr>
              <a:t>​</a:t>
            </a:r>
            <a:endParaRPr lang="en-US" sz="2000" dirty="0"/>
          </a:p>
        </p:txBody>
      </p:sp>
      <p:sp>
        <p:nvSpPr>
          <p:cNvPr id="8" name="TextBox 5">
            <a:extLst>
              <a:ext uri="{FF2B5EF4-FFF2-40B4-BE49-F238E27FC236}">
                <a16:creationId xmlns:a16="http://schemas.microsoft.com/office/drawing/2014/main" id="{6B24292A-25DB-7105-939E-6819D57D1904}"/>
              </a:ext>
            </a:extLst>
          </p:cNvPr>
          <p:cNvSpPr txBox="1"/>
          <p:nvPr/>
        </p:nvSpPr>
        <p:spPr>
          <a:xfrm>
            <a:off x="6096000" y="2708002"/>
            <a:ext cx="6096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lvl="1" algn="just"/>
            <a:r>
              <a:rPr lang="es-ES" sz="2400" dirty="0">
                <a:solidFill>
                  <a:srgbClr val="595959"/>
                </a:solidFill>
                <a:cs typeface="Arial"/>
              </a:rPr>
              <a:t>Valor futuro de una serie uniforme</a:t>
            </a:r>
            <a:r>
              <a:rPr lang="en-US" sz="2400" dirty="0">
                <a:cs typeface="Arial"/>
              </a:rPr>
              <a:t>​</a:t>
            </a:r>
            <a:endParaRPr lang="en-US" sz="2000" dirty="0"/>
          </a:p>
        </p:txBody>
      </p:sp>
      <p:sp>
        <p:nvSpPr>
          <p:cNvPr id="5" name="Slide Number Placeholder 3">
            <a:extLst>
              <a:ext uri="{FF2B5EF4-FFF2-40B4-BE49-F238E27FC236}">
                <a16:creationId xmlns:a16="http://schemas.microsoft.com/office/drawing/2014/main" id="{1DFF8B82-97ED-6EC8-21E1-ADF99EEC1655}"/>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21</a:t>
            </a:fld>
            <a:endParaRPr lang="en-US" sz="2000" b="1" dirty="0">
              <a:latin typeface="Gill Sans MT (Títulos)"/>
            </a:endParaRPr>
          </a:p>
        </p:txBody>
      </p:sp>
      <p:pic>
        <p:nvPicPr>
          <p:cNvPr id="19" name="Imagen 18">
            <a:extLst>
              <a:ext uri="{FF2B5EF4-FFF2-40B4-BE49-F238E27FC236}">
                <a16:creationId xmlns:a16="http://schemas.microsoft.com/office/drawing/2014/main" id="{92EB3FFA-A915-E12C-6370-96F31FA907C9}"/>
              </a:ext>
            </a:extLst>
          </p:cNvPr>
          <p:cNvPicPr>
            <a:picLocks noChangeAspect="1"/>
          </p:cNvPicPr>
          <p:nvPr/>
        </p:nvPicPr>
        <p:blipFill>
          <a:blip r:embed="rId3"/>
          <a:stretch>
            <a:fillRect/>
          </a:stretch>
        </p:blipFill>
        <p:spPr>
          <a:xfrm>
            <a:off x="1671140" y="2569055"/>
            <a:ext cx="3233077" cy="900000"/>
          </a:xfrm>
          <a:prstGeom prst="rect">
            <a:avLst/>
          </a:prstGeom>
        </p:spPr>
      </p:pic>
      <p:pic>
        <p:nvPicPr>
          <p:cNvPr id="21" name="Imagen 20">
            <a:extLst>
              <a:ext uri="{FF2B5EF4-FFF2-40B4-BE49-F238E27FC236}">
                <a16:creationId xmlns:a16="http://schemas.microsoft.com/office/drawing/2014/main" id="{308DF21E-54C9-EE49-F460-1B5FF86B9932}"/>
              </a:ext>
            </a:extLst>
          </p:cNvPr>
          <p:cNvPicPr>
            <a:picLocks noChangeAspect="1"/>
          </p:cNvPicPr>
          <p:nvPr/>
        </p:nvPicPr>
        <p:blipFill>
          <a:blip r:embed="rId4"/>
          <a:stretch>
            <a:fillRect/>
          </a:stretch>
        </p:blipFill>
        <p:spPr>
          <a:xfrm>
            <a:off x="1667004" y="3924550"/>
            <a:ext cx="3237213" cy="900000"/>
          </a:xfrm>
          <a:prstGeom prst="rect">
            <a:avLst/>
          </a:prstGeom>
        </p:spPr>
      </p:pic>
      <p:pic>
        <p:nvPicPr>
          <p:cNvPr id="23" name="Imagen 22">
            <a:extLst>
              <a:ext uri="{FF2B5EF4-FFF2-40B4-BE49-F238E27FC236}">
                <a16:creationId xmlns:a16="http://schemas.microsoft.com/office/drawing/2014/main" id="{C8E46DF3-B3DC-5DD7-C444-4F2289832EE9}"/>
              </a:ext>
            </a:extLst>
          </p:cNvPr>
          <p:cNvPicPr>
            <a:picLocks noChangeAspect="1"/>
          </p:cNvPicPr>
          <p:nvPr/>
        </p:nvPicPr>
        <p:blipFill>
          <a:blip r:embed="rId5"/>
          <a:stretch>
            <a:fillRect/>
          </a:stretch>
        </p:blipFill>
        <p:spPr>
          <a:xfrm>
            <a:off x="2640610" y="5290345"/>
            <a:ext cx="1290000" cy="900000"/>
          </a:xfrm>
          <a:prstGeom prst="rect">
            <a:avLst/>
          </a:prstGeom>
        </p:spPr>
      </p:pic>
    </p:spTree>
    <p:extLst>
      <p:ext uri="{BB962C8B-B14F-4D97-AF65-F5344CB8AC3E}">
        <p14:creationId xmlns:p14="http://schemas.microsoft.com/office/powerpoint/2010/main" val="19348537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667131"/>
            <a:ext cx="11029616" cy="1366685"/>
          </a:xfrm>
        </p:spPr>
        <p:txBody>
          <a:bodyPr>
            <a:normAutofit/>
          </a:bodyPr>
          <a:lstStyle/>
          <a:p>
            <a:pPr marL="0" indent="0" algn="just">
              <a:buNone/>
            </a:pPr>
            <a:r>
              <a:rPr lang="es-ES_tradnl" sz="2400" b="1" dirty="0">
                <a:solidFill>
                  <a:srgbClr val="D7A700"/>
                </a:solidFill>
              </a:rPr>
              <a:t>Ejemplo 3: </a:t>
            </a:r>
            <a:r>
              <a:rPr lang="es-ES_tradnl" sz="2400" dirty="0"/>
              <a:t>¿Cuál es el pago uniforme mensual equivalente al siguiente único pago si el costo de oportunidad es del 12% NA/MV?</a:t>
            </a:r>
          </a:p>
        </p:txBody>
      </p:sp>
      <p:cxnSp>
        <p:nvCxnSpPr>
          <p:cNvPr id="27" name="Straight Arrow Connector 26"/>
          <p:cNvCxnSpPr/>
          <p:nvPr/>
        </p:nvCxnSpPr>
        <p:spPr>
          <a:xfrm flipV="1">
            <a:off x="9203903" y="3011914"/>
            <a:ext cx="0" cy="9762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27"/>
          <p:cNvSpPr>
            <a:spLocks/>
          </p:cNvSpPr>
          <p:nvPr/>
        </p:nvSpPr>
        <p:spPr bwMode="auto">
          <a:xfrm>
            <a:off x="8260320" y="2614622"/>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a:t>
            </a:r>
          </a:p>
        </p:txBody>
      </p:sp>
      <p:sp>
        <p:nvSpPr>
          <p:cNvPr id="41" name="Right Arrow 40"/>
          <p:cNvSpPr/>
          <p:nvPr/>
        </p:nvSpPr>
        <p:spPr>
          <a:xfrm rot="5400000">
            <a:off x="5588318" y="4467103"/>
            <a:ext cx="561699"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cxnSp>
        <p:nvCxnSpPr>
          <p:cNvPr id="42" name="Straight Connector 41"/>
          <p:cNvCxnSpPr/>
          <p:nvPr/>
        </p:nvCxnSpPr>
        <p:spPr>
          <a:xfrm>
            <a:off x="2330055" y="3960539"/>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3" name="Rectangle 42"/>
          <p:cNvSpPr>
            <a:spLocks/>
          </p:cNvSpPr>
          <p:nvPr/>
        </p:nvSpPr>
        <p:spPr bwMode="auto">
          <a:xfrm flipH="1">
            <a:off x="2324269" y="3957373"/>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44" name="Rectangle 43"/>
          <p:cNvSpPr>
            <a:spLocks/>
          </p:cNvSpPr>
          <p:nvPr/>
        </p:nvSpPr>
        <p:spPr bwMode="auto">
          <a:xfrm>
            <a:off x="2751131" y="39488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45" name="Rectangle 44"/>
          <p:cNvSpPr>
            <a:spLocks/>
          </p:cNvSpPr>
          <p:nvPr/>
        </p:nvSpPr>
        <p:spPr bwMode="auto">
          <a:xfrm>
            <a:off x="3317617" y="39488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46" name="Rectangle 45"/>
          <p:cNvSpPr>
            <a:spLocks/>
          </p:cNvSpPr>
          <p:nvPr/>
        </p:nvSpPr>
        <p:spPr bwMode="auto">
          <a:xfrm>
            <a:off x="3881474" y="39488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47" name="Rectangle 46"/>
          <p:cNvSpPr>
            <a:spLocks/>
          </p:cNvSpPr>
          <p:nvPr/>
        </p:nvSpPr>
        <p:spPr bwMode="auto">
          <a:xfrm>
            <a:off x="4487999" y="39488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48" name="Rectangle 47"/>
          <p:cNvSpPr>
            <a:spLocks/>
          </p:cNvSpPr>
          <p:nvPr/>
        </p:nvSpPr>
        <p:spPr bwMode="auto">
          <a:xfrm>
            <a:off x="5091107" y="392976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49" name="Rectangle 48"/>
          <p:cNvSpPr>
            <a:spLocks/>
          </p:cNvSpPr>
          <p:nvPr/>
        </p:nvSpPr>
        <p:spPr bwMode="auto">
          <a:xfrm>
            <a:off x="5609956" y="39488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50" name="Rectangle 49"/>
          <p:cNvSpPr>
            <a:spLocks/>
          </p:cNvSpPr>
          <p:nvPr/>
        </p:nvSpPr>
        <p:spPr bwMode="auto">
          <a:xfrm>
            <a:off x="6216479" y="39488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sp>
        <p:nvSpPr>
          <p:cNvPr id="51" name="Rectangle 50"/>
          <p:cNvSpPr>
            <a:spLocks/>
          </p:cNvSpPr>
          <p:nvPr/>
        </p:nvSpPr>
        <p:spPr bwMode="auto">
          <a:xfrm>
            <a:off x="6771152" y="39488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52" name="Rectangle 51"/>
          <p:cNvSpPr>
            <a:spLocks/>
          </p:cNvSpPr>
          <p:nvPr/>
        </p:nvSpPr>
        <p:spPr bwMode="auto">
          <a:xfrm>
            <a:off x="7365308" y="395737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53" name="Rectangle 52"/>
          <p:cNvSpPr>
            <a:spLocks/>
          </p:cNvSpPr>
          <p:nvPr/>
        </p:nvSpPr>
        <p:spPr bwMode="auto">
          <a:xfrm>
            <a:off x="7986527" y="39488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54" name="Rectangle 53"/>
          <p:cNvSpPr>
            <a:spLocks/>
          </p:cNvSpPr>
          <p:nvPr/>
        </p:nvSpPr>
        <p:spPr bwMode="auto">
          <a:xfrm>
            <a:off x="8489788" y="39488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55" name="Rectangle 54"/>
          <p:cNvSpPr>
            <a:spLocks/>
          </p:cNvSpPr>
          <p:nvPr/>
        </p:nvSpPr>
        <p:spPr bwMode="auto">
          <a:xfrm>
            <a:off x="9035373" y="392976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40" name="Straight Connector 39"/>
          <p:cNvCxnSpPr/>
          <p:nvPr/>
        </p:nvCxnSpPr>
        <p:spPr>
          <a:xfrm>
            <a:off x="2275325" y="5851233"/>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6" name="Rectangle 55"/>
          <p:cNvSpPr>
            <a:spLocks/>
          </p:cNvSpPr>
          <p:nvPr/>
        </p:nvSpPr>
        <p:spPr bwMode="auto">
          <a:xfrm flipH="1">
            <a:off x="2269539" y="5848067"/>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57" name="Rectangle 56"/>
          <p:cNvSpPr>
            <a:spLocks/>
          </p:cNvSpPr>
          <p:nvPr/>
        </p:nvSpPr>
        <p:spPr bwMode="auto">
          <a:xfrm>
            <a:off x="2696401" y="583957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58" name="Rectangle 57"/>
          <p:cNvSpPr>
            <a:spLocks/>
          </p:cNvSpPr>
          <p:nvPr/>
        </p:nvSpPr>
        <p:spPr bwMode="auto">
          <a:xfrm>
            <a:off x="3262887" y="583957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59" name="Rectangle 58"/>
          <p:cNvSpPr>
            <a:spLocks/>
          </p:cNvSpPr>
          <p:nvPr/>
        </p:nvSpPr>
        <p:spPr bwMode="auto">
          <a:xfrm>
            <a:off x="3826744" y="583957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60" name="Rectangle 59"/>
          <p:cNvSpPr>
            <a:spLocks/>
          </p:cNvSpPr>
          <p:nvPr/>
        </p:nvSpPr>
        <p:spPr bwMode="auto">
          <a:xfrm>
            <a:off x="4433269" y="583957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61" name="Rectangle 60"/>
          <p:cNvSpPr>
            <a:spLocks/>
          </p:cNvSpPr>
          <p:nvPr/>
        </p:nvSpPr>
        <p:spPr bwMode="auto">
          <a:xfrm>
            <a:off x="5036377" y="582045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62" name="Rectangle 61"/>
          <p:cNvSpPr>
            <a:spLocks/>
          </p:cNvSpPr>
          <p:nvPr/>
        </p:nvSpPr>
        <p:spPr bwMode="auto">
          <a:xfrm>
            <a:off x="5555226" y="583957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63" name="Rectangle 62"/>
          <p:cNvSpPr>
            <a:spLocks/>
          </p:cNvSpPr>
          <p:nvPr/>
        </p:nvSpPr>
        <p:spPr bwMode="auto">
          <a:xfrm>
            <a:off x="6161749" y="583957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sp>
        <p:nvSpPr>
          <p:cNvPr id="64" name="Rectangle 63"/>
          <p:cNvSpPr>
            <a:spLocks/>
          </p:cNvSpPr>
          <p:nvPr/>
        </p:nvSpPr>
        <p:spPr bwMode="auto">
          <a:xfrm>
            <a:off x="6716422" y="583957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65" name="Rectangle 64"/>
          <p:cNvSpPr>
            <a:spLocks/>
          </p:cNvSpPr>
          <p:nvPr/>
        </p:nvSpPr>
        <p:spPr bwMode="auto">
          <a:xfrm>
            <a:off x="7310578" y="58480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66" name="Rectangle 65"/>
          <p:cNvSpPr>
            <a:spLocks/>
          </p:cNvSpPr>
          <p:nvPr/>
        </p:nvSpPr>
        <p:spPr bwMode="auto">
          <a:xfrm>
            <a:off x="7931797" y="583957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67" name="Rectangle 66"/>
          <p:cNvSpPr>
            <a:spLocks/>
          </p:cNvSpPr>
          <p:nvPr/>
        </p:nvSpPr>
        <p:spPr bwMode="auto">
          <a:xfrm>
            <a:off x="8435058" y="583957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68" name="Rectangle 67"/>
          <p:cNvSpPr>
            <a:spLocks/>
          </p:cNvSpPr>
          <p:nvPr/>
        </p:nvSpPr>
        <p:spPr bwMode="auto">
          <a:xfrm>
            <a:off x="8980643" y="582045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69" name="Straight Arrow Connector 68"/>
          <p:cNvCxnSpPr/>
          <p:nvPr/>
        </p:nvCxnSpPr>
        <p:spPr>
          <a:xfrm>
            <a:off x="2884627" y="5239165"/>
            <a:ext cx="0" cy="620901"/>
          </a:xfrm>
          <a:prstGeom prst="straightConnector1">
            <a:avLst/>
          </a:prstGeom>
          <a:ln>
            <a:solidFill>
              <a:srgbClr val="E2751D"/>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70" name="Straight Arrow Connector 69"/>
          <p:cNvCxnSpPr/>
          <p:nvPr/>
        </p:nvCxnSpPr>
        <p:spPr>
          <a:xfrm>
            <a:off x="9165639" y="5250302"/>
            <a:ext cx="0" cy="620901"/>
          </a:xfrm>
          <a:prstGeom prst="straightConnector1">
            <a:avLst/>
          </a:prstGeom>
          <a:ln>
            <a:solidFill>
              <a:schemeClr val="accent3"/>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71" name="Straight Arrow Connector 70"/>
          <p:cNvCxnSpPr/>
          <p:nvPr/>
        </p:nvCxnSpPr>
        <p:spPr>
          <a:xfrm>
            <a:off x="2864931" y="5239164"/>
            <a:ext cx="6315306" cy="0"/>
          </a:xfrm>
          <a:prstGeom prst="straightConnector1">
            <a:avLst/>
          </a:prstGeom>
          <a:ln>
            <a:solidFill>
              <a:srgbClr val="E2751D"/>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2" name="Rectangle 71"/>
          <p:cNvSpPr>
            <a:spLocks/>
          </p:cNvSpPr>
          <p:nvPr/>
        </p:nvSpPr>
        <p:spPr bwMode="auto">
          <a:xfrm>
            <a:off x="4948703" y="5274250"/>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 = ?</a:t>
            </a:r>
          </a:p>
        </p:txBody>
      </p:sp>
      <p:sp>
        <p:nvSpPr>
          <p:cNvPr id="5" name="CuadroTexto 4"/>
          <p:cNvSpPr txBox="1"/>
          <p:nvPr/>
        </p:nvSpPr>
        <p:spPr>
          <a:xfrm>
            <a:off x="9412429" y="3775872"/>
            <a:ext cx="830677" cy="400110"/>
          </a:xfrm>
          <a:prstGeom prst="rect">
            <a:avLst/>
          </a:prstGeom>
          <a:noFill/>
        </p:spPr>
        <p:txBody>
          <a:bodyPr wrap="none" rtlCol="0">
            <a:spAutoFit/>
          </a:bodyPr>
          <a:lstStyle/>
          <a:p>
            <a:r>
              <a:rPr lang="es-CO" sz="2000"/>
              <a:t>Meses</a:t>
            </a:r>
          </a:p>
        </p:txBody>
      </p:sp>
      <p:sp>
        <p:nvSpPr>
          <p:cNvPr id="73" name="CuadroTexto 72"/>
          <p:cNvSpPr txBox="1"/>
          <p:nvPr/>
        </p:nvSpPr>
        <p:spPr>
          <a:xfrm>
            <a:off x="9299991" y="5694178"/>
            <a:ext cx="830677" cy="400110"/>
          </a:xfrm>
          <a:prstGeom prst="rect">
            <a:avLst/>
          </a:prstGeom>
          <a:noFill/>
        </p:spPr>
        <p:txBody>
          <a:bodyPr wrap="none" rtlCol="0">
            <a:spAutoFit/>
          </a:bodyPr>
          <a:lstStyle/>
          <a:p>
            <a:r>
              <a:rPr lang="es-CO" sz="2000"/>
              <a:t>Meses</a:t>
            </a:r>
          </a:p>
        </p:txBody>
      </p:sp>
      <p:sp>
        <p:nvSpPr>
          <p:cNvPr id="6" name="Title 1">
            <a:extLst>
              <a:ext uri="{FF2B5EF4-FFF2-40B4-BE49-F238E27FC236}">
                <a16:creationId xmlns:a16="http://schemas.microsoft.com/office/drawing/2014/main" id="{EAFB8B05-FD6C-D9FF-89E3-BEA4965A1F68}"/>
              </a:ext>
            </a:extLst>
          </p:cNvPr>
          <p:cNvSpPr>
            <a:spLocks noGrp="1"/>
          </p:cNvSpPr>
          <p:nvPr>
            <p:ph type="title"/>
          </p:nvPr>
        </p:nvSpPr>
        <p:spPr>
          <a:xfrm>
            <a:off x="581192" y="702156"/>
            <a:ext cx="11029616" cy="1013800"/>
          </a:xfrm>
        </p:spPr>
        <p:txBody>
          <a:bodyPr>
            <a:normAutofit/>
          </a:bodyPr>
          <a:lstStyle/>
          <a:p>
            <a:r>
              <a:rPr lang="es-ES_tradnl" sz="3200">
                <a:latin typeface="Gill Sans MT (titulo)"/>
              </a:rPr>
              <a:t>Series uniformes / anualidades</a:t>
            </a:r>
          </a:p>
        </p:txBody>
      </p:sp>
      <p:sp>
        <p:nvSpPr>
          <p:cNvPr id="7" name="Rectángulo 6">
            <a:extLst>
              <a:ext uri="{FF2B5EF4-FFF2-40B4-BE49-F238E27FC236}">
                <a16:creationId xmlns:a16="http://schemas.microsoft.com/office/drawing/2014/main" id="{811644C5-4FA8-EA4E-7DEC-98FB5E5DD77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8DCEC827-FCAC-5772-A9BA-52A832371F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09E23D75-72A2-E5BD-DC42-CAF5FCA75FA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1E2F8E9E-1972-2B58-8B44-1C9971FE0481}"/>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22</a:t>
            </a:fld>
            <a:endParaRPr lang="en-US" sz="2000" b="1">
              <a:latin typeface="Gill Sans MT (Títulos)"/>
            </a:endParaRPr>
          </a:p>
        </p:txBody>
      </p:sp>
    </p:spTree>
    <p:extLst>
      <p:ext uri="{BB962C8B-B14F-4D97-AF65-F5344CB8AC3E}">
        <p14:creationId xmlns:p14="http://schemas.microsoft.com/office/powerpoint/2010/main" val="1925115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69"/>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70"/>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7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41" grpId="0" animBg="1"/>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0" grpId="0"/>
      <p:bldP spid="61" grpId="0"/>
      <p:bldP spid="62" grpId="0"/>
      <p:bldP spid="63" grpId="0"/>
      <p:bldP spid="64" grpId="0"/>
      <p:bldP spid="65" grpId="0"/>
      <p:bldP spid="66" grpId="0"/>
      <p:bldP spid="67" grpId="0"/>
      <p:bldP spid="68" grpId="0"/>
      <p:bldP spid="72" grpId="0"/>
      <p:bldP spid="5" grpId="0"/>
      <p:bldP spid="7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5"/>
          <p:cNvPicPr>
            <a:picLocks noChangeAspect="1"/>
          </p:cNvPicPr>
          <p:nvPr/>
        </p:nvPicPr>
        <p:blipFill>
          <a:blip r:embed="rId3"/>
          <a:stretch>
            <a:fillRect/>
          </a:stretch>
        </p:blipFill>
        <p:spPr>
          <a:xfrm>
            <a:off x="3552148" y="2129588"/>
            <a:ext cx="4868204" cy="740444"/>
          </a:xfrm>
          <a:prstGeom prst="rect">
            <a:avLst/>
          </a:prstGeom>
        </p:spPr>
      </p:pic>
      <p:sp>
        <p:nvSpPr>
          <p:cNvPr id="3" name="Title 1">
            <a:extLst>
              <a:ext uri="{FF2B5EF4-FFF2-40B4-BE49-F238E27FC236}">
                <a16:creationId xmlns:a16="http://schemas.microsoft.com/office/drawing/2014/main" id="{761F6E78-A7D0-6CD5-0F7A-3E05A8E26CBF}"/>
              </a:ext>
            </a:extLst>
          </p:cNvPr>
          <p:cNvSpPr>
            <a:spLocks noGrp="1"/>
          </p:cNvSpPr>
          <p:nvPr>
            <p:ph type="title"/>
          </p:nvPr>
        </p:nvSpPr>
        <p:spPr>
          <a:xfrm>
            <a:off x="581192" y="702156"/>
            <a:ext cx="11029616" cy="1013800"/>
          </a:xfrm>
        </p:spPr>
        <p:txBody>
          <a:bodyPr>
            <a:normAutofit/>
          </a:bodyPr>
          <a:lstStyle/>
          <a:p>
            <a:r>
              <a:rPr lang="es-ES_tradnl" sz="3200">
                <a:latin typeface="Gill Sans MT (titulo)"/>
              </a:rPr>
              <a:t>Series uniformes / anualidades</a:t>
            </a:r>
          </a:p>
        </p:txBody>
      </p:sp>
      <p:sp>
        <p:nvSpPr>
          <p:cNvPr id="5" name="Rectángulo 4">
            <a:extLst>
              <a:ext uri="{FF2B5EF4-FFF2-40B4-BE49-F238E27FC236}">
                <a16:creationId xmlns:a16="http://schemas.microsoft.com/office/drawing/2014/main" id="{CCDC190A-2D0F-0CFD-7D38-231234C0CDB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B1776672-E9D6-4024-0EF6-A3C0A334A8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4515AAE5-7EC3-2163-A157-F3784063D15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2" name="Straight Arrow Connector 26">
            <a:extLst>
              <a:ext uri="{FF2B5EF4-FFF2-40B4-BE49-F238E27FC236}">
                <a16:creationId xmlns:a16="http://schemas.microsoft.com/office/drawing/2014/main" id="{F37B0539-80D3-05C0-51D4-E622B63208D1}"/>
              </a:ext>
            </a:extLst>
          </p:cNvPr>
          <p:cNvCxnSpPr/>
          <p:nvPr/>
        </p:nvCxnSpPr>
        <p:spPr>
          <a:xfrm flipV="1">
            <a:off x="9203903" y="3011914"/>
            <a:ext cx="0" cy="9762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27">
            <a:extLst>
              <a:ext uri="{FF2B5EF4-FFF2-40B4-BE49-F238E27FC236}">
                <a16:creationId xmlns:a16="http://schemas.microsoft.com/office/drawing/2014/main" id="{5F5FFFA9-BB8D-3E27-38BA-033EC9BECB1B}"/>
              </a:ext>
            </a:extLst>
          </p:cNvPr>
          <p:cNvSpPr>
            <a:spLocks/>
          </p:cNvSpPr>
          <p:nvPr/>
        </p:nvSpPr>
        <p:spPr bwMode="auto">
          <a:xfrm>
            <a:off x="8260320" y="2614622"/>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a:t>
            </a:r>
          </a:p>
        </p:txBody>
      </p:sp>
      <p:sp>
        <p:nvSpPr>
          <p:cNvPr id="9" name="Right Arrow 40">
            <a:extLst>
              <a:ext uri="{FF2B5EF4-FFF2-40B4-BE49-F238E27FC236}">
                <a16:creationId xmlns:a16="http://schemas.microsoft.com/office/drawing/2014/main" id="{FC7DF034-FEB7-E69D-835C-30ED64BAF4DE}"/>
              </a:ext>
            </a:extLst>
          </p:cNvPr>
          <p:cNvSpPr/>
          <p:nvPr/>
        </p:nvSpPr>
        <p:spPr>
          <a:xfrm rot="5400000">
            <a:off x="5588318" y="4467103"/>
            <a:ext cx="561699"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cxnSp>
        <p:nvCxnSpPr>
          <p:cNvPr id="10" name="Straight Connector 41">
            <a:extLst>
              <a:ext uri="{FF2B5EF4-FFF2-40B4-BE49-F238E27FC236}">
                <a16:creationId xmlns:a16="http://schemas.microsoft.com/office/drawing/2014/main" id="{999851E7-727A-5880-53CE-79B2F99D1F1C}"/>
              </a:ext>
            </a:extLst>
          </p:cNvPr>
          <p:cNvCxnSpPr/>
          <p:nvPr/>
        </p:nvCxnSpPr>
        <p:spPr>
          <a:xfrm>
            <a:off x="2330055" y="3960539"/>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Rectangle 42">
            <a:extLst>
              <a:ext uri="{FF2B5EF4-FFF2-40B4-BE49-F238E27FC236}">
                <a16:creationId xmlns:a16="http://schemas.microsoft.com/office/drawing/2014/main" id="{8389A763-058E-F67B-2AAD-471F68DF83B5}"/>
              </a:ext>
            </a:extLst>
          </p:cNvPr>
          <p:cNvSpPr>
            <a:spLocks/>
          </p:cNvSpPr>
          <p:nvPr/>
        </p:nvSpPr>
        <p:spPr bwMode="auto">
          <a:xfrm flipH="1">
            <a:off x="2324269" y="3957373"/>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2" name="Rectangle 43">
            <a:extLst>
              <a:ext uri="{FF2B5EF4-FFF2-40B4-BE49-F238E27FC236}">
                <a16:creationId xmlns:a16="http://schemas.microsoft.com/office/drawing/2014/main" id="{AC785E80-535B-C40A-7293-07DB8C34248F}"/>
              </a:ext>
            </a:extLst>
          </p:cNvPr>
          <p:cNvSpPr>
            <a:spLocks/>
          </p:cNvSpPr>
          <p:nvPr/>
        </p:nvSpPr>
        <p:spPr bwMode="auto">
          <a:xfrm>
            <a:off x="2751131" y="39488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3" name="Rectangle 44">
            <a:extLst>
              <a:ext uri="{FF2B5EF4-FFF2-40B4-BE49-F238E27FC236}">
                <a16:creationId xmlns:a16="http://schemas.microsoft.com/office/drawing/2014/main" id="{4E90C5AF-F861-D7A7-672F-1B039CCBC8AA}"/>
              </a:ext>
            </a:extLst>
          </p:cNvPr>
          <p:cNvSpPr>
            <a:spLocks/>
          </p:cNvSpPr>
          <p:nvPr/>
        </p:nvSpPr>
        <p:spPr bwMode="auto">
          <a:xfrm>
            <a:off x="3317617" y="39488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4" name="Rectangle 45">
            <a:extLst>
              <a:ext uri="{FF2B5EF4-FFF2-40B4-BE49-F238E27FC236}">
                <a16:creationId xmlns:a16="http://schemas.microsoft.com/office/drawing/2014/main" id="{26E497B5-523E-78FC-9742-49C5B0F4901D}"/>
              </a:ext>
            </a:extLst>
          </p:cNvPr>
          <p:cNvSpPr>
            <a:spLocks/>
          </p:cNvSpPr>
          <p:nvPr/>
        </p:nvSpPr>
        <p:spPr bwMode="auto">
          <a:xfrm>
            <a:off x="3881474" y="39488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5" name="Rectangle 46">
            <a:extLst>
              <a:ext uri="{FF2B5EF4-FFF2-40B4-BE49-F238E27FC236}">
                <a16:creationId xmlns:a16="http://schemas.microsoft.com/office/drawing/2014/main" id="{73B37DAD-85E1-FDE2-A995-CF23B780E01B}"/>
              </a:ext>
            </a:extLst>
          </p:cNvPr>
          <p:cNvSpPr>
            <a:spLocks/>
          </p:cNvSpPr>
          <p:nvPr/>
        </p:nvSpPr>
        <p:spPr bwMode="auto">
          <a:xfrm>
            <a:off x="4487999" y="39488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6" name="Rectangle 47">
            <a:extLst>
              <a:ext uri="{FF2B5EF4-FFF2-40B4-BE49-F238E27FC236}">
                <a16:creationId xmlns:a16="http://schemas.microsoft.com/office/drawing/2014/main" id="{66D6C3D3-CAB2-AA5C-9638-D356F1447973}"/>
              </a:ext>
            </a:extLst>
          </p:cNvPr>
          <p:cNvSpPr>
            <a:spLocks/>
          </p:cNvSpPr>
          <p:nvPr/>
        </p:nvSpPr>
        <p:spPr bwMode="auto">
          <a:xfrm>
            <a:off x="5091107" y="392976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7" name="Rectangle 48">
            <a:extLst>
              <a:ext uri="{FF2B5EF4-FFF2-40B4-BE49-F238E27FC236}">
                <a16:creationId xmlns:a16="http://schemas.microsoft.com/office/drawing/2014/main" id="{B5512E42-6500-100C-4506-8C3F02986DA4}"/>
              </a:ext>
            </a:extLst>
          </p:cNvPr>
          <p:cNvSpPr>
            <a:spLocks/>
          </p:cNvSpPr>
          <p:nvPr/>
        </p:nvSpPr>
        <p:spPr bwMode="auto">
          <a:xfrm>
            <a:off x="5609956" y="39488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18" name="Rectangle 49">
            <a:extLst>
              <a:ext uri="{FF2B5EF4-FFF2-40B4-BE49-F238E27FC236}">
                <a16:creationId xmlns:a16="http://schemas.microsoft.com/office/drawing/2014/main" id="{2CC10F2B-0760-7C77-E802-418891044AE7}"/>
              </a:ext>
            </a:extLst>
          </p:cNvPr>
          <p:cNvSpPr>
            <a:spLocks/>
          </p:cNvSpPr>
          <p:nvPr/>
        </p:nvSpPr>
        <p:spPr bwMode="auto">
          <a:xfrm>
            <a:off x="6216479" y="39488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sp>
        <p:nvSpPr>
          <p:cNvPr id="19" name="Rectangle 50">
            <a:extLst>
              <a:ext uri="{FF2B5EF4-FFF2-40B4-BE49-F238E27FC236}">
                <a16:creationId xmlns:a16="http://schemas.microsoft.com/office/drawing/2014/main" id="{45E6A110-413C-AFE9-C521-8624284CABEF}"/>
              </a:ext>
            </a:extLst>
          </p:cNvPr>
          <p:cNvSpPr>
            <a:spLocks/>
          </p:cNvSpPr>
          <p:nvPr/>
        </p:nvSpPr>
        <p:spPr bwMode="auto">
          <a:xfrm>
            <a:off x="6771152" y="39488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20" name="Rectangle 51">
            <a:extLst>
              <a:ext uri="{FF2B5EF4-FFF2-40B4-BE49-F238E27FC236}">
                <a16:creationId xmlns:a16="http://schemas.microsoft.com/office/drawing/2014/main" id="{0E5822A7-7E3E-5D3D-7883-65BDCD13351A}"/>
              </a:ext>
            </a:extLst>
          </p:cNvPr>
          <p:cNvSpPr>
            <a:spLocks/>
          </p:cNvSpPr>
          <p:nvPr/>
        </p:nvSpPr>
        <p:spPr bwMode="auto">
          <a:xfrm>
            <a:off x="7365308" y="395737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21" name="Rectangle 52">
            <a:extLst>
              <a:ext uri="{FF2B5EF4-FFF2-40B4-BE49-F238E27FC236}">
                <a16:creationId xmlns:a16="http://schemas.microsoft.com/office/drawing/2014/main" id="{079F82A7-8053-D510-7DA2-5710DE9112F0}"/>
              </a:ext>
            </a:extLst>
          </p:cNvPr>
          <p:cNvSpPr>
            <a:spLocks/>
          </p:cNvSpPr>
          <p:nvPr/>
        </p:nvSpPr>
        <p:spPr bwMode="auto">
          <a:xfrm>
            <a:off x="7986527" y="39488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22" name="Rectangle 53">
            <a:extLst>
              <a:ext uri="{FF2B5EF4-FFF2-40B4-BE49-F238E27FC236}">
                <a16:creationId xmlns:a16="http://schemas.microsoft.com/office/drawing/2014/main" id="{34AA7A39-58EF-3E3B-D492-5760D222802A}"/>
              </a:ext>
            </a:extLst>
          </p:cNvPr>
          <p:cNvSpPr>
            <a:spLocks/>
          </p:cNvSpPr>
          <p:nvPr/>
        </p:nvSpPr>
        <p:spPr bwMode="auto">
          <a:xfrm>
            <a:off x="8489788" y="39488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23" name="Rectangle 54">
            <a:extLst>
              <a:ext uri="{FF2B5EF4-FFF2-40B4-BE49-F238E27FC236}">
                <a16:creationId xmlns:a16="http://schemas.microsoft.com/office/drawing/2014/main" id="{4878914A-D93E-7B98-7A32-ADF8FB1FD304}"/>
              </a:ext>
            </a:extLst>
          </p:cNvPr>
          <p:cNvSpPr>
            <a:spLocks/>
          </p:cNvSpPr>
          <p:nvPr/>
        </p:nvSpPr>
        <p:spPr bwMode="auto">
          <a:xfrm>
            <a:off x="9035373" y="392976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24" name="Straight Connector 39">
            <a:extLst>
              <a:ext uri="{FF2B5EF4-FFF2-40B4-BE49-F238E27FC236}">
                <a16:creationId xmlns:a16="http://schemas.microsoft.com/office/drawing/2014/main" id="{93DADF84-6368-958A-95B6-639A82D0FAE9}"/>
              </a:ext>
            </a:extLst>
          </p:cNvPr>
          <p:cNvCxnSpPr/>
          <p:nvPr/>
        </p:nvCxnSpPr>
        <p:spPr>
          <a:xfrm>
            <a:off x="2275325" y="5851233"/>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5" name="Rectangle 55">
            <a:extLst>
              <a:ext uri="{FF2B5EF4-FFF2-40B4-BE49-F238E27FC236}">
                <a16:creationId xmlns:a16="http://schemas.microsoft.com/office/drawing/2014/main" id="{0326D18D-B18C-611E-EFCE-490EC5BA07A3}"/>
              </a:ext>
            </a:extLst>
          </p:cNvPr>
          <p:cNvSpPr>
            <a:spLocks/>
          </p:cNvSpPr>
          <p:nvPr/>
        </p:nvSpPr>
        <p:spPr bwMode="auto">
          <a:xfrm flipH="1">
            <a:off x="2269539" y="5848067"/>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6" name="Rectangle 56">
            <a:extLst>
              <a:ext uri="{FF2B5EF4-FFF2-40B4-BE49-F238E27FC236}">
                <a16:creationId xmlns:a16="http://schemas.microsoft.com/office/drawing/2014/main" id="{98B62F65-4494-CD58-F21E-010BD86721BC}"/>
              </a:ext>
            </a:extLst>
          </p:cNvPr>
          <p:cNvSpPr>
            <a:spLocks/>
          </p:cNvSpPr>
          <p:nvPr/>
        </p:nvSpPr>
        <p:spPr bwMode="auto">
          <a:xfrm>
            <a:off x="2696401" y="583957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9" name="Rectangle 57">
            <a:extLst>
              <a:ext uri="{FF2B5EF4-FFF2-40B4-BE49-F238E27FC236}">
                <a16:creationId xmlns:a16="http://schemas.microsoft.com/office/drawing/2014/main" id="{471DA53A-4C01-C53C-AB38-5F9E55C62849}"/>
              </a:ext>
            </a:extLst>
          </p:cNvPr>
          <p:cNvSpPr>
            <a:spLocks/>
          </p:cNvSpPr>
          <p:nvPr/>
        </p:nvSpPr>
        <p:spPr bwMode="auto">
          <a:xfrm>
            <a:off x="3262887" y="583957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0" name="Rectangle 58">
            <a:extLst>
              <a:ext uri="{FF2B5EF4-FFF2-40B4-BE49-F238E27FC236}">
                <a16:creationId xmlns:a16="http://schemas.microsoft.com/office/drawing/2014/main" id="{01EB4FC8-2E65-CCDF-ABF9-1243FCB92D8F}"/>
              </a:ext>
            </a:extLst>
          </p:cNvPr>
          <p:cNvSpPr>
            <a:spLocks/>
          </p:cNvSpPr>
          <p:nvPr/>
        </p:nvSpPr>
        <p:spPr bwMode="auto">
          <a:xfrm>
            <a:off x="3826744" y="583957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1" name="Rectangle 59">
            <a:extLst>
              <a:ext uri="{FF2B5EF4-FFF2-40B4-BE49-F238E27FC236}">
                <a16:creationId xmlns:a16="http://schemas.microsoft.com/office/drawing/2014/main" id="{5FB4D77F-5FF8-433F-757D-6A197DE408EF}"/>
              </a:ext>
            </a:extLst>
          </p:cNvPr>
          <p:cNvSpPr>
            <a:spLocks/>
          </p:cNvSpPr>
          <p:nvPr/>
        </p:nvSpPr>
        <p:spPr bwMode="auto">
          <a:xfrm>
            <a:off x="4433269" y="583957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32" name="Rectangle 60">
            <a:extLst>
              <a:ext uri="{FF2B5EF4-FFF2-40B4-BE49-F238E27FC236}">
                <a16:creationId xmlns:a16="http://schemas.microsoft.com/office/drawing/2014/main" id="{BA19B15D-EEB7-4E6B-2049-7BB2B9472048}"/>
              </a:ext>
            </a:extLst>
          </p:cNvPr>
          <p:cNvSpPr>
            <a:spLocks/>
          </p:cNvSpPr>
          <p:nvPr/>
        </p:nvSpPr>
        <p:spPr bwMode="auto">
          <a:xfrm>
            <a:off x="5036377" y="582045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33" name="Rectangle 61">
            <a:extLst>
              <a:ext uri="{FF2B5EF4-FFF2-40B4-BE49-F238E27FC236}">
                <a16:creationId xmlns:a16="http://schemas.microsoft.com/office/drawing/2014/main" id="{1CF1C6D2-467E-D637-6B3F-90BBAAECDA04}"/>
              </a:ext>
            </a:extLst>
          </p:cNvPr>
          <p:cNvSpPr>
            <a:spLocks/>
          </p:cNvSpPr>
          <p:nvPr/>
        </p:nvSpPr>
        <p:spPr bwMode="auto">
          <a:xfrm>
            <a:off x="5555226" y="583957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34" name="Rectangle 62">
            <a:extLst>
              <a:ext uri="{FF2B5EF4-FFF2-40B4-BE49-F238E27FC236}">
                <a16:creationId xmlns:a16="http://schemas.microsoft.com/office/drawing/2014/main" id="{117A3905-CEE2-CD71-C45C-468AADD76C30}"/>
              </a:ext>
            </a:extLst>
          </p:cNvPr>
          <p:cNvSpPr>
            <a:spLocks/>
          </p:cNvSpPr>
          <p:nvPr/>
        </p:nvSpPr>
        <p:spPr bwMode="auto">
          <a:xfrm>
            <a:off x="6161749" y="583957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sp>
        <p:nvSpPr>
          <p:cNvPr id="35" name="Rectangle 63">
            <a:extLst>
              <a:ext uri="{FF2B5EF4-FFF2-40B4-BE49-F238E27FC236}">
                <a16:creationId xmlns:a16="http://schemas.microsoft.com/office/drawing/2014/main" id="{EEFB7246-C881-9495-8FCC-A1C93274CADB}"/>
              </a:ext>
            </a:extLst>
          </p:cNvPr>
          <p:cNvSpPr>
            <a:spLocks/>
          </p:cNvSpPr>
          <p:nvPr/>
        </p:nvSpPr>
        <p:spPr bwMode="auto">
          <a:xfrm>
            <a:off x="6716422" y="583957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36" name="Rectangle 64">
            <a:extLst>
              <a:ext uri="{FF2B5EF4-FFF2-40B4-BE49-F238E27FC236}">
                <a16:creationId xmlns:a16="http://schemas.microsoft.com/office/drawing/2014/main" id="{3F50B3AE-C7B0-4555-56B9-FCA19C26F789}"/>
              </a:ext>
            </a:extLst>
          </p:cNvPr>
          <p:cNvSpPr>
            <a:spLocks/>
          </p:cNvSpPr>
          <p:nvPr/>
        </p:nvSpPr>
        <p:spPr bwMode="auto">
          <a:xfrm>
            <a:off x="7310578" y="58480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37" name="Rectangle 65">
            <a:extLst>
              <a:ext uri="{FF2B5EF4-FFF2-40B4-BE49-F238E27FC236}">
                <a16:creationId xmlns:a16="http://schemas.microsoft.com/office/drawing/2014/main" id="{E5630450-667C-7377-A7DA-04D80DF2AD90}"/>
              </a:ext>
            </a:extLst>
          </p:cNvPr>
          <p:cNvSpPr>
            <a:spLocks/>
          </p:cNvSpPr>
          <p:nvPr/>
        </p:nvSpPr>
        <p:spPr bwMode="auto">
          <a:xfrm>
            <a:off x="7931797" y="583957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38" name="Rectangle 66">
            <a:extLst>
              <a:ext uri="{FF2B5EF4-FFF2-40B4-BE49-F238E27FC236}">
                <a16:creationId xmlns:a16="http://schemas.microsoft.com/office/drawing/2014/main" id="{2900688A-9DD8-11DB-821C-928649F92DBF}"/>
              </a:ext>
            </a:extLst>
          </p:cNvPr>
          <p:cNvSpPr>
            <a:spLocks/>
          </p:cNvSpPr>
          <p:nvPr/>
        </p:nvSpPr>
        <p:spPr bwMode="auto">
          <a:xfrm>
            <a:off x="8435058" y="583957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39" name="Rectangle 67">
            <a:extLst>
              <a:ext uri="{FF2B5EF4-FFF2-40B4-BE49-F238E27FC236}">
                <a16:creationId xmlns:a16="http://schemas.microsoft.com/office/drawing/2014/main" id="{9B5636EA-182E-A627-3CDD-2476C4ED1639}"/>
              </a:ext>
            </a:extLst>
          </p:cNvPr>
          <p:cNvSpPr>
            <a:spLocks/>
          </p:cNvSpPr>
          <p:nvPr/>
        </p:nvSpPr>
        <p:spPr bwMode="auto">
          <a:xfrm>
            <a:off x="8980643" y="582045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72" name="Straight Arrow Connector 68">
            <a:extLst>
              <a:ext uri="{FF2B5EF4-FFF2-40B4-BE49-F238E27FC236}">
                <a16:creationId xmlns:a16="http://schemas.microsoft.com/office/drawing/2014/main" id="{1A1389E2-5843-4D40-5FB1-50A09F6ECFD2}"/>
              </a:ext>
            </a:extLst>
          </p:cNvPr>
          <p:cNvCxnSpPr/>
          <p:nvPr/>
        </p:nvCxnSpPr>
        <p:spPr>
          <a:xfrm>
            <a:off x="2884627" y="5239165"/>
            <a:ext cx="0" cy="620901"/>
          </a:xfrm>
          <a:prstGeom prst="straightConnector1">
            <a:avLst/>
          </a:prstGeom>
          <a:ln>
            <a:solidFill>
              <a:srgbClr val="E2751D"/>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75" name="Straight Arrow Connector 69">
            <a:extLst>
              <a:ext uri="{FF2B5EF4-FFF2-40B4-BE49-F238E27FC236}">
                <a16:creationId xmlns:a16="http://schemas.microsoft.com/office/drawing/2014/main" id="{6AB78D9B-4F89-8D06-8963-177F6F477CAC}"/>
              </a:ext>
            </a:extLst>
          </p:cNvPr>
          <p:cNvCxnSpPr/>
          <p:nvPr/>
        </p:nvCxnSpPr>
        <p:spPr>
          <a:xfrm>
            <a:off x="9165639" y="5250302"/>
            <a:ext cx="0" cy="620901"/>
          </a:xfrm>
          <a:prstGeom prst="straightConnector1">
            <a:avLst/>
          </a:prstGeom>
          <a:ln>
            <a:solidFill>
              <a:schemeClr val="accent3"/>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76" name="Straight Arrow Connector 70">
            <a:extLst>
              <a:ext uri="{FF2B5EF4-FFF2-40B4-BE49-F238E27FC236}">
                <a16:creationId xmlns:a16="http://schemas.microsoft.com/office/drawing/2014/main" id="{4350B8E1-D576-3450-DC6B-A556AC7666C8}"/>
              </a:ext>
            </a:extLst>
          </p:cNvPr>
          <p:cNvCxnSpPr/>
          <p:nvPr/>
        </p:nvCxnSpPr>
        <p:spPr>
          <a:xfrm>
            <a:off x="2864931" y="5239164"/>
            <a:ext cx="6315306" cy="0"/>
          </a:xfrm>
          <a:prstGeom prst="straightConnector1">
            <a:avLst/>
          </a:prstGeom>
          <a:ln>
            <a:solidFill>
              <a:srgbClr val="E2751D"/>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7" name="Rectangle 71">
            <a:extLst>
              <a:ext uri="{FF2B5EF4-FFF2-40B4-BE49-F238E27FC236}">
                <a16:creationId xmlns:a16="http://schemas.microsoft.com/office/drawing/2014/main" id="{2FC1739D-8232-1BA1-EA06-9BAADB1E1BBF}"/>
              </a:ext>
            </a:extLst>
          </p:cNvPr>
          <p:cNvSpPr>
            <a:spLocks/>
          </p:cNvSpPr>
          <p:nvPr/>
        </p:nvSpPr>
        <p:spPr bwMode="auto">
          <a:xfrm>
            <a:off x="4948703" y="5274250"/>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 = ?</a:t>
            </a:r>
          </a:p>
        </p:txBody>
      </p:sp>
      <p:sp>
        <p:nvSpPr>
          <p:cNvPr id="78" name="CuadroTexto 77">
            <a:extLst>
              <a:ext uri="{FF2B5EF4-FFF2-40B4-BE49-F238E27FC236}">
                <a16:creationId xmlns:a16="http://schemas.microsoft.com/office/drawing/2014/main" id="{80562B6B-0465-2C1B-E23B-872C958BDEA4}"/>
              </a:ext>
            </a:extLst>
          </p:cNvPr>
          <p:cNvSpPr txBox="1"/>
          <p:nvPr/>
        </p:nvSpPr>
        <p:spPr>
          <a:xfrm>
            <a:off x="9412429" y="3775872"/>
            <a:ext cx="830677" cy="400110"/>
          </a:xfrm>
          <a:prstGeom prst="rect">
            <a:avLst/>
          </a:prstGeom>
          <a:noFill/>
        </p:spPr>
        <p:txBody>
          <a:bodyPr wrap="none" rtlCol="0">
            <a:spAutoFit/>
          </a:bodyPr>
          <a:lstStyle/>
          <a:p>
            <a:r>
              <a:rPr lang="es-CO" sz="2000"/>
              <a:t>Meses</a:t>
            </a:r>
          </a:p>
        </p:txBody>
      </p:sp>
      <p:sp>
        <p:nvSpPr>
          <p:cNvPr id="79" name="CuadroTexto 78">
            <a:extLst>
              <a:ext uri="{FF2B5EF4-FFF2-40B4-BE49-F238E27FC236}">
                <a16:creationId xmlns:a16="http://schemas.microsoft.com/office/drawing/2014/main" id="{F280E4A8-F89F-FFFE-C2AF-3A1B27E55505}"/>
              </a:ext>
            </a:extLst>
          </p:cNvPr>
          <p:cNvSpPr txBox="1"/>
          <p:nvPr/>
        </p:nvSpPr>
        <p:spPr>
          <a:xfrm>
            <a:off x="9299991" y="5694178"/>
            <a:ext cx="830677" cy="400110"/>
          </a:xfrm>
          <a:prstGeom prst="rect">
            <a:avLst/>
          </a:prstGeom>
          <a:noFill/>
        </p:spPr>
        <p:txBody>
          <a:bodyPr wrap="none" rtlCol="0">
            <a:spAutoFit/>
          </a:bodyPr>
          <a:lstStyle/>
          <a:p>
            <a:r>
              <a:rPr lang="es-CO" sz="2000"/>
              <a:t>Meses</a:t>
            </a:r>
          </a:p>
        </p:txBody>
      </p:sp>
      <p:sp>
        <p:nvSpPr>
          <p:cNvPr id="27" name="Slide Number Placeholder 3">
            <a:extLst>
              <a:ext uri="{FF2B5EF4-FFF2-40B4-BE49-F238E27FC236}">
                <a16:creationId xmlns:a16="http://schemas.microsoft.com/office/drawing/2014/main" id="{646882E9-AED6-8DD2-8490-FCA81BA1F903}"/>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23</a:t>
            </a:fld>
            <a:endParaRPr lang="en-US" sz="2000" b="1">
              <a:latin typeface="Gill Sans MT (Títulos)"/>
            </a:endParaRPr>
          </a:p>
        </p:txBody>
      </p:sp>
    </p:spTree>
    <p:extLst>
      <p:ext uri="{BB962C8B-B14F-4D97-AF65-F5344CB8AC3E}">
        <p14:creationId xmlns:p14="http://schemas.microsoft.com/office/powerpoint/2010/main" val="462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7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75"/>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7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1" grpId="0"/>
      <p:bldP spid="12" grpId="0"/>
      <p:bldP spid="13" grpId="0"/>
      <p:bldP spid="14" grpId="0"/>
      <p:bldP spid="15" grpId="0"/>
      <p:bldP spid="16" grpId="0"/>
      <p:bldP spid="17" grpId="0"/>
      <p:bldP spid="18" grpId="0"/>
      <p:bldP spid="19" grpId="0"/>
      <p:bldP spid="20" grpId="0"/>
      <p:bldP spid="21" grpId="0"/>
      <p:bldP spid="22" grpId="0"/>
      <p:bldP spid="23" grpId="0"/>
      <p:bldP spid="25" grpId="0"/>
      <p:bldP spid="26" grpId="0"/>
      <p:bldP spid="29" grpId="0"/>
      <p:bldP spid="30" grpId="0"/>
      <p:bldP spid="31" grpId="0"/>
      <p:bldP spid="32" grpId="0"/>
      <p:bldP spid="33" grpId="0"/>
      <p:bldP spid="34" grpId="0"/>
      <p:bldP spid="35" grpId="0"/>
      <p:bldP spid="36" grpId="0"/>
      <p:bldP spid="37" grpId="0"/>
      <p:bldP spid="38" grpId="0"/>
      <p:bldP spid="39" grpId="0"/>
      <p:bldP spid="77" grpId="0"/>
      <p:bldP spid="78" grpId="0"/>
      <p:bldP spid="7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972511"/>
            <a:ext cx="11029615" cy="1366685"/>
          </a:xfrm>
        </p:spPr>
        <p:txBody>
          <a:bodyPr>
            <a:normAutofit/>
          </a:bodyPr>
          <a:lstStyle/>
          <a:p>
            <a:pPr marL="0" indent="0" algn="just">
              <a:buNone/>
            </a:pPr>
            <a:r>
              <a:rPr lang="es-ES_tradnl" sz="2400" b="1" dirty="0">
                <a:solidFill>
                  <a:srgbClr val="D7A700"/>
                </a:solidFill>
              </a:rPr>
              <a:t>Ejemplo 4: </a:t>
            </a:r>
            <a:r>
              <a:rPr lang="es-ES_tradnl" sz="2400" dirty="0"/>
              <a:t>Usted sabe que una máquina CLASSIC 350 vale 10’000.000 COP. Como usted no tiene la plata hoy, usted quiere saber cuánto debería pagar mensualmente por 1 año para adquirir la máquina. La tasa de interés es 1,2% MV.</a:t>
            </a:r>
          </a:p>
        </p:txBody>
      </p:sp>
      <p:pic>
        <p:nvPicPr>
          <p:cNvPr id="5122" name="Picture 2" descr="Image result for classic 3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66109" y="4834248"/>
            <a:ext cx="2419445" cy="1867005"/>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85125591-0D9F-9DC0-151A-5E19CC43CF5B}"/>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Series uniformes / anualidades</a:t>
            </a:r>
          </a:p>
        </p:txBody>
      </p:sp>
      <p:sp>
        <p:nvSpPr>
          <p:cNvPr id="6" name="Rectángulo 5">
            <a:extLst>
              <a:ext uri="{FF2B5EF4-FFF2-40B4-BE49-F238E27FC236}">
                <a16:creationId xmlns:a16="http://schemas.microsoft.com/office/drawing/2014/main" id="{170DB753-71FD-FFD3-453F-E6B46F1D0B7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BCDF5664-4716-C445-E252-C7F2FB5616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922ADF52-E5DC-740D-59AD-BD1D340EBFB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2" name="Straight Connector 12">
            <a:extLst>
              <a:ext uri="{FF2B5EF4-FFF2-40B4-BE49-F238E27FC236}">
                <a16:creationId xmlns:a16="http://schemas.microsoft.com/office/drawing/2014/main" id="{D9B6FDAD-3C7D-DFA5-C541-D36368AA79B7}"/>
              </a:ext>
            </a:extLst>
          </p:cNvPr>
          <p:cNvCxnSpPr/>
          <p:nvPr/>
        </p:nvCxnSpPr>
        <p:spPr>
          <a:xfrm>
            <a:off x="2838481" y="4477836"/>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9" name="Rectangle 23">
            <a:extLst>
              <a:ext uri="{FF2B5EF4-FFF2-40B4-BE49-F238E27FC236}">
                <a16:creationId xmlns:a16="http://schemas.microsoft.com/office/drawing/2014/main" id="{DFCE40EE-0B3D-F901-31FC-C444B5EF994D}"/>
              </a:ext>
            </a:extLst>
          </p:cNvPr>
          <p:cNvSpPr>
            <a:spLocks/>
          </p:cNvSpPr>
          <p:nvPr/>
        </p:nvSpPr>
        <p:spPr bwMode="auto">
          <a:xfrm flipH="1">
            <a:off x="2810313" y="4117428"/>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0" name="Rectangle 11">
            <a:extLst>
              <a:ext uri="{FF2B5EF4-FFF2-40B4-BE49-F238E27FC236}">
                <a16:creationId xmlns:a16="http://schemas.microsoft.com/office/drawing/2014/main" id="{6DE87727-4D6C-0F7F-6BE0-16BD53D3984A}"/>
              </a:ext>
            </a:extLst>
          </p:cNvPr>
          <p:cNvSpPr>
            <a:spLocks/>
          </p:cNvSpPr>
          <p:nvPr/>
        </p:nvSpPr>
        <p:spPr bwMode="auto">
          <a:xfrm>
            <a:off x="3243047"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1" name="Rectangle 14">
            <a:extLst>
              <a:ext uri="{FF2B5EF4-FFF2-40B4-BE49-F238E27FC236}">
                <a16:creationId xmlns:a16="http://schemas.microsoft.com/office/drawing/2014/main" id="{BE06AC00-338F-B18A-9E6F-A95040B005A8}"/>
              </a:ext>
            </a:extLst>
          </p:cNvPr>
          <p:cNvSpPr>
            <a:spLocks/>
          </p:cNvSpPr>
          <p:nvPr/>
        </p:nvSpPr>
        <p:spPr bwMode="auto">
          <a:xfrm>
            <a:off x="3803661"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4" name="Rectangle 15">
            <a:extLst>
              <a:ext uri="{FF2B5EF4-FFF2-40B4-BE49-F238E27FC236}">
                <a16:creationId xmlns:a16="http://schemas.microsoft.com/office/drawing/2014/main" id="{E711104A-4189-BBDE-C7B9-AE77EDE23FB1}"/>
              </a:ext>
            </a:extLst>
          </p:cNvPr>
          <p:cNvSpPr>
            <a:spLocks/>
          </p:cNvSpPr>
          <p:nvPr/>
        </p:nvSpPr>
        <p:spPr bwMode="auto">
          <a:xfrm>
            <a:off x="4367518"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1" name="Rectangle 16">
            <a:extLst>
              <a:ext uri="{FF2B5EF4-FFF2-40B4-BE49-F238E27FC236}">
                <a16:creationId xmlns:a16="http://schemas.microsoft.com/office/drawing/2014/main" id="{9A011330-1A63-2027-071C-0DBFE2C67C21}"/>
              </a:ext>
            </a:extLst>
          </p:cNvPr>
          <p:cNvSpPr>
            <a:spLocks/>
          </p:cNvSpPr>
          <p:nvPr/>
        </p:nvSpPr>
        <p:spPr bwMode="auto">
          <a:xfrm>
            <a:off x="4974043"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22" name="Rectangle 17">
            <a:extLst>
              <a:ext uri="{FF2B5EF4-FFF2-40B4-BE49-F238E27FC236}">
                <a16:creationId xmlns:a16="http://schemas.microsoft.com/office/drawing/2014/main" id="{A8C680C8-8AF1-4D96-485A-10BAB318B7D9}"/>
              </a:ext>
            </a:extLst>
          </p:cNvPr>
          <p:cNvSpPr>
            <a:spLocks/>
          </p:cNvSpPr>
          <p:nvPr/>
        </p:nvSpPr>
        <p:spPr bwMode="auto">
          <a:xfrm>
            <a:off x="5577151" y="408981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23" name="Rectangle 18">
            <a:extLst>
              <a:ext uri="{FF2B5EF4-FFF2-40B4-BE49-F238E27FC236}">
                <a16:creationId xmlns:a16="http://schemas.microsoft.com/office/drawing/2014/main" id="{C9DE8EE0-26BB-5179-D44F-DDE88E92245C}"/>
              </a:ext>
            </a:extLst>
          </p:cNvPr>
          <p:cNvSpPr>
            <a:spLocks/>
          </p:cNvSpPr>
          <p:nvPr/>
        </p:nvSpPr>
        <p:spPr bwMode="auto">
          <a:xfrm>
            <a:off x="6096000"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25" name="Rectangle 19">
            <a:extLst>
              <a:ext uri="{FF2B5EF4-FFF2-40B4-BE49-F238E27FC236}">
                <a16:creationId xmlns:a16="http://schemas.microsoft.com/office/drawing/2014/main" id="{0E61E6D7-8533-7F87-F191-FE0FD1979D68}"/>
              </a:ext>
            </a:extLst>
          </p:cNvPr>
          <p:cNvSpPr>
            <a:spLocks/>
          </p:cNvSpPr>
          <p:nvPr/>
        </p:nvSpPr>
        <p:spPr bwMode="auto">
          <a:xfrm>
            <a:off x="6702523"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26" name="Straight Arrow Connector 26">
            <a:extLst>
              <a:ext uri="{FF2B5EF4-FFF2-40B4-BE49-F238E27FC236}">
                <a16:creationId xmlns:a16="http://schemas.microsoft.com/office/drawing/2014/main" id="{F0382D5E-C944-4A37-8FFE-A3FA4E24CC8D}"/>
              </a:ext>
            </a:extLst>
          </p:cNvPr>
          <p:cNvCxnSpPr/>
          <p:nvPr/>
        </p:nvCxnSpPr>
        <p:spPr>
          <a:xfrm>
            <a:off x="2855476" y="4477836"/>
            <a:ext cx="0" cy="1289915"/>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3" name="Rectangle 27">
            <a:extLst>
              <a:ext uri="{FF2B5EF4-FFF2-40B4-BE49-F238E27FC236}">
                <a16:creationId xmlns:a16="http://schemas.microsoft.com/office/drawing/2014/main" id="{F6A8933E-D4E0-F978-7575-F291DDE792D2}"/>
              </a:ext>
            </a:extLst>
          </p:cNvPr>
          <p:cNvSpPr>
            <a:spLocks/>
          </p:cNvSpPr>
          <p:nvPr/>
        </p:nvSpPr>
        <p:spPr bwMode="auto">
          <a:xfrm>
            <a:off x="2137375" y="584806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10’000.000</a:t>
            </a:r>
          </a:p>
        </p:txBody>
      </p:sp>
      <p:sp>
        <p:nvSpPr>
          <p:cNvPr id="39" name="Rectangle 28">
            <a:extLst>
              <a:ext uri="{FF2B5EF4-FFF2-40B4-BE49-F238E27FC236}">
                <a16:creationId xmlns:a16="http://schemas.microsoft.com/office/drawing/2014/main" id="{40AA73CD-56DF-07F2-F828-48BA6C79A63E}"/>
              </a:ext>
            </a:extLst>
          </p:cNvPr>
          <p:cNvSpPr>
            <a:spLocks/>
          </p:cNvSpPr>
          <p:nvPr/>
        </p:nvSpPr>
        <p:spPr bwMode="auto">
          <a:xfrm>
            <a:off x="7257196"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40" name="Rectangle 29">
            <a:extLst>
              <a:ext uri="{FF2B5EF4-FFF2-40B4-BE49-F238E27FC236}">
                <a16:creationId xmlns:a16="http://schemas.microsoft.com/office/drawing/2014/main" id="{5B2B41BF-96FD-9A2B-84D6-1B0AC014F4FF}"/>
              </a:ext>
            </a:extLst>
          </p:cNvPr>
          <p:cNvSpPr>
            <a:spLocks/>
          </p:cNvSpPr>
          <p:nvPr/>
        </p:nvSpPr>
        <p:spPr bwMode="auto">
          <a:xfrm>
            <a:off x="7851352" y="411742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41" name="Rectangle 30">
            <a:extLst>
              <a:ext uri="{FF2B5EF4-FFF2-40B4-BE49-F238E27FC236}">
                <a16:creationId xmlns:a16="http://schemas.microsoft.com/office/drawing/2014/main" id="{DB71A4B4-EED8-ED5A-B416-6CD6E9B4AE86}"/>
              </a:ext>
            </a:extLst>
          </p:cNvPr>
          <p:cNvSpPr>
            <a:spLocks/>
          </p:cNvSpPr>
          <p:nvPr/>
        </p:nvSpPr>
        <p:spPr bwMode="auto">
          <a:xfrm>
            <a:off x="8472571"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42" name="Rectangle 31">
            <a:extLst>
              <a:ext uri="{FF2B5EF4-FFF2-40B4-BE49-F238E27FC236}">
                <a16:creationId xmlns:a16="http://schemas.microsoft.com/office/drawing/2014/main" id="{5D5C5211-C5CD-1FC3-8A8E-9CD550CA6444}"/>
              </a:ext>
            </a:extLst>
          </p:cNvPr>
          <p:cNvSpPr>
            <a:spLocks/>
          </p:cNvSpPr>
          <p:nvPr/>
        </p:nvSpPr>
        <p:spPr bwMode="auto">
          <a:xfrm>
            <a:off x="8975832"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43" name="Rectangle 33">
            <a:extLst>
              <a:ext uri="{FF2B5EF4-FFF2-40B4-BE49-F238E27FC236}">
                <a16:creationId xmlns:a16="http://schemas.microsoft.com/office/drawing/2014/main" id="{90354439-F085-1CC8-1F44-0050CD8ED658}"/>
              </a:ext>
            </a:extLst>
          </p:cNvPr>
          <p:cNvSpPr>
            <a:spLocks/>
          </p:cNvSpPr>
          <p:nvPr/>
        </p:nvSpPr>
        <p:spPr bwMode="auto">
          <a:xfrm>
            <a:off x="9521417" y="408981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44" name="Straight Arrow Connector 34">
            <a:extLst>
              <a:ext uri="{FF2B5EF4-FFF2-40B4-BE49-F238E27FC236}">
                <a16:creationId xmlns:a16="http://schemas.microsoft.com/office/drawing/2014/main" id="{1877C2FB-7752-9242-9C77-A4489E9EE182}"/>
              </a:ext>
            </a:extLst>
          </p:cNvPr>
          <p:cNvCxnSpPr/>
          <p:nvPr/>
        </p:nvCxnSpPr>
        <p:spPr>
          <a:xfrm>
            <a:off x="3397023" y="4490077"/>
            <a:ext cx="0" cy="62090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45" name="Straight Arrow Connector 35">
            <a:extLst>
              <a:ext uri="{FF2B5EF4-FFF2-40B4-BE49-F238E27FC236}">
                <a16:creationId xmlns:a16="http://schemas.microsoft.com/office/drawing/2014/main" id="{1CC5C268-AB28-38CF-A878-3BA71B88CDFF}"/>
              </a:ext>
            </a:extLst>
          </p:cNvPr>
          <p:cNvCxnSpPr/>
          <p:nvPr/>
        </p:nvCxnSpPr>
        <p:spPr>
          <a:xfrm>
            <a:off x="9712329" y="4490077"/>
            <a:ext cx="0" cy="62090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36">
            <a:extLst>
              <a:ext uri="{FF2B5EF4-FFF2-40B4-BE49-F238E27FC236}">
                <a16:creationId xmlns:a16="http://schemas.microsoft.com/office/drawing/2014/main" id="{1767EEF0-4D1E-8924-327D-1DCC956DCBBD}"/>
              </a:ext>
            </a:extLst>
          </p:cNvPr>
          <p:cNvCxnSpPr/>
          <p:nvPr/>
        </p:nvCxnSpPr>
        <p:spPr>
          <a:xfrm>
            <a:off x="3397023" y="5110977"/>
            <a:ext cx="6315306" cy="0"/>
          </a:xfrm>
          <a:prstGeom prst="straightConnector1">
            <a:avLst/>
          </a:prstGeom>
          <a:ln>
            <a:solidFill>
              <a:schemeClr val="accent3"/>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47" name="Rectangle 37">
            <a:extLst>
              <a:ext uri="{FF2B5EF4-FFF2-40B4-BE49-F238E27FC236}">
                <a16:creationId xmlns:a16="http://schemas.microsoft.com/office/drawing/2014/main" id="{A9C3D605-6E2E-06E4-7AFB-97329C91DC9F}"/>
              </a:ext>
            </a:extLst>
          </p:cNvPr>
          <p:cNvSpPr>
            <a:spLocks/>
          </p:cNvSpPr>
          <p:nvPr/>
        </p:nvSpPr>
        <p:spPr bwMode="auto">
          <a:xfrm>
            <a:off x="5489477" y="471653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 = ?</a:t>
            </a:r>
          </a:p>
        </p:txBody>
      </p:sp>
      <p:sp>
        <p:nvSpPr>
          <p:cNvPr id="12" name="Slide Number Placeholder 3">
            <a:extLst>
              <a:ext uri="{FF2B5EF4-FFF2-40B4-BE49-F238E27FC236}">
                <a16:creationId xmlns:a16="http://schemas.microsoft.com/office/drawing/2014/main" id="{C300F296-32A1-4D9A-B0C1-BE1A2304ACFA}"/>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24</a:t>
            </a:fld>
            <a:endParaRPr lang="en-US" sz="2000" b="1" dirty="0">
              <a:latin typeface="Gill Sans MT (Títulos)"/>
            </a:endParaRPr>
          </a:p>
        </p:txBody>
      </p:sp>
    </p:spTree>
    <p:extLst>
      <p:ext uri="{BB962C8B-B14F-4D97-AF65-F5344CB8AC3E}">
        <p14:creationId xmlns:p14="http://schemas.microsoft.com/office/powerpoint/2010/main" val="1611901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Connector 12"/>
          <p:cNvCxnSpPr/>
          <p:nvPr/>
        </p:nvCxnSpPr>
        <p:spPr>
          <a:xfrm>
            <a:off x="2838481" y="4477836"/>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4" name="Rectangle 23"/>
          <p:cNvSpPr>
            <a:spLocks/>
          </p:cNvSpPr>
          <p:nvPr/>
        </p:nvSpPr>
        <p:spPr bwMode="auto">
          <a:xfrm flipH="1">
            <a:off x="2810313" y="4117428"/>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2" name="Rectangle 11"/>
          <p:cNvSpPr>
            <a:spLocks/>
          </p:cNvSpPr>
          <p:nvPr/>
        </p:nvSpPr>
        <p:spPr bwMode="auto">
          <a:xfrm>
            <a:off x="3243047"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p:cNvSpPr>
            <a:spLocks/>
          </p:cNvSpPr>
          <p:nvPr/>
        </p:nvSpPr>
        <p:spPr bwMode="auto">
          <a:xfrm>
            <a:off x="3803661"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p:cNvSpPr>
            <a:spLocks/>
          </p:cNvSpPr>
          <p:nvPr/>
        </p:nvSpPr>
        <p:spPr bwMode="auto">
          <a:xfrm>
            <a:off x="4367518"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7" name="Rectangle 16"/>
          <p:cNvSpPr>
            <a:spLocks/>
          </p:cNvSpPr>
          <p:nvPr/>
        </p:nvSpPr>
        <p:spPr bwMode="auto">
          <a:xfrm>
            <a:off x="4974043"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8" name="Rectangle 17"/>
          <p:cNvSpPr>
            <a:spLocks/>
          </p:cNvSpPr>
          <p:nvPr/>
        </p:nvSpPr>
        <p:spPr bwMode="auto">
          <a:xfrm>
            <a:off x="5577151" y="408981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9" name="Rectangle 18"/>
          <p:cNvSpPr>
            <a:spLocks/>
          </p:cNvSpPr>
          <p:nvPr/>
        </p:nvSpPr>
        <p:spPr bwMode="auto">
          <a:xfrm>
            <a:off x="6096000"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20" name="Rectangle 19"/>
          <p:cNvSpPr>
            <a:spLocks/>
          </p:cNvSpPr>
          <p:nvPr/>
        </p:nvSpPr>
        <p:spPr bwMode="auto">
          <a:xfrm>
            <a:off x="6702523"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27" name="Straight Arrow Connector 26"/>
          <p:cNvCxnSpPr/>
          <p:nvPr/>
        </p:nvCxnSpPr>
        <p:spPr>
          <a:xfrm>
            <a:off x="2855476" y="4477836"/>
            <a:ext cx="0" cy="1289915"/>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27"/>
          <p:cNvSpPr>
            <a:spLocks/>
          </p:cNvSpPr>
          <p:nvPr/>
        </p:nvSpPr>
        <p:spPr bwMode="auto">
          <a:xfrm>
            <a:off x="2137375" y="584806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10’000.000</a:t>
            </a:r>
          </a:p>
        </p:txBody>
      </p:sp>
      <p:sp>
        <p:nvSpPr>
          <p:cNvPr id="29" name="Rectangle 28"/>
          <p:cNvSpPr>
            <a:spLocks/>
          </p:cNvSpPr>
          <p:nvPr/>
        </p:nvSpPr>
        <p:spPr bwMode="auto">
          <a:xfrm>
            <a:off x="7257196"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30" name="Rectangle 29"/>
          <p:cNvSpPr>
            <a:spLocks/>
          </p:cNvSpPr>
          <p:nvPr/>
        </p:nvSpPr>
        <p:spPr bwMode="auto">
          <a:xfrm>
            <a:off x="7851352" y="411742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31" name="Rectangle 30"/>
          <p:cNvSpPr>
            <a:spLocks/>
          </p:cNvSpPr>
          <p:nvPr/>
        </p:nvSpPr>
        <p:spPr bwMode="auto">
          <a:xfrm>
            <a:off x="8472571"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32" name="Rectangle 31"/>
          <p:cNvSpPr>
            <a:spLocks/>
          </p:cNvSpPr>
          <p:nvPr/>
        </p:nvSpPr>
        <p:spPr bwMode="auto">
          <a:xfrm>
            <a:off x="8975832"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34" name="Rectangle 33"/>
          <p:cNvSpPr>
            <a:spLocks/>
          </p:cNvSpPr>
          <p:nvPr/>
        </p:nvSpPr>
        <p:spPr bwMode="auto">
          <a:xfrm>
            <a:off x="9521417" y="408981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35" name="Straight Arrow Connector 34"/>
          <p:cNvCxnSpPr/>
          <p:nvPr/>
        </p:nvCxnSpPr>
        <p:spPr>
          <a:xfrm>
            <a:off x="3397023" y="4490077"/>
            <a:ext cx="0" cy="62090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a:off x="9712329" y="4490077"/>
            <a:ext cx="0" cy="62090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3397023" y="5110977"/>
            <a:ext cx="6315306" cy="0"/>
          </a:xfrm>
          <a:prstGeom prst="straightConnector1">
            <a:avLst/>
          </a:prstGeom>
          <a:ln>
            <a:solidFill>
              <a:schemeClr val="accent3"/>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38" name="Rectangle 37"/>
          <p:cNvSpPr>
            <a:spLocks/>
          </p:cNvSpPr>
          <p:nvPr/>
        </p:nvSpPr>
        <p:spPr bwMode="auto">
          <a:xfrm>
            <a:off x="5489477" y="471653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 = ?</a:t>
            </a:r>
          </a:p>
        </p:txBody>
      </p:sp>
      <p:pic>
        <p:nvPicPr>
          <p:cNvPr id="3" name="Picture 2"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4422" y="3223556"/>
            <a:ext cx="2283153" cy="319454"/>
          </a:xfrm>
          <a:prstGeom prst="rect">
            <a:avLst/>
          </a:prstGeom>
        </p:spPr>
      </p:pic>
      <p:sp>
        <p:nvSpPr>
          <p:cNvPr id="5" name="Title 1">
            <a:extLst>
              <a:ext uri="{FF2B5EF4-FFF2-40B4-BE49-F238E27FC236}">
                <a16:creationId xmlns:a16="http://schemas.microsoft.com/office/drawing/2014/main" id="{2510691C-64FB-F9C4-79B4-DAFCF7B7B0FE}"/>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Series uniformes / anualidades</a:t>
            </a:r>
          </a:p>
        </p:txBody>
      </p:sp>
      <p:sp>
        <p:nvSpPr>
          <p:cNvPr id="6" name="Rectángulo 5">
            <a:extLst>
              <a:ext uri="{FF2B5EF4-FFF2-40B4-BE49-F238E27FC236}">
                <a16:creationId xmlns:a16="http://schemas.microsoft.com/office/drawing/2014/main" id="{6BEDDCA6-331D-34DA-CBE7-5741B89318D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D78E36F7-4A9C-ADFC-E33D-65971122DF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A1091D61-CD44-D84C-2B84-007D8104F3A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4A09EF33-D220-F37B-61DC-DED2D394F2EF}"/>
                  </a:ext>
                </a:extLst>
              </p:cNvPr>
              <p:cNvSpPr txBox="1"/>
              <p:nvPr/>
            </p:nvSpPr>
            <p:spPr>
              <a:xfrm>
                <a:off x="4059352" y="2202441"/>
                <a:ext cx="4073295" cy="6943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latin typeface="Cambria Math" panose="02040503050406030204" pitchFamily="18" charset="0"/>
                        </a:rPr>
                        <m:t>𝐴</m:t>
                      </m:r>
                      <m:r>
                        <a:rPr lang="es-ES" sz="2000" b="0" i="1" smtClean="0">
                          <a:latin typeface="Cambria Math" panose="02040503050406030204" pitchFamily="18" charset="0"/>
                        </a:rPr>
                        <m:t>=10.000.000</m:t>
                      </m:r>
                      <m:d>
                        <m:dPr>
                          <m:begChr m:val="["/>
                          <m:endChr m:val="]"/>
                          <m:ctrlPr>
                            <a:rPr lang="es-ES" sz="2000" b="0" i="1" smtClean="0">
                              <a:latin typeface="Cambria Math" panose="02040503050406030204" pitchFamily="18" charset="0"/>
                            </a:rPr>
                          </m:ctrlPr>
                        </m:dPr>
                        <m:e>
                          <m:f>
                            <m:fPr>
                              <m:ctrlPr>
                                <a:rPr lang="es-ES" sz="2000" b="0" i="1" smtClean="0">
                                  <a:latin typeface="Cambria Math" panose="02040503050406030204" pitchFamily="18" charset="0"/>
                                </a:rPr>
                              </m:ctrlPr>
                            </m:fPr>
                            <m:num>
                              <m:r>
                                <a:rPr lang="es-ES" sz="2000" b="0" i="1" smtClean="0">
                                  <a:latin typeface="Cambria Math" panose="02040503050406030204" pitchFamily="18" charset="0"/>
                                </a:rPr>
                                <m:t>1,2%</m:t>
                              </m:r>
                              <m:sSup>
                                <m:sSupPr>
                                  <m:ctrlPr>
                                    <a:rPr lang="es-ES" sz="2000" b="0" i="1" smtClean="0">
                                      <a:latin typeface="Cambria Math" panose="02040503050406030204" pitchFamily="18" charset="0"/>
                                    </a:rPr>
                                  </m:ctrlPr>
                                </m:sSupPr>
                                <m:e>
                                  <m:d>
                                    <m:dPr>
                                      <m:ctrlPr>
                                        <a:rPr lang="es-ES" sz="2000" b="0" i="1" smtClean="0">
                                          <a:latin typeface="Cambria Math" panose="02040503050406030204" pitchFamily="18" charset="0"/>
                                        </a:rPr>
                                      </m:ctrlPr>
                                    </m:dPr>
                                    <m:e>
                                      <m:r>
                                        <a:rPr lang="es-ES" sz="2000" b="0" i="1" smtClean="0">
                                          <a:latin typeface="Cambria Math" panose="02040503050406030204" pitchFamily="18" charset="0"/>
                                        </a:rPr>
                                        <m:t>1+1,2%</m:t>
                                      </m:r>
                                    </m:e>
                                  </m:d>
                                </m:e>
                                <m:sup>
                                  <m:r>
                                    <a:rPr lang="es-ES" sz="2000" b="0" i="1" smtClean="0">
                                      <a:latin typeface="Cambria Math" panose="02040503050406030204" pitchFamily="18" charset="0"/>
                                    </a:rPr>
                                    <m:t>12</m:t>
                                  </m:r>
                                </m:sup>
                              </m:sSup>
                            </m:num>
                            <m:den>
                              <m:sSup>
                                <m:sSupPr>
                                  <m:ctrlPr>
                                    <a:rPr lang="es-ES" sz="2000" b="0" i="1" smtClean="0">
                                      <a:latin typeface="Cambria Math" panose="02040503050406030204" pitchFamily="18" charset="0"/>
                                    </a:rPr>
                                  </m:ctrlPr>
                                </m:sSupPr>
                                <m:e>
                                  <m:d>
                                    <m:dPr>
                                      <m:ctrlPr>
                                        <a:rPr lang="es-ES" sz="2000" b="0" i="1" smtClean="0">
                                          <a:latin typeface="Cambria Math" panose="02040503050406030204" pitchFamily="18" charset="0"/>
                                        </a:rPr>
                                      </m:ctrlPr>
                                    </m:dPr>
                                    <m:e>
                                      <m:r>
                                        <a:rPr lang="es-ES" sz="2000" b="0" i="1" smtClean="0">
                                          <a:latin typeface="Cambria Math" panose="02040503050406030204" pitchFamily="18" charset="0"/>
                                        </a:rPr>
                                        <m:t>1+1,2%</m:t>
                                      </m:r>
                                    </m:e>
                                  </m:d>
                                </m:e>
                                <m:sup>
                                  <m:r>
                                    <a:rPr lang="es-ES" sz="2000" b="0" i="1" smtClean="0">
                                      <a:latin typeface="Cambria Math" panose="02040503050406030204" pitchFamily="18" charset="0"/>
                                    </a:rPr>
                                    <m:t>12</m:t>
                                  </m:r>
                                </m:sup>
                              </m:sSup>
                              <m:r>
                                <a:rPr lang="es-ES" sz="2000" b="0" i="1" smtClean="0">
                                  <a:latin typeface="Cambria Math" panose="02040503050406030204" pitchFamily="18" charset="0"/>
                                </a:rPr>
                                <m:t>−1</m:t>
                              </m:r>
                            </m:den>
                          </m:f>
                        </m:e>
                      </m:d>
                    </m:oMath>
                  </m:oMathPara>
                </a14:m>
                <a:endParaRPr lang="es-CO" sz="2000"/>
              </a:p>
            </p:txBody>
          </p:sp>
        </mc:Choice>
        <mc:Fallback xmlns="">
          <p:sp>
            <p:nvSpPr>
              <p:cNvPr id="2" name="CuadroTexto 1">
                <a:extLst>
                  <a:ext uri="{FF2B5EF4-FFF2-40B4-BE49-F238E27FC236}">
                    <a16:creationId xmlns:a16="http://schemas.microsoft.com/office/drawing/2014/main" id="{4A09EF33-D220-F37B-61DC-DED2D394F2EF}"/>
                  </a:ext>
                </a:extLst>
              </p:cNvPr>
              <p:cNvSpPr txBox="1">
                <a:spLocks noRot="1" noChangeAspect="1" noMove="1" noResize="1" noEditPoints="1" noAdjustHandles="1" noChangeArrowheads="1" noChangeShapeType="1" noTextEdit="1"/>
              </p:cNvSpPr>
              <p:nvPr/>
            </p:nvSpPr>
            <p:spPr>
              <a:xfrm>
                <a:off x="4059352" y="2202441"/>
                <a:ext cx="4073295" cy="694357"/>
              </a:xfrm>
              <a:prstGeom prst="rect">
                <a:avLst/>
              </a:prstGeom>
              <a:blipFill>
                <a:blip r:embed="rId5"/>
                <a:stretch>
                  <a:fillRect/>
                </a:stretch>
              </a:blipFill>
            </p:spPr>
            <p:txBody>
              <a:bodyPr/>
              <a:lstStyle/>
              <a:p>
                <a:r>
                  <a:rPr lang="en-US">
                    <a:noFill/>
                  </a:rPr>
                  <a:t> </a:t>
                </a:r>
              </a:p>
            </p:txBody>
          </p:sp>
        </mc:Fallback>
      </mc:AlternateContent>
      <p:sp>
        <p:nvSpPr>
          <p:cNvPr id="9" name="Slide Number Placeholder 3">
            <a:extLst>
              <a:ext uri="{FF2B5EF4-FFF2-40B4-BE49-F238E27FC236}">
                <a16:creationId xmlns:a16="http://schemas.microsoft.com/office/drawing/2014/main" id="{560004E7-7630-0017-11DD-CA8A3FD44586}"/>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25</a:t>
            </a:fld>
            <a:endParaRPr lang="en-US" sz="2000" b="1" dirty="0">
              <a:latin typeface="Gill Sans MT (Títulos)"/>
            </a:endParaRPr>
          </a:p>
        </p:txBody>
      </p:sp>
    </p:spTree>
    <p:extLst>
      <p:ext uri="{BB962C8B-B14F-4D97-AF65-F5344CB8AC3E}">
        <p14:creationId xmlns:p14="http://schemas.microsoft.com/office/powerpoint/2010/main" val="3711165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E1213-33FB-92F9-D804-B19F6D18660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1C1BF4-AA7D-1128-26B9-A22B86F18E08}"/>
              </a:ext>
            </a:extLst>
          </p:cNvPr>
          <p:cNvSpPr>
            <a:spLocks noGrp="1"/>
          </p:cNvSpPr>
          <p:nvPr>
            <p:ph idx="1"/>
          </p:nvPr>
        </p:nvSpPr>
        <p:spPr>
          <a:xfrm>
            <a:off x="581191" y="1972511"/>
            <a:ext cx="11029615" cy="1366685"/>
          </a:xfrm>
        </p:spPr>
        <p:txBody>
          <a:bodyPr>
            <a:normAutofit fontScale="92500" lnSpcReduction="10000"/>
          </a:bodyPr>
          <a:lstStyle/>
          <a:p>
            <a:pPr marL="0" indent="0" algn="just">
              <a:buNone/>
            </a:pPr>
            <a:r>
              <a:rPr lang="es-ES_tradnl" sz="2400" b="1" dirty="0">
                <a:solidFill>
                  <a:srgbClr val="D7A700"/>
                </a:solidFill>
              </a:rPr>
              <a:t>Ejemplo 5: </a:t>
            </a:r>
            <a:r>
              <a:rPr lang="es-MX" sz="2400" dirty="0"/>
              <a:t>Una empresa está evaluando la compra de un activo productivo que generará ingresos netos de $8.000.000 al final de cada año, indefinidamente. La empresa considera que el costo de oportunidad de sus recursos es del 10% efectivo anual. ¿Cuál es el valor presente equivalente de los flujos que generará el activo?</a:t>
            </a:r>
            <a:endParaRPr lang="es-ES_tradnl" sz="2400" dirty="0"/>
          </a:p>
        </p:txBody>
      </p:sp>
      <p:sp>
        <p:nvSpPr>
          <p:cNvPr id="5" name="Title 1">
            <a:extLst>
              <a:ext uri="{FF2B5EF4-FFF2-40B4-BE49-F238E27FC236}">
                <a16:creationId xmlns:a16="http://schemas.microsoft.com/office/drawing/2014/main" id="{248B2697-77C4-7AA1-06E3-E3DC128878FD}"/>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Series uniformes / anualidades</a:t>
            </a:r>
          </a:p>
        </p:txBody>
      </p:sp>
      <p:sp>
        <p:nvSpPr>
          <p:cNvPr id="6" name="Rectángulo 5">
            <a:extLst>
              <a:ext uri="{FF2B5EF4-FFF2-40B4-BE49-F238E27FC236}">
                <a16:creationId xmlns:a16="http://schemas.microsoft.com/office/drawing/2014/main" id="{B965E18A-A7A5-1D19-E144-35483159C4A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B4A7AA3B-180D-A606-38BD-2000FC457C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29FE97E0-E130-B80D-332A-4C13B1B8BDF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2" name="Slide Number Placeholder 3">
            <a:extLst>
              <a:ext uri="{FF2B5EF4-FFF2-40B4-BE49-F238E27FC236}">
                <a16:creationId xmlns:a16="http://schemas.microsoft.com/office/drawing/2014/main" id="{366A2C88-C674-EEFA-F043-34FD10C601F6}"/>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26</a:t>
            </a:fld>
            <a:endParaRPr lang="en-US" sz="2000" b="1" dirty="0">
              <a:latin typeface="Gill Sans MT (Títulos)"/>
            </a:endParaRPr>
          </a:p>
        </p:txBody>
      </p:sp>
      <p:pic>
        <p:nvPicPr>
          <p:cNvPr id="13" name="Imagen 12">
            <a:extLst>
              <a:ext uri="{FF2B5EF4-FFF2-40B4-BE49-F238E27FC236}">
                <a16:creationId xmlns:a16="http://schemas.microsoft.com/office/drawing/2014/main" id="{568FD955-208E-BC52-4160-215B16EF43E6}"/>
              </a:ext>
            </a:extLst>
          </p:cNvPr>
          <p:cNvPicPr>
            <a:picLocks noChangeAspect="1"/>
          </p:cNvPicPr>
          <p:nvPr/>
        </p:nvPicPr>
        <p:blipFill>
          <a:blip r:embed="rId4"/>
          <a:stretch>
            <a:fillRect/>
          </a:stretch>
        </p:blipFill>
        <p:spPr>
          <a:xfrm>
            <a:off x="2330187" y="4611019"/>
            <a:ext cx="1715029" cy="1196532"/>
          </a:xfrm>
          <a:prstGeom prst="rect">
            <a:avLst/>
          </a:prstGeom>
        </p:spPr>
      </p:pic>
      <p:sp>
        <p:nvSpPr>
          <p:cNvPr id="16" name="TextBox 1">
            <a:extLst>
              <a:ext uri="{FF2B5EF4-FFF2-40B4-BE49-F238E27FC236}">
                <a16:creationId xmlns:a16="http://schemas.microsoft.com/office/drawing/2014/main" id="{BDF22413-C8EA-9B22-FDC2-05099E330F96}"/>
              </a:ext>
            </a:extLst>
          </p:cNvPr>
          <p:cNvSpPr txBox="1"/>
          <p:nvPr/>
        </p:nvSpPr>
        <p:spPr>
          <a:xfrm>
            <a:off x="958234" y="3726532"/>
            <a:ext cx="4458936"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2000" dirty="0">
                <a:solidFill>
                  <a:srgbClr val="595959"/>
                </a:solidFill>
              </a:rPr>
              <a:t>Valor presente de una serie </a:t>
            </a:r>
          </a:p>
          <a:p>
            <a:pPr algn="ctr"/>
            <a:r>
              <a:rPr lang="es-ES" sz="2000" dirty="0">
                <a:solidFill>
                  <a:srgbClr val="595959"/>
                </a:solidFill>
              </a:rPr>
              <a:t>uniforme a perpetuidad</a:t>
            </a:r>
            <a:endParaRPr lang="en-US" dirty="0"/>
          </a:p>
        </p:txBody>
      </p:sp>
      <p:grpSp>
        <p:nvGrpSpPr>
          <p:cNvPr id="29" name="Grupo 28">
            <a:extLst>
              <a:ext uri="{FF2B5EF4-FFF2-40B4-BE49-F238E27FC236}">
                <a16:creationId xmlns:a16="http://schemas.microsoft.com/office/drawing/2014/main" id="{96D4FAC5-1AFD-23A0-4ABF-DA8F1437889D}"/>
              </a:ext>
            </a:extLst>
          </p:cNvPr>
          <p:cNvGrpSpPr/>
          <p:nvPr/>
        </p:nvGrpSpPr>
        <p:grpSpPr>
          <a:xfrm>
            <a:off x="7458419" y="3829625"/>
            <a:ext cx="2242829" cy="2457819"/>
            <a:chOff x="7792018" y="3846285"/>
            <a:chExt cx="1449974" cy="2095225"/>
          </a:xfrm>
        </p:grpSpPr>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190EECB8-39ED-F1CA-C7D9-BA5F668C10FB}"/>
                    </a:ext>
                  </a:extLst>
                </p:cNvPr>
                <p:cNvSpPr txBox="1"/>
                <p:nvPr/>
              </p:nvSpPr>
              <p:spPr>
                <a:xfrm>
                  <a:off x="7857484" y="3846285"/>
                  <a:ext cx="1298278" cy="2623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rPr>
                          <m:t>𝐴</m:t>
                        </m:r>
                        <m:r>
                          <a:rPr lang="es-MX" sz="2000" b="0" i="1" smtClean="0">
                            <a:latin typeface="Cambria Math" panose="02040503050406030204" pitchFamily="18" charset="0"/>
                          </a:rPr>
                          <m:t>=8.000.000</m:t>
                        </m:r>
                      </m:oMath>
                    </m:oMathPara>
                  </a14:m>
                  <a:endParaRPr lang="es-CO" sz="2000" dirty="0"/>
                </a:p>
              </p:txBody>
            </p:sp>
          </mc:Choice>
          <mc:Fallback xmlns="">
            <p:sp>
              <p:nvSpPr>
                <p:cNvPr id="17" name="CuadroTexto 16">
                  <a:extLst>
                    <a:ext uri="{FF2B5EF4-FFF2-40B4-BE49-F238E27FC236}">
                      <a16:creationId xmlns:a16="http://schemas.microsoft.com/office/drawing/2014/main" id="{190EECB8-39ED-F1CA-C7D9-BA5F668C10FB}"/>
                    </a:ext>
                  </a:extLst>
                </p:cNvPr>
                <p:cNvSpPr txBox="1">
                  <a:spLocks noRot="1" noChangeAspect="1" noMove="1" noResize="1" noEditPoints="1" noAdjustHandles="1" noChangeArrowheads="1" noChangeShapeType="1" noTextEdit="1"/>
                </p:cNvSpPr>
                <p:nvPr/>
              </p:nvSpPr>
              <p:spPr>
                <a:xfrm>
                  <a:off x="7857484" y="3846285"/>
                  <a:ext cx="1298278" cy="262372"/>
                </a:xfrm>
                <a:prstGeom prst="rect">
                  <a:avLst/>
                </a:prstGeom>
                <a:blipFill>
                  <a:blip r:embed="rId5"/>
                  <a:stretch>
                    <a:fillRect b="-784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105E2A59-2B59-406B-3CA3-45A71107698D}"/>
                    </a:ext>
                  </a:extLst>
                </p:cNvPr>
                <p:cNvSpPr txBox="1"/>
                <p:nvPr/>
              </p:nvSpPr>
              <p:spPr>
                <a:xfrm>
                  <a:off x="8157117" y="4334020"/>
                  <a:ext cx="781821" cy="2623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rPr>
                          <m:t>𝑖</m:t>
                        </m:r>
                        <m:r>
                          <a:rPr lang="es-MX" sz="2000" b="0" i="1" smtClean="0">
                            <a:latin typeface="Cambria Math" panose="02040503050406030204" pitchFamily="18" charset="0"/>
                          </a:rPr>
                          <m:t>=10%</m:t>
                        </m:r>
                      </m:oMath>
                    </m:oMathPara>
                  </a14:m>
                  <a:endParaRPr lang="es-CO" sz="2000" dirty="0"/>
                </a:p>
              </p:txBody>
            </p:sp>
          </mc:Choice>
          <mc:Fallback xmlns="">
            <p:sp>
              <p:nvSpPr>
                <p:cNvPr id="19" name="CuadroTexto 18">
                  <a:extLst>
                    <a:ext uri="{FF2B5EF4-FFF2-40B4-BE49-F238E27FC236}">
                      <a16:creationId xmlns:a16="http://schemas.microsoft.com/office/drawing/2014/main" id="{105E2A59-2B59-406B-3CA3-45A71107698D}"/>
                    </a:ext>
                  </a:extLst>
                </p:cNvPr>
                <p:cNvSpPr txBox="1">
                  <a:spLocks noRot="1" noChangeAspect="1" noMove="1" noResize="1" noEditPoints="1" noAdjustHandles="1" noChangeArrowheads="1" noChangeShapeType="1" noTextEdit="1"/>
                </p:cNvSpPr>
                <p:nvPr/>
              </p:nvSpPr>
              <p:spPr>
                <a:xfrm>
                  <a:off x="8157117" y="4334020"/>
                  <a:ext cx="781821" cy="262372"/>
                </a:xfrm>
                <a:prstGeom prst="rect">
                  <a:avLst/>
                </a:prstGeom>
                <a:blipFill>
                  <a:blip r:embed="rId6"/>
                  <a:stretch>
                    <a:fillRect b="-13725"/>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68EC45E8-C3E9-A6BA-18D0-78E460FB1671}"/>
                    </a:ext>
                  </a:extLst>
                </p:cNvPr>
                <p:cNvSpPr txBox="1"/>
                <p:nvPr/>
              </p:nvSpPr>
              <p:spPr>
                <a:xfrm>
                  <a:off x="7792018" y="4821755"/>
                  <a:ext cx="1423029" cy="5031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rPr>
                          <m:t>𝑉𝑃</m:t>
                        </m:r>
                        <m:r>
                          <a:rPr lang="es-MX" sz="2000" b="0" i="1" smtClean="0">
                            <a:latin typeface="Cambria Math" panose="02040503050406030204" pitchFamily="18" charset="0"/>
                          </a:rPr>
                          <m:t>=</m:t>
                        </m:r>
                        <m:f>
                          <m:fPr>
                            <m:ctrlPr>
                              <a:rPr lang="es-CO" sz="2000" i="1" smtClean="0">
                                <a:latin typeface="Cambria Math" panose="02040503050406030204" pitchFamily="18" charset="0"/>
                              </a:rPr>
                            </m:ctrlPr>
                          </m:fPr>
                          <m:num>
                            <m:r>
                              <a:rPr lang="es-MX" sz="2000" b="0" i="1" smtClean="0">
                                <a:latin typeface="Cambria Math" panose="02040503050406030204" pitchFamily="18" charset="0"/>
                              </a:rPr>
                              <m:t>8.000.000</m:t>
                            </m:r>
                          </m:num>
                          <m:den>
                            <m:r>
                              <a:rPr lang="es-MX" sz="2000" b="0" i="1" smtClean="0">
                                <a:latin typeface="Cambria Math" panose="02040503050406030204" pitchFamily="18" charset="0"/>
                              </a:rPr>
                              <m:t>10%</m:t>
                            </m:r>
                          </m:den>
                        </m:f>
                      </m:oMath>
                    </m:oMathPara>
                  </a14:m>
                  <a:endParaRPr lang="es-CO" sz="2000" dirty="0"/>
                </a:p>
              </p:txBody>
            </p:sp>
          </mc:Choice>
          <mc:Fallback xmlns="">
            <p:sp>
              <p:nvSpPr>
                <p:cNvPr id="24" name="CuadroTexto 23">
                  <a:extLst>
                    <a:ext uri="{FF2B5EF4-FFF2-40B4-BE49-F238E27FC236}">
                      <a16:creationId xmlns:a16="http://schemas.microsoft.com/office/drawing/2014/main" id="{68EC45E8-C3E9-A6BA-18D0-78E460FB1671}"/>
                    </a:ext>
                  </a:extLst>
                </p:cNvPr>
                <p:cNvSpPr txBox="1">
                  <a:spLocks noRot="1" noChangeAspect="1" noMove="1" noResize="1" noEditPoints="1" noAdjustHandles="1" noChangeArrowheads="1" noChangeShapeType="1" noTextEdit="1"/>
                </p:cNvSpPr>
                <p:nvPr/>
              </p:nvSpPr>
              <p:spPr>
                <a:xfrm>
                  <a:off x="7792018" y="4821755"/>
                  <a:ext cx="1423029" cy="503152"/>
                </a:xfrm>
                <a:prstGeom prst="rect">
                  <a:avLst/>
                </a:prstGeom>
                <a:blipFill>
                  <a:blip r:embed="rId7"/>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1B78FAE2-4F39-A969-6B5D-B993E43E304F}"/>
                    </a:ext>
                  </a:extLst>
                </p:cNvPr>
                <p:cNvSpPr txBox="1"/>
                <p:nvPr/>
              </p:nvSpPr>
              <p:spPr>
                <a:xfrm>
                  <a:off x="7939780" y="5679138"/>
                  <a:ext cx="1302212" cy="262372"/>
                </a:xfrm>
                <a:prstGeom prst="rect">
                  <a:avLst/>
                </a:prstGeom>
                <a:noFill/>
              </p:spPr>
              <p:txBody>
                <a:bodyPr wrap="none" lIns="0" tIns="0" rIns="0" bIns="0" rtlCol="0">
                  <a:spAutoFit/>
                </a:bodyPr>
                <a:lstStyle/>
                <a:p>
                  <a14:m>
                    <m:oMath xmlns:m="http://schemas.openxmlformats.org/officeDocument/2006/math">
                      <m:r>
                        <a:rPr lang="es-MX" sz="2000" b="1" i="1" smtClean="0">
                          <a:solidFill>
                            <a:srgbClr val="C00000"/>
                          </a:solidFill>
                          <a:latin typeface="Cambria Math" panose="02040503050406030204" pitchFamily="18" charset="0"/>
                          <a:ea typeface="Cambria Math" panose="02040503050406030204" pitchFamily="18" charset="0"/>
                        </a:rPr>
                        <m:t>𝑽𝑷</m:t>
                      </m:r>
                      <m:r>
                        <a:rPr lang="es-MX" sz="2000" b="1" i="1" smtClean="0">
                          <a:solidFill>
                            <a:srgbClr val="C00000"/>
                          </a:solidFill>
                          <a:latin typeface="Cambria Math" panose="02040503050406030204" pitchFamily="18" charset="0"/>
                          <a:ea typeface="Cambria Math" panose="02040503050406030204" pitchFamily="18" charset="0"/>
                        </a:rPr>
                        <m:t>=</m:t>
                      </m:r>
                      <m:r>
                        <a:rPr lang="es-MX" sz="2000" b="1" i="1" smtClean="0">
                          <a:solidFill>
                            <a:srgbClr val="C00000"/>
                          </a:solidFill>
                          <a:latin typeface="Cambria Math" panose="02040503050406030204" pitchFamily="18" charset="0"/>
                          <a:ea typeface="Cambria Math" panose="02040503050406030204" pitchFamily="18" charset="0"/>
                        </a:rPr>
                        <m:t>𝟖𝟎</m:t>
                      </m:r>
                      <m:r>
                        <a:rPr lang="es-MX" sz="2000" b="1" i="1" smtClean="0">
                          <a:solidFill>
                            <a:srgbClr val="C00000"/>
                          </a:solidFill>
                          <a:latin typeface="Cambria Math" panose="02040503050406030204" pitchFamily="18" charset="0"/>
                          <a:ea typeface="Cambria Math" panose="02040503050406030204" pitchFamily="18" charset="0"/>
                        </a:rPr>
                        <m:t>.</m:t>
                      </m:r>
                      <m:r>
                        <a:rPr lang="es-MX" sz="2000" b="1" i="1" smtClean="0">
                          <a:solidFill>
                            <a:srgbClr val="C00000"/>
                          </a:solidFill>
                          <a:latin typeface="Cambria Math" panose="02040503050406030204" pitchFamily="18" charset="0"/>
                          <a:ea typeface="Cambria Math" panose="02040503050406030204" pitchFamily="18" charset="0"/>
                        </a:rPr>
                        <m:t>𝟎𝟎𝟎</m:t>
                      </m:r>
                      <m:r>
                        <a:rPr lang="es-MX" sz="2000" b="1" i="1" smtClean="0">
                          <a:solidFill>
                            <a:srgbClr val="C00000"/>
                          </a:solidFill>
                          <a:latin typeface="Cambria Math" panose="02040503050406030204" pitchFamily="18" charset="0"/>
                          <a:ea typeface="Cambria Math" panose="02040503050406030204" pitchFamily="18" charset="0"/>
                        </a:rPr>
                        <m:t>.</m:t>
                      </m:r>
                    </m:oMath>
                  </a14:m>
                  <a:r>
                    <a:rPr lang="es-CO" sz="2000" b="1" dirty="0">
                      <a:solidFill>
                        <a:srgbClr val="C00000"/>
                      </a:solidFill>
                      <a:latin typeface="Cambria Math" panose="02040503050406030204" pitchFamily="18" charset="0"/>
                      <a:ea typeface="Cambria Math" panose="02040503050406030204" pitchFamily="18" charset="0"/>
                    </a:rPr>
                    <a:t>000</a:t>
                  </a:r>
                </a:p>
              </p:txBody>
            </p:sp>
          </mc:Choice>
          <mc:Fallback xmlns="">
            <p:sp>
              <p:nvSpPr>
                <p:cNvPr id="28" name="CuadroTexto 27">
                  <a:extLst>
                    <a:ext uri="{FF2B5EF4-FFF2-40B4-BE49-F238E27FC236}">
                      <a16:creationId xmlns:a16="http://schemas.microsoft.com/office/drawing/2014/main" id="{1B78FAE2-4F39-A969-6B5D-B993E43E304F}"/>
                    </a:ext>
                  </a:extLst>
                </p:cNvPr>
                <p:cNvSpPr txBox="1">
                  <a:spLocks noRot="1" noChangeAspect="1" noMove="1" noResize="1" noEditPoints="1" noAdjustHandles="1" noChangeArrowheads="1" noChangeShapeType="1" noTextEdit="1"/>
                </p:cNvSpPr>
                <p:nvPr/>
              </p:nvSpPr>
              <p:spPr>
                <a:xfrm>
                  <a:off x="7939780" y="5679138"/>
                  <a:ext cx="1302212" cy="262372"/>
                </a:xfrm>
                <a:prstGeom prst="rect">
                  <a:avLst/>
                </a:prstGeom>
                <a:blipFill>
                  <a:blip r:embed="rId8"/>
                  <a:stretch>
                    <a:fillRect l="-4545" t="-26000" r="-7576" b="-50000"/>
                  </a:stretch>
                </a:blipFill>
              </p:spPr>
              <p:txBody>
                <a:bodyPr/>
                <a:lstStyle/>
                <a:p>
                  <a:r>
                    <a:rPr lang="es-CO">
                      <a:noFill/>
                    </a:rPr>
                    <a:t> </a:t>
                  </a:r>
                </a:p>
              </p:txBody>
            </p:sp>
          </mc:Fallback>
        </mc:AlternateContent>
      </p:grpSp>
    </p:spTree>
    <p:extLst>
      <p:ext uri="{BB962C8B-B14F-4D97-AF65-F5344CB8AC3E}">
        <p14:creationId xmlns:p14="http://schemas.microsoft.com/office/powerpoint/2010/main" val="2649728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583598" y="2143275"/>
            <a:ext cx="11029615" cy="4154984"/>
          </a:xfrm>
          <a:prstGeom prst="rect">
            <a:avLst/>
          </a:prstGeom>
        </p:spPr>
        <p:txBody>
          <a:bodyPr wrap="square">
            <a:spAutoFit/>
          </a:bodyPr>
          <a:lstStyle/>
          <a:p>
            <a:pPr algn="just"/>
            <a:r>
              <a:rPr lang="es-ES_tradnl" sz="2400" b="1" dirty="0">
                <a:solidFill>
                  <a:srgbClr val="D7A700"/>
                </a:solidFill>
                <a:latin typeface="Gill Sans MT (Cuerpo)"/>
                <a:ea typeface="MS Mincho" panose="02020609040205080304" pitchFamily="49" charset="-128"/>
                <a:cs typeface="Times New Roman" panose="02020603050405020304" pitchFamily="18" charset="0"/>
              </a:rPr>
              <a:t>Ejercicio 1: </a:t>
            </a:r>
            <a:r>
              <a:rPr lang="es-ES_tradnl" sz="2400" dirty="0">
                <a:latin typeface="Gill Sans MT (Cuerpo)"/>
                <a:ea typeface="MS Mincho" panose="02020609040205080304" pitchFamily="49" charset="-128"/>
                <a:cs typeface="Times New Roman" panose="02020603050405020304" pitchFamily="18" charset="0"/>
              </a:rPr>
              <a:t>Estamos en enero y este fin de año su familia irá de paseo a Argentina. Para esto se propuso ahorrar de la siguiente forma en una cuenta que rinde el 1,05% efectivo mensual: </a:t>
            </a:r>
            <a:endParaRPr lang="es-CO" sz="2400" dirty="0">
              <a:latin typeface="Gill Sans MT (Cuerpo)"/>
              <a:ea typeface="MS Mincho" panose="02020609040205080304" pitchFamily="49" charset="-128"/>
              <a:cs typeface="Times New Roman" panose="02020603050405020304" pitchFamily="18" charset="0"/>
            </a:endParaRPr>
          </a:p>
          <a:p>
            <a:pPr marL="457200"/>
            <a:r>
              <a:rPr lang="es-ES_tradnl" sz="2400" dirty="0">
                <a:latin typeface="Gill Sans MT (Cuerpo)"/>
                <a:ea typeface="MS Mincho" panose="02020609040205080304" pitchFamily="49" charset="-128"/>
                <a:cs typeface="Times New Roman" panose="02020603050405020304" pitchFamily="18" charset="0"/>
              </a:rPr>
              <a:t> </a:t>
            </a:r>
            <a:endParaRPr lang="es-CO" sz="2400" dirty="0">
              <a:latin typeface="Gill Sans MT (Cuerpo)"/>
              <a:ea typeface="MS Mincho" panose="02020609040205080304" pitchFamily="49" charset="-128"/>
              <a:cs typeface="Times New Roman" panose="02020603050405020304" pitchFamily="18" charset="0"/>
            </a:endParaRPr>
          </a:p>
          <a:p>
            <a:pPr marL="447675" indent="-265113">
              <a:buFont typeface="Arial" panose="020B0604020202020204" pitchFamily="34" charset="0"/>
              <a:buChar char="•"/>
            </a:pPr>
            <a:r>
              <a:rPr lang="es-ES_tradnl" sz="2400" dirty="0">
                <a:latin typeface="Gill Sans MT (Cuerpo)"/>
                <a:ea typeface="MS Mincho" panose="02020609040205080304" pitchFamily="49" charset="-128"/>
                <a:cs typeface="Times New Roman" panose="02020603050405020304" pitchFamily="18" charset="0"/>
              </a:rPr>
              <a:t>En el presente (Enero) hacer un depósito de $1.000.000</a:t>
            </a:r>
            <a:endParaRPr lang="es-CO" sz="2400" dirty="0">
              <a:latin typeface="Gill Sans MT (Cuerpo)"/>
              <a:ea typeface="MS Mincho" panose="02020609040205080304" pitchFamily="49" charset="-128"/>
              <a:cs typeface="Times New Roman" panose="02020603050405020304" pitchFamily="18" charset="0"/>
            </a:endParaRPr>
          </a:p>
          <a:p>
            <a:pPr marL="447675" indent="-265113" algn="just">
              <a:buFont typeface="Arial" panose="020B0604020202020204" pitchFamily="34" charset="0"/>
              <a:buChar char="•"/>
            </a:pPr>
            <a:r>
              <a:rPr lang="es-ES_tradnl" sz="2400" dirty="0">
                <a:latin typeface="Gill Sans MT (Cuerpo)"/>
                <a:ea typeface="MS Mincho" panose="02020609040205080304" pitchFamily="49" charset="-128"/>
                <a:cs typeface="Times New Roman" panose="02020603050405020304" pitchFamily="18" charset="0"/>
              </a:rPr>
              <a:t>De febrero a noviembre ahorrar mensualmente $300.000 </a:t>
            </a:r>
            <a:endParaRPr lang="es-CO" sz="2400" dirty="0">
              <a:latin typeface="Gill Sans MT (Cuerpo)"/>
              <a:ea typeface="MS Mincho" panose="02020609040205080304" pitchFamily="49" charset="-128"/>
              <a:cs typeface="Times New Roman" panose="02020603050405020304" pitchFamily="18" charset="0"/>
            </a:endParaRPr>
          </a:p>
          <a:p>
            <a:pPr marL="447675" indent="-265113" algn="just">
              <a:buFont typeface="Arial" panose="020B0604020202020204" pitchFamily="34" charset="0"/>
              <a:buChar char="•"/>
            </a:pPr>
            <a:r>
              <a:rPr lang="es-ES_tradnl" sz="2400" dirty="0">
                <a:latin typeface="Gill Sans MT (Cuerpo)"/>
                <a:ea typeface="MS Mincho" panose="02020609040205080304" pitchFamily="49" charset="-128"/>
                <a:cs typeface="Times New Roman" panose="02020603050405020304" pitchFamily="18" charset="0"/>
              </a:rPr>
              <a:t>En agosto hacer un abono adicional a los 300 mil COP de $900.000</a:t>
            </a:r>
            <a:endParaRPr lang="es-CO" sz="2400" dirty="0">
              <a:latin typeface="Gill Sans MT (Cuerpo)"/>
              <a:ea typeface="MS Mincho" panose="02020609040205080304" pitchFamily="49" charset="-128"/>
              <a:cs typeface="Times New Roman" panose="02020603050405020304" pitchFamily="18" charset="0"/>
            </a:endParaRPr>
          </a:p>
          <a:p>
            <a:pPr marL="447675" indent="-265113" algn="just">
              <a:buFont typeface="Arial" panose="020B0604020202020204" pitchFamily="34" charset="0"/>
              <a:buChar char="•"/>
            </a:pPr>
            <a:r>
              <a:rPr lang="es-ES_tradnl" sz="2400" dirty="0">
                <a:latin typeface="Gill Sans MT (Cuerpo)"/>
                <a:ea typeface="MS Mincho" panose="02020609040205080304" pitchFamily="49" charset="-128"/>
                <a:cs typeface="Times New Roman" panose="02020603050405020304" pitchFamily="18" charset="0"/>
              </a:rPr>
              <a:t>Recoger el dinero en diciembre para ir al paseo</a:t>
            </a:r>
          </a:p>
          <a:p>
            <a:pPr marL="457200" algn="just"/>
            <a:endParaRPr lang="es-ES_tradnl" sz="2400" dirty="0">
              <a:latin typeface="Gill Sans MT (Cuerpo)"/>
              <a:ea typeface="MS Mincho" panose="02020609040205080304" pitchFamily="49" charset="-128"/>
              <a:cs typeface="Times New Roman" panose="02020603050405020304" pitchFamily="18" charset="0"/>
            </a:endParaRPr>
          </a:p>
          <a:p>
            <a:pPr algn="just"/>
            <a:r>
              <a:rPr lang="es-ES_tradnl" sz="2400" dirty="0">
                <a:latin typeface="Gill Sans MT (Cuerpo)"/>
                <a:ea typeface="MS Mincho" panose="02020609040205080304" pitchFamily="49" charset="-128"/>
                <a:cs typeface="Times New Roman" panose="02020603050405020304" pitchFamily="18" charset="0"/>
              </a:rPr>
              <a:t>Si el paseo vale $5.200.000 en diciembre, </a:t>
            </a:r>
            <a:r>
              <a:rPr lang="es-MX" sz="2400" dirty="0">
                <a:latin typeface="Gill Sans MT (Cuerpo)"/>
                <a:ea typeface="MS Mincho" panose="02020609040205080304" pitchFamily="49" charset="-128"/>
                <a:cs typeface="Times New Roman" panose="02020603050405020304" pitchFamily="18" charset="0"/>
              </a:rPr>
              <a:t>¿podrá ir usted al paseo?</a:t>
            </a:r>
          </a:p>
          <a:p>
            <a:pPr marL="457200" algn="just"/>
            <a:endParaRPr lang="es-CO" sz="2400" dirty="0">
              <a:latin typeface="Gill Sans MT (Cuerpo)"/>
              <a:ea typeface="MS Mincho" panose="02020609040205080304" pitchFamily="49" charset="-128"/>
              <a:cs typeface="Times New Roman" panose="02020603050405020304" pitchFamily="18" charset="0"/>
            </a:endParaRPr>
          </a:p>
        </p:txBody>
      </p:sp>
      <p:sp>
        <p:nvSpPr>
          <p:cNvPr id="3" name="Title 1">
            <a:extLst>
              <a:ext uri="{FF2B5EF4-FFF2-40B4-BE49-F238E27FC236}">
                <a16:creationId xmlns:a16="http://schemas.microsoft.com/office/drawing/2014/main" id="{BEB59DD0-88B3-B0FC-E75F-65A5907B9D9C}"/>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Series uniformes / anualidades</a:t>
            </a:r>
          </a:p>
        </p:txBody>
      </p:sp>
      <p:sp>
        <p:nvSpPr>
          <p:cNvPr id="8" name="Rectángulo 7">
            <a:extLst>
              <a:ext uri="{FF2B5EF4-FFF2-40B4-BE49-F238E27FC236}">
                <a16:creationId xmlns:a16="http://schemas.microsoft.com/office/drawing/2014/main" id="{82C823A8-A87D-4FD0-C5D9-475B68FF349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86F2D163-778D-4D6E-2E63-6DA85C7C5B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71A66573-C16D-5F2C-E24E-45853500B0F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2AB6FDE7-80F8-B451-C919-F5591E4A6E46}"/>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27</a:t>
            </a:fld>
            <a:endParaRPr lang="en-US" sz="2000" b="1" dirty="0">
              <a:latin typeface="Gill Sans MT (Títulos)"/>
            </a:endParaRPr>
          </a:p>
        </p:txBody>
      </p:sp>
    </p:spTree>
    <p:extLst>
      <p:ext uri="{BB962C8B-B14F-4D97-AF65-F5344CB8AC3E}">
        <p14:creationId xmlns:p14="http://schemas.microsoft.com/office/powerpoint/2010/main" val="2823708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4BA93-937E-B372-583A-F5430F3B95D0}"/>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CDABAC36-5C65-DC79-84DC-69D2C6FAA673}"/>
              </a:ext>
            </a:extLst>
          </p:cNvPr>
          <p:cNvSpPr/>
          <p:nvPr/>
        </p:nvSpPr>
        <p:spPr>
          <a:xfrm>
            <a:off x="583598" y="2143275"/>
            <a:ext cx="11029615" cy="830997"/>
          </a:xfrm>
          <a:prstGeom prst="rect">
            <a:avLst/>
          </a:prstGeom>
        </p:spPr>
        <p:txBody>
          <a:bodyPr wrap="square">
            <a:spAutoFit/>
          </a:bodyPr>
          <a:lstStyle/>
          <a:p>
            <a:pPr algn="just"/>
            <a:r>
              <a:rPr lang="es-ES_tradnl" sz="2400" b="1">
                <a:solidFill>
                  <a:srgbClr val="D7A700"/>
                </a:solidFill>
                <a:latin typeface="Gill Sans MT (Cuerpo)"/>
                <a:ea typeface="MS Mincho" panose="02020609040205080304" pitchFamily="49" charset="-128"/>
                <a:cs typeface="Times New Roman" panose="02020603050405020304" pitchFamily="18" charset="0"/>
              </a:rPr>
              <a:t>Ejercicio 1: </a:t>
            </a:r>
            <a:r>
              <a:rPr lang="es-MX" sz="2400">
                <a:latin typeface="Gill Sans MT (Cuerpo)"/>
                <a:ea typeface="MS Mincho" panose="02020609040205080304" pitchFamily="49" charset="-128"/>
                <a:cs typeface="Times New Roman" panose="02020603050405020304" pitchFamily="18" charset="0"/>
              </a:rPr>
              <a:t>¿Podrá ir usted al paseo?</a:t>
            </a:r>
          </a:p>
          <a:p>
            <a:pPr algn="just"/>
            <a:endParaRPr lang="es-CO" sz="2400">
              <a:latin typeface="Gill Sans MT (Cuerpo)"/>
              <a:ea typeface="MS Mincho" panose="02020609040205080304" pitchFamily="49" charset="-128"/>
              <a:cs typeface="Times New Roman" panose="02020603050405020304" pitchFamily="18" charset="0"/>
            </a:endParaRPr>
          </a:p>
        </p:txBody>
      </p:sp>
      <p:sp>
        <p:nvSpPr>
          <p:cNvPr id="3" name="Title 1">
            <a:extLst>
              <a:ext uri="{FF2B5EF4-FFF2-40B4-BE49-F238E27FC236}">
                <a16:creationId xmlns:a16="http://schemas.microsoft.com/office/drawing/2014/main" id="{04C5DC07-D23E-6931-6F3E-28EA1B4CC5E6}"/>
              </a:ext>
            </a:extLst>
          </p:cNvPr>
          <p:cNvSpPr>
            <a:spLocks noGrp="1"/>
          </p:cNvSpPr>
          <p:nvPr>
            <p:ph type="title"/>
          </p:nvPr>
        </p:nvSpPr>
        <p:spPr>
          <a:xfrm>
            <a:off x="581192" y="702156"/>
            <a:ext cx="11029616" cy="1013800"/>
          </a:xfrm>
        </p:spPr>
        <p:txBody>
          <a:bodyPr>
            <a:normAutofit/>
          </a:bodyPr>
          <a:lstStyle/>
          <a:p>
            <a:r>
              <a:rPr lang="es-ES_tradnl" sz="3200">
                <a:latin typeface="Gill Sans MT (titulo)"/>
              </a:rPr>
              <a:t>Series uniformes / anualidades</a:t>
            </a:r>
          </a:p>
        </p:txBody>
      </p:sp>
      <p:sp>
        <p:nvSpPr>
          <p:cNvPr id="8" name="Rectángulo 7">
            <a:extLst>
              <a:ext uri="{FF2B5EF4-FFF2-40B4-BE49-F238E27FC236}">
                <a16:creationId xmlns:a16="http://schemas.microsoft.com/office/drawing/2014/main" id="{489A9D24-E8B8-0CBA-3C02-8A5C54FE304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3B19E70C-A019-27C9-AA04-B613E81120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27730A8C-8E2A-73C7-AC4F-F37251E6DC0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2CD066C1-1D1C-78DF-6CD6-B290A9D1C3D7}"/>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28</a:t>
            </a:fld>
            <a:endParaRPr lang="en-US" sz="2000" b="1">
              <a:latin typeface="Gill Sans MT (Títulos)"/>
            </a:endParaRPr>
          </a:p>
        </p:txBody>
      </p:sp>
      <p:grpSp>
        <p:nvGrpSpPr>
          <p:cNvPr id="29" name="Grupo 28">
            <a:extLst>
              <a:ext uri="{FF2B5EF4-FFF2-40B4-BE49-F238E27FC236}">
                <a16:creationId xmlns:a16="http://schemas.microsoft.com/office/drawing/2014/main" id="{E03DCB6C-B0C6-E2F5-14FA-89D056BA767A}"/>
              </a:ext>
            </a:extLst>
          </p:cNvPr>
          <p:cNvGrpSpPr/>
          <p:nvPr/>
        </p:nvGrpSpPr>
        <p:grpSpPr>
          <a:xfrm>
            <a:off x="2460533" y="2830215"/>
            <a:ext cx="8172997" cy="3325629"/>
            <a:chOff x="2460533" y="2830215"/>
            <a:chExt cx="8172997" cy="3325629"/>
          </a:xfrm>
        </p:grpSpPr>
        <p:grpSp>
          <p:nvGrpSpPr>
            <p:cNvPr id="6" name="Grupo 5">
              <a:extLst>
                <a:ext uri="{FF2B5EF4-FFF2-40B4-BE49-F238E27FC236}">
                  <a16:creationId xmlns:a16="http://schemas.microsoft.com/office/drawing/2014/main" id="{9913229D-8D61-40DA-D105-C17C8D0A8431}"/>
                </a:ext>
              </a:extLst>
            </p:cNvPr>
            <p:cNvGrpSpPr/>
            <p:nvPr/>
          </p:nvGrpSpPr>
          <p:grpSpPr>
            <a:xfrm>
              <a:off x="2460533" y="3210560"/>
              <a:ext cx="7397944" cy="2945284"/>
              <a:chOff x="2460533" y="3210560"/>
              <a:chExt cx="7397944" cy="2945284"/>
            </a:xfrm>
          </p:grpSpPr>
          <p:cxnSp>
            <p:nvCxnSpPr>
              <p:cNvPr id="4" name="Straight Connector 12">
                <a:extLst>
                  <a:ext uri="{FF2B5EF4-FFF2-40B4-BE49-F238E27FC236}">
                    <a16:creationId xmlns:a16="http://schemas.microsoft.com/office/drawing/2014/main" id="{BCA4568E-4EEC-DB88-CEE5-6C83351B2F6B}"/>
                  </a:ext>
                </a:extLst>
              </p:cNvPr>
              <p:cNvCxnSpPr/>
              <p:nvPr/>
            </p:nvCxnSpPr>
            <p:spPr>
              <a:xfrm>
                <a:off x="2838481" y="4477836"/>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 name="Rectangle 23">
                <a:extLst>
                  <a:ext uri="{FF2B5EF4-FFF2-40B4-BE49-F238E27FC236}">
                    <a16:creationId xmlns:a16="http://schemas.microsoft.com/office/drawing/2014/main" id="{6D2C1075-6484-EE39-2996-6A9BC2DDC8D6}"/>
                  </a:ext>
                </a:extLst>
              </p:cNvPr>
              <p:cNvSpPr>
                <a:spLocks/>
              </p:cNvSpPr>
              <p:nvPr/>
            </p:nvSpPr>
            <p:spPr bwMode="auto">
              <a:xfrm flipH="1">
                <a:off x="2810313" y="4117428"/>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1" name="Rectangle 11">
                <a:extLst>
                  <a:ext uri="{FF2B5EF4-FFF2-40B4-BE49-F238E27FC236}">
                    <a16:creationId xmlns:a16="http://schemas.microsoft.com/office/drawing/2014/main" id="{DEB90576-4A05-1CF6-8C2B-DCBB003E70E3}"/>
                  </a:ext>
                </a:extLst>
              </p:cNvPr>
              <p:cNvSpPr>
                <a:spLocks/>
              </p:cNvSpPr>
              <p:nvPr/>
            </p:nvSpPr>
            <p:spPr bwMode="auto">
              <a:xfrm>
                <a:off x="3243047"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2" name="Rectangle 14">
                <a:extLst>
                  <a:ext uri="{FF2B5EF4-FFF2-40B4-BE49-F238E27FC236}">
                    <a16:creationId xmlns:a16="http://schemas.microsoft.com/office/drawing/2014/main" id="{697E2A55-12AE-CAB3-FFB2-D3E80FDB2BFB}"/>
                  </a:ext>
                </a:extLst>
              </p:cNvPr>
              <p:cNvSpPr>
                <a:spLocks/>
              </p:cNvSpPr>
              <p:nvPr/>
            </p:nvSpPr>
            <p:spPr bwMode="auto">
              <a:xfrm>
                <a:off x="3803661"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3" name="Rectangle 15">
                <a:extLst>
                  <a:ext uri="{FF2B5EF4-FFF2-40B4-BE49-F238E27FC236}">
                    <a16:creationId xmlns:a16="http://schemas.microsoft.com/office/drawing/2014/main" id="{0DBD33D4-00DA-3089-4870-74B8E2EBC0A1}"/>
                  </a:ext>
                </a:extLst>
              </p:cNvPr>
              <p:cNvSpPr>
                <a:spLocks/>
              </p:cNvSpPr>
              <p:nvPr/>
            </p:nvSpPr>
            <p:spPr bwMode="auto">
              <a:xfrm>
                <a:off x="4367518"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4" name="Rectangle 16">
                <a:extLst>
                  <a:ext uri="{FF2B5EF4-FFF2-40B4-BE49-F238E27FC236}">
                    <a16:creationId xmlns:a16="http://schemas.microsoft.com/office/drawing/2014/main" id="{581A6B80-FEF4-70E0-3C29-4CCFE5D97486}"/>
                  </a:ext>
                </a:extLst>
              </p:cNvPr>
              <p:cNvSpPr>
                <a:spLocks/>
              </p:cNvSpPr>
              <p:nvPr/>
            </p:nvSpPr>
            <p:spPr bwMode="auto">
              <a:xfrm>
                <a:off x="4974043"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5" name="Rectangle 17">
                <a:extLst>
                  <a:ext uri="{FF2B5EF4-FFF2-40B4-BE49-F238E27FC236}">
                    <a16:creationId xmlns:a16="http://schemas.microsoft.com/office/drawing/2014/main" id="{2C7F7976-B6D9-9CD1-2DD5-12897007A0DD}"/>
                  </a:ext>
                </a:extLst>
              </p:cNvPr>
              <p:cNvSpPr>
                <a:spLocks/>
              </p:cNvSpPr>
              <p:nvPr/>
            </p:nvSpPr>
            <p:spPr bwMode="auto">
              <a:xfrm>
                <a:off x="5577151" y="408981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6" name="Rectangle 18">
                <a:extLst>
                  <a:ext uri="{FF2B5EF4-FFF2-40B4-BE49-F238E27FC236}">
                    <a16:creationId xmlns:a16="http://schemas.microsoft.com/office/drawing/2014/main" id="{2748EA6D-81BA-688F-0A44-FB9B3C1DD6D8}"/>
                  </a:ext>
                </a:extLst>
              </p:cNvPr>
              <p:cNvSpPr>
                <a:spLocks/>
              </p:cNvSpPr>
              <p:nvPr/>
            </p:nvSpPr>
            <p:spPr bwMode="auto">
              <a:xfrm>
                <a:off x="6096000"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17" name="Rectangle 19">
                <a:extLst>
                  <a:ext uri="{FF2B5EF4-FFF2-40B4-BE49-F238E27FC236}">
                    <a16:creationId xmlns:a16="http://schemas.microsoft.com/office/drawing/2014/main" id="{0D3147DE-D889-6163-B042-E6EFB033E2C3}"/>
                  </a:ext>
                </a:extLst>
              </p:cNvPr>
              <p:cNvSpPr>
                <a:spLocks/>
              </p:cNvSpPr>
              <p:nvPr/>
            </p:nvSpPr>
            <p:spPr bwMode="auto">
              <a:xfrm>
                <a:off x="6702523"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18" name="Straight Arrow Connector 26">
                <a:extLst>
                  <a:ext uri="{FF2B5EF4-FFF2-40B4-BE49-F238E27FC236}">
                    <a16:creationId xmlns:a16="http://schemas.microsoft.com/office/drawing/2014/main" id="{E44EBCC6-20AE-CAC4-9AA1-4BE42B8CF6B6}"/>
                  </a:ext>
                </a:extLst>
              </p:cNvPr>
              <p:cNvCxnSpPr/>
              <p:nvPr/>
            </p:nvCxnSpPr>
            <p:spPr>
              <a:xfrm>
                <a:off x="3404116" y="4477836"/>
                <a:ext cx="0" cy="1289915"/>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27">
                <a:extLst>
                  <a:ext uri="{FF2B5EF4-FFF2-40B4-BE49-F238E27FC236}">
                    <a16:creationId xmlns:a16="http://schemas.microsoft.com/office/drawing/2014/main" id="{652D899D-28B1-55EF-9A3E-BB18BE2843FA}"/>
                  </a:ext>
                </a:extLst>
              </p:cNvPr>
              <p:cNvSpPr>
                <a:spLocks/>
              </p:cNvSpPr>
              <p:nvPr/>
            </p:nvSpPr>
            <p:spPr bwMode="auto">
              <a:xfrm>
                <a:off x="2460533" y="584806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1’000.000</a:t>
                </a:r>
              </a:p>
            </p:txBody>
          </p:sp>
          <p:sp>
            <p:nvSpPr>
              <p:cNvPr id="20" name="Rectangle 28">
                <a:extLst>
                  <a:ext uri="{FF2B5EF4-FFF2-40B4-BE49-F238E27FC236}">
                    <a16:creationId xmlns:a16="http://schemas.microsoft.com/office/drawing/2014/main" id="{3C670985-F28B-34E2-24FA-29564A57EF37}"/>
                  </a:ext>
                </a:extLst>
              </p:cNvPr>
              <p:cNvSpPr>
                <a:spLocks/>
              </p:cNvSpPr>
              <p:nvPr/>
            </p:nvSpPr>
            <p:spPr bwMode="auto">
              <a:xfrm>
                <a:off x="7257196"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21" name="Rectangle 29">
                <a:extLst>
                  <a:ext uri="{FF2B5EF4-FFF2-40B4-BE49-F238E27FC236}">
                    <a16:creationId xmlns:a16="http://schemas.microsoft.com/office/drawing/2014/main" id="{DFAC5B7F-0D59-62E6-3F5D-00DEC7C6D4C3}"/>
                  </a:ext>
                </a:extLst>
              </p:cNvPr>
              <p:cNvSpPr>
                <a:spLocks/>
              </p:cNvSpPr>
              <p:nvPr/>
            </p:nvSpPr>
            <p:spPr bwMode="auto">
              <a:xfrm>
                <a:off x="7851352" y="411742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22" name="Rectangle 30">
                <a:extLst>
                  <a:ext uri="{FF2B5EF4-FFF2-40B4-BE49-F238E27FC236}">
                    <a16:creationId xmlns:a16="http://schemas.microsoft.com/office/drawing/2014/main" id="{D479B1B3-549E-FBC9-428A-AEBEE9723B5B}"/>
                  </a:ext>
                </a:extLst>
              </p:cNvPr>
              <p:cNvSpPr>
                <a:spLocks/>
              </p:cNvSpPr>
              <p:nvPr/>
            </p:nvSpPr>
            <p:spPr bwMode="auto">
              <a:xfrm>
                <a:off x="8472571"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23" name="Rectangle 31">
                <a:extLst>
                  <a:ext uri="{FF2B5EF4-FFF2-40B4-BE49-F238E27FC236}">
                    <a16:creationId xmlns:a16="http://schemas.microsoft.com/office/drawing/2014/main" id="{36BC37CB-1A07-3A51-1B60-6AF065E5FBBE}"/>
                  </a:ext>
                </a:extLst>
              </p:cNvPr>
              <p:cNvSpPr>
                <a:spLocks/>
              </p:cNvSpPr>
              <p:nvPr/>
            </p:nvSpPr>
            <p:spPr bwMode="auto">
              <a:xfrm>
                <a:off x="8975832"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24" name="Rectangle 33">
                <a:extLst>
                  <a:ext uri="{FF2B5EF4-FFF2-40B4-BE49-F238E27FC236}">
                    <a16:creationId xmlns:a16="http://schemas.microsoft.com/office/drawing/2014/main" id="{0B46945F-F04D-6CC4-F470-66CE7C3E6364}"/>
                  </a:ext>
                </a:extLst>
              </p:cNvPr>
              <p:cNvSpPr>
                <a:spLocks/>
              </p:cNvSpPr>
              <p:nvPr/>
            </p:nvSpPr>
            <p:spPr bwMode="auto">
              <a:xfrm>
                <a:off x="9521417" y="408981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25" name="Straight Arrow Connector 34">
                <a:extLst>
                  <a:ext uri="{FF2B5EF4-FFF2-40B4-BE49-F238E27FC236}">
                    <a16:creationId xmlns:a16="http://schemas.microsoft.com/office/drawing/2014/main" id="{FD28453F-3CA8-73ED-D1E1-BBD00257544C}"/>
                  </a:ext>
                </a:extLst>
              </p:cNvPr>
              <p:cNvCxnSpPr/>
              <p:nvPr/>
            </p:nvCxnSpPr>
            <p:spPr>
              <a:xfrm>
                <a:off x="4024541" y="4490077"/>
                <a:ext cx="0" cy="620901"/>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35">
                <a:extLst>
                  <a:ext uri="{FF2B5EF4-FFF2-40B4-BE49-F238E27FC236}">
                    <a16:creationId xmlns:a16="http://schemas.microsoft.com/office/drawing/2014/main" id="{C9A1199A-287B-5453-FEAF-0C28BFF55718}"/>
                  </a:ext>
                </a:extLst>
              </p:cNvPr>
              <p:cNvCxnSpPr/>
              <p:nvPr/>
            </p:nvCxnSpPr>
            <p:spPr>
              <a:xfrm>
                <a:off x="9153529" y="4490077"/>
                <a:ext cx="0" cy="620901"/>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36">
                <a:extLst>
                  <a:ext uri="{FF2B5EF4-FFF2-40B4-BE49-F238E27FC236}">
                    <a16:creationId xmlns:a16="http://schemas.microsoft.com/office/drawing/2014/main" id="{CCDAA05A-AA16-B6CA-472C-0D8B1171F37A}"/>
                  </a:ext>
                </a:extLst>
              </p:cNvPr>
              <p:cNvCxnSpPr>
                <a:cxnSpLocks/>
              </p:cNvCxnSpPr>
              <p:nvPr/>
            </p:nvCxnSpPr>
            <p:spPr>
              <a:xfrm>
                <a:off x="4026943" y="5110977"/>
                <a:ext cx="5126586" cy="1"/>
              </a:xfrm>
              <a:prstGeom prst="straightConnector1">
                <a:avLst/>
              </a:prstGeom>
              <a:ln>
                <a:solidFill>
                  <a:srgbClr val="FF0000"/>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28" name="Rectangle 37">
                <a:extLst>
                  <a:ext uri="{FF2B5EF4-FFF2-40B4-BE49-F238E27FC236}">
                    <a16:creationId xmlns:a16="http://schemas.microsoft.com/office/drawing/2014/main" id="{42ED4C21-CCB6-E966-C2BB-14D7E813D012}"/>
                  </a:ext>
                </a:extLst>
              </p:cNvPr>
              <p:cNvSpPr>
                <a:spLocks/>
              </p:cNvSpPr>
              <p:nvPr/>
            </p:nvSpPr>
            <p:spPr bwMode="auto">
              <a:xfrm>
                <a:off x="5489477" y="471653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 = 300.000</a:t>
                </a:r>
              </a:p>
            </p:txBody>
          </p:sp>
          <p:cxnSp>
            <p:nvCxnSpPr>
              <p:cNvPr id="31" name="Straight Arrow Connector 35">
                <a:extLst>
                  <a:ext uri="{FF2B5EF4-FFF2-40B4-BE49-F238E27FC236}">
                    <a16:creationId xmlns:a16="http://schemas.microsoft.com/office/drawing/2014/main" id="{4932F134-5A7D-F9B2-0719-F3CF71577DFE}"/>
                  </a:ext>
                </a:extLst>
              </p:cNvPr>
              <p:cNvCxnSpPr>
                <a:cxnSpLocks/>
              </p:cNvCxnSpPr>
              <p:nvPr/>
            </p:nvCxnSpPr>
            <p:spPr>
              <a:xfrm>
                <a:off x="7407123" y="5110977"/>
                <a:ext cx="0" cy="66790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4" name="Rectangle 27">
                <a:extLst>
                  <a:ext uri="{FF2B5EF4-FFF2-40B4-BE49-F238E27FC236}">
                    <a16:creationId xmlns:a16="http://schemas.microsoft.com/office/drawing/2014/main" id="{F77D9451-A73B-F456-F727-2A8768F77D82}"/>
                  </a:ext>
                </a:extLst>
              </p:cNvPr>
              <p:cNvSpPr>
                <a:spLocks/>
              </p:cNvSpPr>
              <p:nvPr/>
            </p:nvSpPr>
            <p:spPr bwMode="auto">
              <a:xfrm>
                <a:off x="6433060" y="584806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900.000</a:t>
                </a:r>
              </a:p>
            </p:txBody>
          </p:sp>
          <p:cxnSp>
            <p:nvCxnSpPr>
              <p:cNvPr id="35" name="Straight Arrow Connector 35">
                <a:extLst>
                  <a:ext uri="{FF2B5EF4-FFF2-40B4-BE49-F238E27FC236}">
                    <a16:creationId xmlns:a16="http://schemas.microsoft.com/office/drawing/2014/main" id="{36B5D4A8-BBE3-19EA-9B0D-06F6182DF5D8}"/>
                  </a:ext>
                </a:extLst>
              </p:cNvPr>
              <p:cNvCxnSpPr>
                <a:cxnSpLocks/>
              </p:cNvCxnSpPr>
              <p:nvPr/>
            </p:nvCxnSpPr>
            <p:spPr>
              <a:xfrm flipV="1">
                <a:off x="9712330" y="3210560"/>
                <a:ext cx="0" cy="1288800"/>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grpSp>
        <p:sp>
          <p:nvSpPr>
            <p:cNvPr id="37" name="Rectangle 27">
              <a:extLst>
                <a:ext uri="{FF2B5EF4-FFF2-40B4-BE49-F238E27FC236}">
                  <a16:creationId xmlns:a16="http://schemas.microsoft.com/office/drawing/2014/main" id="{57E62DEF-DA5C-C40A-51C9-D8193572C384}"/>
                </a:ext>
              </a:extLst>
            </p:cNvPr>
            <p:cNvSpPr>
              <a:spLocks/>
            </p:cNvSpPr>
            <p:nvPr/>
          </p:nvSpPr>
          <p:spPr bwMode="auto">
            <a:xfrm>
              <a:off x="8746364" y="283021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grpSp>
    </p:spTree>
    <p:extLst>
      <p:ext uri="{BB962C8B-B14F-4D97-AF65-F5344CB8AC3E}">
        <p14:creationId xmlns:p14="http://schemas.microsoft.com/office/powerpoint/2010/main" val="3389481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5D852-D2FF-DA09-63A0-C14F07D94497}"/>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D5F191D2-8A9A-C25A-1A7F-3D44B817A956}"/>
              </a:ext>
            </a:extLst>
          </p:cNvPr>
          <p:cNvSpPr/>
          <p:nvPr/>
        </p:nvSpPr>
        <p:spPr>
          <a:xfrm>
            <a:off x="583598" y="2143275"/>
            <a:ext cx="11029615" cy="830997"/>
          </a:xfrm>
          <a:prstGeom prst="rect">
            <a:avLst/>
          </a:prstGeom>
        </p:spPr>
        <p:txBody>
          <a:bodyPr wrap="square">
            <a:spAutoFit/>
          </a:bodyPr>
          <a:lstStyle/>
          <a:p>
            <a:pPr algn="just"/>
            <a:r>
              <a:rPr lang="es-ES_tradnl" sz="2400" b="1" dirty="0">
                <a:solidFill>
                  <a:srgbClr val="D7A700"/>
                </a:solidFill>
                <a:latin typeface="Gill Sans MT (Cuerpo)"/>
                <a:ea typeface="MS Mincho" panose="02020609040205080304" pitchFamily="49" charset="-128"/>
                <a:cs typeface="Times New Roman" panose="02020603050405020304" pitchFamily="18" charset="0"/>
              </a:rPr>
              <a:t>Ejercicio 1: </a:t>
            </a:r>
            <a:r>
              <a:rPr lang="es-MX" sz="2400" dirty="0">
                <a:latin typeface="Gill Sans MT (Cuerpo)"/>
                <a:ea typeface="MS Mincho" panose="02020609040205080304" pitchFamily="49" charset="-128"/>
                <a:cs typeface="Times New Roman" panose="02020603050405020304" pitchFamily="18" charset="0"/>
              </a:rPr>
              <a:t>¿Podrá ir usted al paseo?</a:t>
            </a:r>
          </a:p>
          <a:p>
            <a:pPr algn="just"/>
            <a:endParaRPr lang="es-CO" sz="2400" dirty="0">
              <a:latin typeface="Gill Sans MT (Cuerpo)"/>
              <a:ea typeface="MS Mincho" panose="02020609040205080304" pitchFamily="49" charset="-128"/>
              <a:cs typeface="Times New Roman" panose="02020603050405020304" pitchFamily="18" charset="0"/>
            </a:endParaRPr>
          </a:p>
        </p:txBody>
      </p:sp>
      <p:sp>
        <p:nvSpPr>
          <p:cNvPr id="3" name="Title 1">
            <a:extLst>
              <a:ext uri="{FF2B5EF4-FFF2-40B4-BE49-F238E27FC236}">
                <a16:creationId xmlns:a16="http://schemas.microsoft.com/office/drawing/2014/main" id="{60859305-6F5B-01BB-1E67-7109441F7BF0}"/>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Series uniformes / anualidades</a:t>
            </a:r>
          </a:p>
        </p:txBody>
      </p:sp>
      <p:sp>
        <p:nvSpPr>
          <p:cNvPr id="8" name="Rectángulo 7">
            <a:extLst>
              <a:ext uri="{FF2B5EF4-FFF2-40B4-BE49-F238E27FC236}">
                <a16:creationId xmlns:a16="http://schemas.microsoft.com/office/drawing/2014/main" id="{E779F359-3BF0-DEC2-F8A9-524114C3AFB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4AD72BB3-59C6-FA7B-2E20-5DE69A23D6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6AF05E00-928F-3449-EC86-F27277410D4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EBD21F99-4E7E-FF24-4D45-61C88AD6023A}"/>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29</a:t>
            </a:fld>
            <a:endParaRPr lang="en-US" sz="2000" b="1" dirty="0">
              <a:latin typeface="Gill Sans MT (Títulos)"/>
            </a:endParaRPr>
          </a:p>
        </p:txBody>
      </p:sp>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A6A95107-00A5-0FC3-96F0-D00374D4D18C}"/>
                  </a:ext>
                </a:extLst>
              </p:cNvPr>
              <p:cNvSpPr txBox="1"/>
              <p:nvPr/>
            </p:nvSpPr>
            <p:spPr>
              <a:xfrm>
                <a:off x="3430751" y="2971800"/>
                <a:ext cx="5199116" cy="897297"/>
              </a:xfrm>
              <a:prstGeom prst="rect">
                <a:avLst/>
              </a:prstGeom>
              <a:noFill/>
            </p:spPr>
            <p:txBody>
              <a:bodyPr wrap="none" lIns="0" tIns="0" rIns="0" bIns="0" rtlCol="0">
                <a:spAutoFit/>
              </a:bodyPr>
              <a:lstStyle/>
              <a:p>
                <a14:m>
                  <m:oMath xmlns:m="http://schemas.openxmlformats.org/officeDocument/2006/math">
                    <m:sSub>
                      <m:sSubPr>
                        <m:ctrlPr>
                          <a:rPr lang="es-MX" sz="2300" b="0" i="1" smtClean="0">
                            <a:latin typeface="Cambria Math" panose="02040503050406030204" pitchFamily="18" charset="0"/>
                          </a:rPr>
                        </m:ctrlPr>
                      </m:sSubPr>
                      <m:e>
                        <m:r>
                          <a:rPr lang="es-MX" sz="2300" b="0" i="1" smtClean="0">
                            <a:latin typeface="Cambria Math" panose="02040503050406030204" pitchFamily="18" charset="0"/>
                          </a:rPr>
                          <m:t>𝑉</m:t>
                        </m:r>
                      </m:e>
                      <m:sub>
                        <m:r>
                          <a:rPr lang="es-MX" sz="2300" b="0" i="1" smtClean="0">
                            <a:latin typeface="Cambria Math" panose="02040503050406030204" pitchFamily="18" charset="0"/>
                          </a:rPr>
                          <m:t>𝑓</m:t>
                        </m:r>
                      </m:sub>
                    </m:sSub>
                    <m:r>
                      <a:rPr lang="es-MX" sz="2300" b="0" i="1" smtClean="0">
                        <a:latin typeface="Cambria Math" panose="02040503050406030204" pitchFamily="18" charset="0"/>
                      </a:rPr>
                      <m:t>=</m:t>
                    </m:r>
                    <m:sSub>
                      <m:sSubPr>
                        <m:ctrlPr>
                          <a:rPr lang="es-MX" sz="2300" b="0" i="1" smtClean="0">
                            <a:latin typeface="Cambria Math" panose="02040503050406030204" pitchFamily="18" charset="0"/>
                          </a:rPr>
                        </m:ctrlPr>
                      </m:sSubPr>
                      <m:e>
                        <m:r>
                          <a:rPr lang="es-MX" sz="2300" b="0" i="1" smtClean="0">
                            <a:latin typeface="Cambria Math" panose="02040503050406030204" pitchFamily="18" charset="0"/>
                          </a:rPr>
                          <m:t>𝑉</m:t>
                        </m:r>
                      </m:e>
                      <m:sub>
                        <m:r>
                          <a:rPr lang="es-MX" sz="2300" b="0" i="1" smtClean="0">
                            <a:latin typeface="Cambria Math" panose="02040503050406030204" pitchFamily="18" charset="0"/>
                          </a:rPr>
                          <m:t>𝑝</m:t>
                        </m:r>
                      </m:sub>
                    </m:sSub>
                    <m:sSup>
                      <m:sSupPr>
                        <m:ctrlPr>
                          <a:rPr lang="es-MX" sz="2300" i="1">
                            <a:latin typeface="Cambria Math" panose="02040503050406030204" pitchFamily="18" charset="0"/>
                          </a:rPr>
                        </m:ctrlPr>
                      </m:sSupPr>
                      <m:e>
                        <m:r>
                          <a:rPr lang="es-MX" sz="2300" i="1">
                            <a:latin typeface="Cambria Math" panose="02040503050406030204" pitchFamily="18" charset="0"/>
                          </a:rPr>
                          <m:t>(1+</m:t>
                        </m:r>
                        <m:r>
                          <a:rPr lang="es-MX" sz="2300" i="1">
                            <a:latin typeface="Cambria Math" panose="02040503050406030204" pitchFamily="18" charset="0"/>
                          </a:rPr>
                          <m:t>𝑖</m:t>
                        </m:r>
                        <m:r>
                          <a:rPr lang="es-MX" sz="2300" i="1">
                            <a:latin typeface="Cambria Math" panose="02040503050406030204" pitchFamily="18" charset="0"/>
                          </a:rPr>
                          <m:t>)</m:t>
                        </m:r>
                      </m:e>
                      <m:sup>
                        <m:r>
                          <a:rPr lang="es-MX" sz="2300" b="0" i="1" smtClean="0">
                            <a:latin typeface="Cambria Math" panose="02040503050406030204" pitchFamily="18" charset="0"/>
                          </a:rPr>
                          <m:t>𝑛</m:t>
                        </m:r>
                      </m:sup>
                    </m:sSup>
                    <m:r>
                      <a:rPr lang="es-MX" sz="2300" b="0" i="1" smtClean="0">
                        <a:latin typeface="Cambria Math" panose="02040503050406030204" pitchFamily="18" charset="0"/>
                      </a:rPr>
                      <m:t>+</m:t>
                    </m:r>
                    <m:r>
                      <a:rPr lang="es-MX" sz="2300" b="0" i="1" smtClean="0">
                        <a:latin typeface="Cambria Math" panose="02040503050406030204" pitchFamily="18" charset="0"/>
                      </a:rPr>
                      <m:t>𝐴</m:t>
                    </m:r>
                    <m:d>
                      <m:dPr>
                        <m:begChr m:val="["/>
                        <m:endChr m:val="]"/>
                        <m:ctrlPr>
                          <a:rPr lang="es-MX" sz="2300" b="0" i="1" smtClean="0">
                            <a:latin typeface="Cambria Math" panose="02040503050406030204" pitchFamily="18" charset="0"/>
                          </a:rPr>
                        </m:ctrlPr>
                      </m:dPr>
                      <m:e>
                        <m:f>
                          <m:fPr>
                            <m:ctrlPr>
                              <a:rPr lang="es-MX" sz="2300" b="0" i="1" smtClean="0">
                                <a:latin typeface="Cambria Math" panose="02040503050406030204" pitchFamily="18" charset="0"/>
                              </a:rPr>
                            </m:ctrlPr>
                          </m:fPr>
                          <m:num>
                            <m:sSup>
                              <m:sSupPr>
                                <m:ctrlPr>
                                  <a:rPr lang="es-MX" sz="2300" b="0" i="1" smtClean="0">
                                    <a:latin typeface="Cambria Math" panose="02040503050406030204" pitchFamily="18" charset="0"/>
                                  </a:rPr>
                                </m:ctrlPr>
                              </m:sSupPr>
                              <m:e>
                                <m:r>
                                  <a:rPr lang="es-MX" sz="2300" b="0" i="1" smtClean="0">
                                    <a:latin typeface="Cambria Math" panose="02040503050406030204" pitchFamily="18" charset="0"/>
                                  </a:rPr>
                                  <m:t>(1+</m:t>
                                </m:r>
                                <m:r>
                                  <a:rPr lang="es-MX" sz="2300" b="0" i="1" smtClean="0">
                                    <a:latin typeface="Cambria Math" panose="02040503050406030204" pitchFamily="18" charset="0"/>
                                  </a:rPr>
                                  <m:t>𝑖</m:t>
                                </m:r>
                                <m:r>
                                  <a:rPr lang="es-MX" sz="2300" b="0" i="1" smtClean="0">
                                    <a:latin typeface="Cambria Math" panose="02040503050406030204" pitchFamily="18" charset="0"/>
                                  </a:rPr>
                                  <m:t>)</m:t>
                                </m:r>
                              </m:e>
                              <m:sup>
                                <m:r>
                                  <a:rPr lang="es-MX" sz="2300" b="0" i="1" smtClean="0">
                                    <a:latin typeface="Cambria Math" panose="02040503050406030204" pitchFamily="18" charset="0"/>
                                  </a:rPr>
                                  <m:t>𝑛</m:t>
                                </m:r>
                              </m:sup>
                            </m:sSup>
                            <m:r>
                              <a:rPr lang="es-MX" sz="2300" b="0" i="1" smtClean="0">
                                <a:latin typeface="Cambria Math" panose="02040503050406030204" pitchFamily="18" charset="0"/>
                              </a:rPr>
                              <m:t>−1</m:t>
                            </m:r>
                          </m:num>
                          <m:den>
                            <m:r>
                              <a:rPr lang="es-MX" sz="2300" b="0" i="1" smtClean="0">
                                <a:latin typeface="Cambria Math" panose="02040503050406030204" pitchFamily="18" charset="0"/>
                              </a:rPr>
                              <m:t>𝑖</m:t>
                            </m:r>
                          </m:den>
                        </m:f>
                      </m:e>
                    </m:d>
                  </m:oMath>
                </a14:m>
                <a:r>
                  <a:rPr lang="es-MX" sz="2300" b="0" dirty="0"/>
                  <a:t>+</a:t>
                </a:r>
                <a:r>
                  <a:rPr lang="es-MX" sz="2300" dirty="0"/>
                  <a:t> </a:t>
                </a:r>
                <a14:m>
                  <m:oMath xmlns:m="http://schemas.openxmlformats.org/officeDocument/2006/math">
                    <m:sSub>
                      <m:sSubPr>
                        <m:ctrlPr>
                          <a:rPr lang="es-MX" sz="2300" i="1">
                            <a:latin typeface="Cambria Math" panose="02040503050406030204" pitchFamily="18" charset="0"/>
                          </a:rPr>
                        </m:ctrlPr>
                      </m:sSubPr>
                      <m:e>
                        <m:r>
                          <a:rPr lang="es-MX" sz="2300" i="1">
                            <a:latin typeface="Cambria Math" panose="02040503050406030204" pitchFamily="18" charset="0"/>
                          </a:rPr>
                          <m:t>𝑉</m:t>
                        </m:r>
                      </m:e>
                      <m:sub>
                        <m:r>
                          <a:rPr lang="es-MX" sz="2300" i="1">
                            <a:latin typeface="Cambria Math" panose="02040503050406030204" pitchFamily="18" charset="0"/>
                          </a:rPr>
                          <m:t>𝑝</m:t>
                        </m:r>
                      </m:sub>
                    </m:sSub>
                    <m:sSup>
                      <m:sSupPr>
                        <m:ctrlPr>
                          <a:rPr lang="es-MX" sz="2300" i="1">
                            <a:latin typeface="Cambria Math" panose="02040503050406030204" pitchFamily="18" charset="0"/>
                          </a:rPr>
                        </m:ctrlPr>
                      </m:sSupPr>
                      <m:e>
                        <m:r>
                          <a:rPr lang="es-MX" sz="2300" i="1">
                            <a:latin typeface="Cambria Math" panose="02040503050406030204" pitchFamily="18" charset="0"/>
                          </a:rPr>
                          <m:t>(1+</m:t>
                        </m:r>
                        <m:r>
                          <a:rPr lang="es-MX" sz="2300" i="1">
                            <a:latin typeface="Cambria Math" panose="02040503050406030204" pitchFamily="18" charset="0"/>
                          </a:rPr>
                          <m:t>𝑖</m:t>
                        </m:r>
                        <m:r>
                          <a:rPr lang="es-MX" sz="2300" i="1">
                            <a:latin typeface="Cambria Math" panose="02040503050406030204" pitchFamily="18" charset="0"/>
                          </a:rPr>
                          <m:t>)</m:t>
                        </m:r>
                      </m:e>
                      <m:sup>
                        <m:r>
                          <a:rPr lang="es-MX" sz="2300" i="1">
                            <a:latin typeface="Cambria Math" panose="02040503050406030204" pitchFamily="18" charset="0"/>
                          </a:rPr>
                          <m:t>𝑛</m:t>
                        </m:r>
                      </m:sup>
                    </m:sSup>
                  </m:oMath>
                </a14:m>
                <a:endParaRPr lang="es-MX" sz="2300" b="0" dirty="0"/>
              </a:p>
              <a:p>
                <a:endParaRPr lang="es-MX" sz="2300" dirty="0"/>
              </a:p>
            </p:txBody>
          </p:sp>
        </mc:Choice>
        <mc:Fallback xmlns="">
          <p:sp>
            <p:nvSpPr>
              <p:cNvPr id="29" name="CuadroTexto 28">
                <a:extLst>
                  <a:ext uri="{FF2B5EF4-FFF2-40B4-BE49-F238E27FC236}">
                    <a16:creationId xmlns:a16="http://schemas.microsoft.com/office/drawing/2014/main" id="{A6A95107-00A5-0FC3-96F0-D00374D4D18C}"/>
                  </a:ext>
                </a:extLst>
              </p:cNvPr>
              <p:cNvSpPr txBox="1">
                <a:spLocks noRot="1" noChangeAspect="1" noMove="1" noResize="1" noEditPoints="1" noAdjustHandles="1" noChangeArrowheads="1" noChangeShapeType="1" noTextEdit="1"/>
              </p:cNvSpPr>
              <p:nvPr/>
            </p:nvSpPr>
            <p:spPr>
              <a:xfrm>
                <a:off x="3430751" y="2971800"/>
                <a:ext cx="5199116" cy="89729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1754B6D0-1798-2634-4733-F06F56863833}"/>
                  </a:ext>
                </a:extLst>
              </p:cNvPr>
              <p:cNvSpPr txBox="1"/>
              <p:nvPr/>
            </p:nvSpPr>
            <p:spPr>
              <a:xfrm>
                <a:off x="356127" y="3869097"/>
                <a:ext cx="11487825" cy="629981"/>
              </a:xfrm>
              <a:prstGeom prst="rect">
                <a:avLst/>
              </a:prstGeom>
              <a:noFill/>
            </p:spPr>
            <p:txBody>
              <a:bodyPr wrap="none" lIns="0" tIns="0" rIns="0" bIns="0" rtlCol="0">
                <a:spAutoFit/>
              </a:bodyPr>
              <a:lstStyle/>
              <a:p>
                <a14:m>
                  <m:oMath xmlns:m="http://schemas.openxmlformats.org/officeDocument/2006/math">
                    <m:sSub>
                      <m:sSubPr>
                        <m:ctrlPr>
                          <a:rPr lang="es-MX" sz="2300" b="0" i="1" smtClean="0">
                            <a:latin typeface="Cambria Math" panose="02040503050406030204" pitchFamily="18" charset="0"/>
                          </a:rPr>
                        </m:ctrlPr>
                      </m:sSubPr>
                      <m:e>
                        <m:r>
                          <a:rPr lang="es-MX" sz="2300" b="0" i="1" smtClean="0">
                            <a:latin typeface="Cambria Math" panose="02040503050406030204" pitchFamily="18" charset="0"/>
                          </a:rPr>
                          <m:t>𝑉</m:t>
                        </m:r>
                      </m:e>
                      <m:sub>
                        <m:r>
                          <a:rPr lang="es-MX" sz="2300" b="0" i="1" smtClean="0">
                            <a:latin typeface="Cambria Math" panose="02040503050406030204" pitchFamily="18" charset="0"/>
                          </a:rPr>
                          <m:t>𝑓</m:t>
                        </m:r>
                      </m:sub>
                    </m:sSub>
                    <m:r>
                      <a:rPr lang="es-MX" sz="2300" b="0" i="1" smtClean="0">
                        <a:latin typeface="Cambria Math" panose="02040503050406030204" pitchFamily="18" charset="0"/>
                      </a:rPr>
                      <m:t>=1.000.000</m:t>
                    </m:r>
                    <m:sSup>
                      <m:sSupPr>
                        <m:ctrlPr>
                          <a:rPr lang="es-MX" sz="2300" i="1">
                            <a:latin typeface="Cambria Math" panose="02040503050406030204" pitchFamily="18" charset="0"/>
                          </a:rPr>
                        </m:ctrlPr>
                      </m:sSupPr>
                      <m:e>
                        <m:r>
                          <a:rPr lang="es-MX" sz="2300" i="1">
                            <a:latin typeface="Cambria Math" panose="02040503050406030204" pitchFamily="18" charset="0"/>
                          </a:rPr>
                          <m:t>(1+</m:t>
                        </m:r>
                        <m:r>
                          <a:rPr lang="es-MX" sz="2300" b="0" i="1" smtClean="0">
                            <a:latin typeface="Cambria Math" panose="02040503050406030204" pitchFamily="18" charset="0"/>
                          </a:rPr>
                          <m:t>1,05%</m:t>
                        </m:r>
                        <m:r>
                          <a:rPr lang="es-MX" sz="2300" i="1">
                            <a:latin typeface="Cambria Math" panose="02040503050406030204" pitchFamily="18" charset="0"/>
                          </a:rPr>
                          <m:t>)</m:t>
                        </m:r>
                      </m:e>
                      <m:sup>
                        <m:r>
                          <a:rPr lang="es-MX" sz="2300" b="0" i="1" smtClean="0">
                            <a:latin typeface="Cambria Math" panose="02040503050406030204" pitchFamily="18" charset="0"/>
                          </a:rPr>
                          <m:t>11</m:t>
                        </m:r>
                      </m:sup>
                    </m:sSup>
                    <m:r>
                      <a:rPr lang="es-MX" sz="2300" b="0" i="1" smtClean="0">
                        <a:latin typeface="Cambria Math" panose="02040503050406030204" pitchFamily="18" charset="0"/>
                      </a:rPr>
                      <m:t>+300.000</m:t>
                    </m:r>
                    <m:d>
                      <m:dPr>
                        <m:begChr m:val="["/>
                        <m:endChr m:val="]"/>
                        <m:ctrlPr>
                          <a:rPr lang="es-MX" sz="2300" b="0" i="1" smtClean="0">
                            <a:latin typeface="Cambria Math" panose="02040503050406030204" pitchFamily="18" charset="0"/>
                          </a:rPr>
                        </m:ctrlPr>
                      </m:dPr>
                      <m:e>
                        <m:f>
                          <m:fPr>
                            <m:ctrlPr>
                              <a:rPr lang="es-MX" sz="2300" b="0" i="1" smtClean="0">
                                <a:latin typeface="Cambria Math" panose="02040503050406030204" pitchFamily="18" charset="0"/>
                              </a:rPr>
                            </m:ctrlPr>
                          </m:fPr>
                          <m:num>
                            <m:sSup>
                              <m:sSupPr>
                                <m:ctrlPr>
                                  <a:rPr lang="es-MX" sz="2300" b="0" i="1" smtClean="0">
                                    <a:latin typeface="Cambria Math" panose="02040503050406030204" pitchFamily="18" charset="0"/>
                                  </a:rPr>
                                </m:ctrlPr>
                              </m:sSupPr>
                              <m:e>
                                <m:d>
                                  <m:dPr>
                                    <m:ctrlPr>
                                      <a:rPr lang="es-MX" sz="2300" b="0" i="1" smtClean="0">
                                        <a:latin typeface="Cambria Math" panose="02040503050406030204" pitchFamily="18" charset="0"/>
                                      </a:rPr>
                                    </m:ctrlPr>
                                  </m:dPr>
                                  <m:e>
                                    <m:r>
                                      <a:rPr lang="es-MX" sz="2300" b="0" i="1" smtClean="0">
                                        <a:latin typeface="Cambria Math" panose="02040503050406030204" pitchFamily="18" charset="0"/>
                                      </a:rPr>
                                      <m:t>1+1,05%</m:t>
                                    </m:r>
                                  </m:e>
                                </m:d>
                              </m:e>
                              <m:sup>
                                <m:r>
                                  <a:rPr lang="es-MX" sz="2300" b="0" i="1" smtClean="0">
                                    <a:latin typeface="Cambria Math" panose="02040503050406030204" pitchFamily="18" charset="0"/>
                                  </a:rPr>
                                  <m:t>10</m:t>
                                </m:r>
                              </m:sup>
                            </m:sSup>
                            <m:r>
                              <a:rPr lang="es-MX" sz="2300" b="0" i="1" smtClean="0">
                                <a:latin typeface="Cambria Math" panose="02040503050406030204" pitchFamily="18" charset="0"/>
                              </a:rPr>
                              <m:t>−1</m:t>
                            </m:r>
                          </m:num>
                          <m:den>
                            <m:r>
                              <a:rPr lang="es-MX" sz="2300" b="0" i="1" smtClean="0">
                                <a:latin typeface="Cambria Math" panose="02040503050406030204" pitchFamily="18" charset="0"/>
                              </a:rPr>
                              <m:t>1,</m:t>
                            </m:r>
                            <m:r>
                              <a:rPr lang="es-MX" sz="2300" i="1">
                                <a:latin typeface="Cambria Math" panose="02040503050406030204" pitchFamily="18" charset="0"/>
                              </a:rPr>
                              <m:t>05</m:t>
                            </m:r>
                            <m:r>
                              <a:rPr lang="es-MX" sz="2300" b="0" i="1" smtClean="0">
                                <a:latin typeface="Cambria Math" panose="02040503050406030204" pitchFamily="18" charset="0"/>
                              </a:rPr>
                              <m:t>%</m:t>
                            </m:r>
                          </m:den>
                        </m:f>
                      </m:e>
                    </m:d>
                    <m:r>
                      <a:rPr lang="es-MX" sz="2300" b="0" i="1" smtClean="0">
                        <a:latin typeface="Cambria Math" panose="02040503050406030204" pitchFamily="18" charset="0"/>
                      </a:rPr>
                      <m:t>(1+1,05%)</m:t>
                    </m:r>
                  </m:oMath>
                </a14:m>
                <a:r>
                  <a:rPr lang="es-MX" sz="2300" b="0" dirty="0"/>
                  <a:t>+</a:t>
                </a:r>
                <a:r>
                  <a:rPr lang="es-MX" sz="2300" dirty="0"/>
                  <a:t> </a:t>
                </a:r>
                <a14:m>
                  <m:oMath xmlns:m="http://schemas.openxmlformats.org/officeDocument/2006/math">
                    <m:r>
                      <a:rPr lang="es-MX" sz="2300" b="0" i="1" smtClean="0">
                        <a:latin typeface="Cambria Math" panose="02040503050406030204" pitchFamily="18" charset="0"/>
                      </a:rPr>
                      <m:t>900.000</m:t>
                    </m:r>
                    <m:sSup>
                      <m:sSupPr>
                        <m:ctrlPr>
                          <a:rPr lang="es-MX" sz="2300" i="1">
                            <a:latin typeface="Cambria Math" panose="02040503050406030204" pitchFamily="18" charset="0"/>
                          </a:rPr>
                        </m:ctrlPr>
                      </m:sSupPr>
                      <m:e>
                        <m:r>
                          <a:rPr lang="es-MX" sz="2300" i="1">
                            <a:latin typeface="Cambria Math" panose="02040503050406030204" pitchFamily="18" charset="0"/>
                          </a:rPr>
                          <m:t>(1+1</m:t>
                        </m:r>
                        <m:r>
                          <a:rPr lang="es-MX" sz="2300" b="0" i="1" smtClean="0">
                            <a:latin typeface="Cambria Math" panose="02040503050406030204" pitchFamily="18" charset="0"/>
                          </a:rPr>
                          <m:t>,0</m:t>
                        </m:r>
                        <m:r>
                          <a:rPr lang="es-MX" sz="2300" i="1">
                            <a:latin typeface="Cambria Math" panose="02040503050406030204" pitchFamily="18" charset="0"/>
                          </a:rPr>
                          <m:t>5</m:t>
                        </m:r>
                        <m:r>
                          <a:rPr lang="es-MX" sz="2300" b="0" i="1" smtClean="0">
                            <a:latin typeface="Cambria Math" panose="02040503050406030204" pitchFamily="18" charset="0"/>
                          </a:rPr>
                          <m:t>%</m:t>
                        </m:r>
                        <m:r>
                          <a:rPr lang="es-MX" sz="2300" i="1">
                            <a:latin typeface="Cambria Math" panose="02040503050406030204" pitchFamily="18" charset="0"/>
                          </a:rPr>
                          <m:t>)</m:t>
                        </m:r>
                      </m:e>
                      <m:sup>
                        <m:r>
                          <a:rPr lang="es-MX" sz="2300" b="0" i="1" smtClean="0">
                            <a:latin typeface="Cambria Math" panose="02040503050406030204" pitchFamily="18" charset="0"/>
                          </a:rPr>
                          <m:t>4</m:t>
                        </m:r>
                      </m:sup>
                    </m:sSup>
                  </m:oMath>
                </a14:m>
                <a:endParaRPr lang="es-MX" sz="2300" dirty="0"/>
              </a:p>
            </p:txBody>
          </p:sp>
        </mc:Choice>
        <mc:Fallback xmlns="">
          <p:sp>
            <p:nvSpPr>
              <p:cNvPr id="32" name="CuadroTexto 31">
                <a:extLst>
                  <a:ext uri="{FF2B5EF4-FFF2-40B4-BE49-F238E27FC236}">
                    <a16:creationId xmlns:a16="http://schemas.microsoft.com/office/drawing/2014/main" id="{1754B6D0-1798-2634-4733-F06F56863833}"/>
                  </a:ext>
                </a:extLst>
              </p:cNvPr>
              <p:cNvSpPr txBox="1">
                <a:spLocks noRot="1" noChangeAspect="1" noMove="1" noResize="1" noEditPoints="1" noAdjustHandles="1" noChangeArrowheads="1" noChangeShapeType="1" noTextEdit="1"/>
              </p:cNvSpPr>
              <p:nvPr/>
            </p:nvSpPr>
            <p:spPr>
              <a:xfrm>
                <a:off x="356127" y="3869097"/>
                <a:ext cx="11479746" cy="579005"/>
              </a:xfrm>
              <a:prstGeom prst="rect">
                <a:avLst/>
              </a:prstGeom>
              <a:blipFill>
                <a:blip r:embed="rId4"/>
                <a:stretch>
                  <a:fillRect b="-126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553260E4-1E2E-9873-0A6E-7BBE90ABACEC}"/>
                  </a:ext>
                </a:extLst>
              </p:cNvPr>
              <p:cNvSpPr txBox="1"/>
              <p:nvPr/>
            </p:nvSpPr>
            <p:spPr>
              <a:xfrm>
                <a:off x="3587750" y="4766394"/>
                <a:ext cx="5016501" cy="382349"/>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s-MX" sz="2300" b="0" i="1" smtClean="0">
                              <a:latin typeface="Cambria Math" panose="02040503050406030204" pitchFamily="18" charset="0"/>
                            </a:rPr>
                          </m:ctrlPr>
                        </m:sSubPr>
                        <m:e>
                          <m:r>
                            <a:rPr lang="es-MX" sz="2300" b="0" i="1" smtClean="0">
                              <a:latin typeface="Cambria Math" panose="02040503050406030204" pitchFamily="18" charset="0"/>
                            </a:rPr>
                            <m:t>𝑉</m:t>
                          </m:r>
                        </m:e>
                        <m:sub>
                          <m:r>
                            <a:rPr lang="es-MX" sz="2300" b="0" i="1" smtClean="0">
                              <a:latin typeface="Cambria Math" panose="02040503050406030204" pitchFamily="18" charset="0"/>
                            </a:rPr>
                            <m:t>𝑓</m:t>
                          </m:r>
                        </m:sub>
                      </m:sSub>
                      <m:r>
                        <a:rPr lang="es-MX" sz="2300" i="1">
                          <a:latin typeface="Cambria Math" panose="02040503050406030204" pitchFamily="18" charset="0"/>
                        </a:rPr>
                        <m:t>=1.121.759+3.1</m:t>
                      </m:r>
                      <m:r>
                        <a:rPr lang="es-MX" sz="2300" b="0" i="1" smtClean="0">
                          <a:latin typeface="Cambria Math" panose="02040503050406030204" pitchFamily="18" charset="0"/>
                        </a:rPr>
                        <m:t>78.824</m:t>
                      </m:r>
                      <m:r>
                        <a:rPr lang="es-MX" sz="2300" i="1">
                          <a:latin typeface="Cambria Math" panose="02040503050406030204" pitchFamily="18" charset="0"/>
                        </a:rPr>
                        <m:t>+938.3</m:t>
                      </m:r>
                      <m:r>
                        <a:rPr lang="es-MX" sz="2300" b="0" i="1" smtClean="0">
                          <a:latin typeface="Cambria Math" panose="02040503050406030204" pitchFamily="18" charset="0"/>
                        </a:rPr>
                        <m:t>9</m:t>
                      </m:r>
                      <m:r>
                        <a:rPr lang="es-MX" sz="2300" i="1">
                          <a:latin typeface="Cambria Math" panose="02040503050406030204" pitchFamily="18" charset="0"/>
                        </a:rPr>
                        <m:t>9</m:t>
                      </m:r>
                    </m:oMath>
                  </m:oMathPara>
                </a14:m>
                <a:endParaRPr lang="es-MX" sz="2300" dirty="0"/>
              </a:p>
            </p:txBody>
          </p:sp>
        </mc:Choice>
        <mc:Fallback xmlns="">
          <p:sp>
            <p:nvSpPr>
              <p:cNvPr id="33" name="CuadroTexto 32">
                <a:extLst>
                  <a:ext uri="{FF2B5EF4-FFF2-40B4-BE49-F238E27FC236}">
                    <a16:creationId xmlns:a16="http://schemas.microsoft.com/office/drawing/2014/main" id="{553260E4-1E2E-9873-0A6E-7BBE90ABACEC}"/>
                  </a:ext>
                </a:extLst>
              </p:cNvPr>
              <p:cNvSpPr txBox="1">
                <a:spLocks noRot="1" noChangeAspect="1" noMove="1" noResize="1" noEditPoints="1" noAdjustHandles="1" noChangeArrowheads="1" noChangeShapeType="1" noTextEdit="1"/>
              </p:cNvSpPr>
              <p:nvPr/>
            </p:nvSpPr>
            <p:spPr>
              <a:xfrm>
                <a:off x="3587750" y="4766394"/>
                <a:ext cx="5016501" cy="382349"/>
              </a:xfrm>
              <a:prstGeom prst="rect">
                <a:avLst/>
              </a:prstGeom>
              <a:blipFill>
                <a:blip r:embed="rId5"/>
                <a:stretch>
                  <a:fillRect l="-1338" r="-243" b="-253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5F4D888A-FE2A-A782-5B2E-85606FFC226C}"/>
                  </a:ext>
                </a:extLst>
              </p:cNvPr>
              <p:cNvSpPr txBox="1"/>
              <p:nvPr/>
            </p:nvSpPr>
            <p:spPr>
              <a:xfrm>
                <a:off x="5092586" y="5508167"/>
                <a:ext cx="2006831" cy="382349"/>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s-MX" sz="2300" b="0" i="1" smtClean="0">
                              <a:latin typeface="Cambria Math" panose="02040503050406030204" pitchFamily="18" charset="0"/>
                            </a:rPr>
                          </m:ctrlPr>
                        </m:sSubPr>
                        <m:e>
                          <m:r>
                            <a:rPr lang="es-MX" sz="2300" b="0" i="1" smtClean="0">
                              <a:latin typeface="Cambria Math" panose="02040503050406030204" pitchFamily="18" charset="0"/>
                            </a:rPr>
                            <m:t>𝑉</m:t>
                          </m:r>
                        </m:e>
                        <m:sub>
                          <m:r>
                            <a:rPr lang="es-MX" sz="2300" b="0" i="1" smtClean="0">
                              <a:latin typeface="Cambria Math" panose="02040503050406030204" pitchFamily="18" charset="0"/>
                            </a:rPr>
                            <m:t>𝑓</m:t>
                          </m:r>
                        </m:sub>
                      </m:sSub>
                      <m:r>
                        <a:rPr lang="es-MX" sz="2300" i="1">
                          <a:latin typeface="Cambria Math" panose="02040503050406030204" pitchFamily="18" charset="0"/>
                        </a:rPr>
                        <m:t>=</m:t>
                      </m:r>
                      <m:r>
                        <a:rPr lang="es-MX" sz="2300" b="0" i="1" smtClean="0">
                          <a:latin typeface="Cambria Math" panose="02040503050406030204" pitchFamily="18" charset="0"/>
                        </a:rPr>
                        <m:t>5.238.982</m:t>
                      </m:r>
                    </m:oMath>
                  </m:oMathPara>
                </a14:m>
                <a:endParaRPr lang="es-MX" sz="2300" dirty="0"/>
              </a:p>
            </p:txBody>
          </p:sp>
        </mc:Choice>
        <mc:Fallback xmlns="">
          <p:sp>
            <p:nvSpPr>
              <p:cNvPr id="36" name="CuadroTexto 35">
                <a:extLst>
                  <a:ext uri="{FF2B5EF4-FFF2-40B4-BE49-F238E27FC236}">
                    <a16:creationId xmlns:a16="http://schemas.microsoft.com/office/drawing/2014/main" id="{5F4D888A-FE2A-A782-5B2E-85606FFC226C}"/>
                  </a:ext>
                </a:extLst>
              </p:cNvPr>
              <p:cNvSpPr txBox="1">
                <a:spLocks noRot="1" noChangeAspect="1" noMove="1" noResize="1" noEditPoints="1" noAdjustHandles="1" noChangeArrowheads="1" noChangeShapeType="1" noTextEdit="1"/>
              </p:cNvSpPr>
              <p:nvPr/>
            </p:nvSpPr>
            <p:spPr>
              <a:xfrm>
                <a:off x="5092586" y="5508167"/>
                <a:ext cx="2006831" cy="382349"/>
              </a:xfrm>
              <a:prstGeom prst="rect">
                <a:avLst/>
              </a:prstGeom>
              <a:blipFill>
                <a:blip r:embed="rId6"/>
                <a:stretch>
                  <a:fillRect l="-4242" r="-909" b="-27419"/>
                </a:stretch>
              </a:blipFill>
            </p:spPr>
            <p:txBody>
              <a:bodyPr/>
              <a:lstStyle/>
              <a:p>
                <a:r>
                  <a:rPr lang="en-US">
                    <a:noFill/>
                  </a:rPr>
                  <a:t> </a:t>
                </a:r>
              </a:p>
            </p:txBody>
          </p:sp>
        </mc:Fallback>
      </mc:AlternateContent>
    </p:spTree>
    <p:extLst>
      <p:ext uri="{BB962C8B-B14F-4D97-AF65-F5344CB8AC3E}">
        <p14:creationId xmlns:p14="http://schemas.microsoft.com/office/powerpoint/2010/main" val="821986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2" grpId="0"/>
      <p:bldP spid="33" grpId="0"/>
      <p:bldP spid="3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E9983-80BD-4B68-9635-1A220E2E03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51B88D6-ACD4-EAA1-99BE-1D1349394E76}"/>
              </a:ext>
            </a:extLst>
          </p:cNvPr>
          <p:cNvSpPr>
            <a:spLocks noGrp="1"/>
          </p:cNvSpPr>
          <p:nvPr>
            <p:ph type="title"/>
          </p:nvPr>
        </p:nvSpPr>
        <p:spPr/>
        <p:txBody>
          <a:bodyPr>
            <a:normAutofit/>
          </a:bodyPr>
          <a:lstStyle/>
          <a:p>
            <a:r>
              <a:rPr lang="es-CO" sz="3200" dirty="0">
                <a:latin typeface="Gill Sans MT (titulo)"/>
              </a:rPr>
              <a:t>AGENDA PROPUESTA</a:t>
            </a:r>
          </a:p>
        </p:txBody>
      </p:sp>
      <p:pic>
        <p:nvPicPr>
          <p:cNvPr id="6" name="Picture 6" descr="Resultado de imagen para RELOJ VECTOR">
            <a:extLst>
              <a:ext uri="{FF2B5EF4-FFF2-40B4-BE49-F238E27FC236}">
                <a16:creationId xmlns:a16="http://schemas.microsoft.com/office/drawing/2014/main" id="{1FA5E1E6-0B36-C124-3B94-28102095035C}"/>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9047570A-7931-9931-6AD2-EB1C159ED948}"/>
              </a:ext>
            </a:extLst>
          </p:cNvPr>
          <p:cNvSpPr/>
          <p:nvPr/>
        </p:nvSpPr>
        <p:spPr>
          <a:xfrm>
            <a:off x="3173020" y="2503099"/>
            <a:ext cx="8540907" cy="3046988"/>
          </a:xfrm>
          <a:prstGeom prst="rect">
            <a:avLst/>
          </a:prstGeom>
        </p:spPr>
        <p:txBody>
          <a:bodyPr wrap="square" lIns="91440" tIns="45720" rIns="91440" bIns="45720" anchor="t">
            <a:spAutoFit/>
          </a:bodyPr>
          <a:lstStyle/>
          <a:p>
            <a:pPr marL="342900" indent="-342900">
              <a:buClr>
                <a:srgbClr val="48BE7A"/>
              </a:buClr>
              <a:buAutoNum type="arabicPeriod"/>
            </a:pPr>
            <a:endParaRPr lang="es-CO" sz="2400" dirty="0">
              <a:solidFill>
                <a:schemeClr val="bg2">
                  <a:lumMod val="90000"/>
                </a:schemeClr>
              </a:solidFill>
              <a:latin typeface="Gill Sans MT (Cuerpo)"/>
              <a:cs typeface="Arial"/>
            </a:endParaRPr>
          </a:p>
          <a:p>
            <a:pPr marL="342900" indent="-342900">
              <a:buClr>
                <a:srgbClr val="48BE7A"/>
              </a:buClr>
              <a:buAutoNum type="arabicPeriod"/>
            </a:pPr>
            <a:r>
              <a:rPr lang="es-CO" sz="2400" dirty="0">
                <a:solidFill>
                  <a:schemeClr val="bg2">
                    <a:lumMod val="90000"/>
                  </a:schemeClr>
                </a:solidFill>
                <a:latin typeface="Gill Sans MT (Cuerpo)"/>
                <a:cs typeface="Arial"/>
              </a:rPr>
              <a:t>Series Uniformes o Anualidades.</a:t>
            </a:r>
          </a:p>
          <a:p>
            <a:pPr marL="342900" indent="-342900">
              <a:buClr>
                <a:srgbClr val="48BE7A"/>
              </a:buClr>
              <a:buAutoNum type="arabicPeriod"/>
            </a:pPr>
            <a:endParaRPr lang="es-CO" sz="2400" dirty="0">
              <a:solidFill>
                <a:schemeClr val="bg2">
                  <a:lumMod val="90000"/>
                </a:schemeClr>
              </a:solidFill>
              <a:latin typeface="Gill Sans MT (Cuerpo)"/>
              <a:cs typeface="Arial"/>
            </a:endParaRPr>
          </a:p>
          <a:p>
            <a:pPr marL="342900" indent="-342900">
              <a:buClr>
                <a:srgbClr val="48BE7A"/>
              </a:buClr>
              <a:buAutoNum type="arabicPeriod"/>
            </a:pPr>
            <a:r>
              <a:rPr lang="es-MX" sz="2400" dirty="0">
                <a:solidFill>
                  <a:schemeClr val="accent1"/>
                </a:solidFill>
                <a:latin typeface="Gill Sans MT (Cuerpo)"/>
                <a:cs typeface="Arial"/>
              </a:rPr>
              <a:t>Series Uniformes o Anualidades con varios costos de oportunidad</a:t>
            </a:r>
            <a:r>
              <a:rPr lang="es-MX" sz="2400" dirty="0">
                <a:solidFill>
                  <a:schemeClr val="bg2">
                    <a:lumMod val="90000"/>
                  </a:schemeClr>
                </a:solidFill>
                <a:latin typeface="Gill Sans MT (Cuerpo)"/>
                <a:cs typeface="Arial"/>
              </a:rPr>
              <a:t>.</a:t>
            </a:r>
            <a:endParaRPr lang="es-CO" sz="2400" dirty="0">
              <a:solidFill>
                <a:schemeClr val="bg2">
                  <a:lumMod val="90000"/>
                </a:schemeClr>
              </a:solidFill>
              <a:latin typeface="Gill Sans MT (Cuerpo)"/>
              <a:cs typeface="Arial"/>
            </a:endParaRPr>
          </a:p>
          <a:p>
            <a:pPr marL="342900" indent="-342900">
              <a:buClr>
                <a:srgbClr val="48BE7A"/>
              </a:buClr>
              <a:buAutoNum type="arabicPeriod"/>
            </a:pPr>
            <a:endParaRPr lang="es-CO" sz="2400" dirty="0">
              <a:solidFill>
                <a:schemeClr val="bg2">
                  <a:lumMod val="90000"/>
                </a:schemeClr>
              </a:solidFill>
              <a:latin typeface="Gill Sans MT (Cuerpo)"/>
              <a:cs typeface="Arial"/>
            </a:endParaRPr>
          </a:p>
          <a:p>
            <a:pPr marL="342900" indent="-342900">
              <a:buClr>
                <a:srgbClr val="48BE7A"/>
              </a:buClr>
              <a:buAutoNum type="arabicPeriod"/>
            </a:pPr>
            <a:r>
              <a:rPr lang="es-CO" sz="2400" dirty="0">
                <a:solidFill>
                  <a:schemeClr val="bg2">
                    <a:lumMod val="90000"/>
                  </a:schemeClr>
                </a:solidFill>
                <a:latin typeface="Gill Sans MT (Cuerpo)"/>
                <a:cs typeface="Arial"/>
              </a:rPr>
              <a:t>Ejercicios de Práctica.</a:t>
            </a:r>
          </a:p>
          <a:p>
            <a:pPr>
              <a:buClr>
                <a:srgbClr val="48BE7A"/>
              </a:buClr>
            </a:pPr>
            <a:endParaRPr lang="es-CO" sz="2400" dirty="0">
              <a:solidFill>
                <a:schemeClr val="bg2">
                  <a:lumMod val="90000"/>
                </a:schemeClr>
              </a:solidFill>
              <a:latin typeface="Gill Sans MT (Cuerpo)"/>
              <a:cs typeface="Arial"/>
            </a:endParaRPr>
          </a:p>
        </p:txBody>
      </p:sp>
      <p:sp>
        <p:nvSpPr>
          <p:cNvPr id="3" name="Rectángulo 2">
            <a:extLst>
              <a:ext uri="{FF2B5EF4-FFF2-40B4-BE49-F238E27FC236}">
                <a16:creationId xmlns:a16="http://schemas.microsoft.com/office/drawing/2014/main" id="{C0C4D0CA-3DA4-ADDA-D52E-0727D87EE10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F95A25A9-680A-CAFD-720D-5850A4C316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2BDDF68D-34C1-2C68-8153-855B7582DF1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Slide Number Placeholder 3">
            <a:extLst>
              <a:ext uri="{FF2B5EF4-FFF2-40B4-BE49-F238E27FC236}">
                <a16:creationId xmlns:a16="http://schemas.microsoft.com/office/drawing/2014/main" id="{660FEF54-4766-999A-D3AE-AF561855BC4E}"/>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30</a:t>
            </a:fld>
            <a:endParaRPr lang="en-US" sz="2000" b="1" dirty="0">
              <a:latin typeface="Gill Sans MT (Títulos)"/>
            </a:endParaRPr>
          </a:p>
        </p:txBody>
      </p:sp>
    </p:spTree>
    <p:extLst>
      <p:ext uri="{BB962C8B-B14F-4D97-AF65-F5344CB8AC3E}">
        <p14:creationId xmlns:p14="http://schemas.microsoft.com/office/powerpoint/2010/main" val="364556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CE6E0-8BC2-EC35-88C9-AB166B90BF82}"/>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160995BC-043D-BAED-1BB4-BE8FF635070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B95C8D77-2AEE-7106-A16F-F9B7A4B59B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6D926193-2458-CC8C-3B4D-3AD68152518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AC0B2CC7-EBE4-9FD3-E9F4-64FE95AA8B67}"/>
              </a:ext>
            </a:extLst>
          </p:cNvPr>
          <p:cNvSpPr>
            <a:spLocks noGrp="1"/>
          </p:cNvSpPr>
          <p:nvPr>
            <p:ph type="title"/>
          </p:nvPr>
        </p:nvSpPr>
        <p:spPr>
          <a:xfrm>
            <a:off x="581192" y="702156"/>
            <a:ext cx="11029616" cy="1013800"/>
          </a:xfrm>
        </p:spPr>
        <p:txBody>
          <a:bodyPr>
            <a:noAutofit/>
          </a:bodyPr>
          <a:lstStyle/>
          <a:p>
            <a:r>
              <a:rPr lang="es-ES" sz="3200" dirty="0">
                <a:latin typeface="Gill Sans MT (Títulos)"/>
              </a:rPr>
              <a:t>Series Uniformes o Anualidades con varios costos de oportunidad.</a:t>
            </a:r>
          </a:p>
        </p:txBody>
      </p:sp>
      <p:sp>
        <p:nvSpPr>
          <p:cNvPr id="2" name="Marcador de número de diapositiva 3">
            <a:extLst>
              <a:ext uri="{FF2B5EF4-FFF2-40B4-BE49-F238E27FC236}">
                <a16:creationId xmlns:a16="http://schemas.microsoft.com/office/drawing/2014/main" id="{A3A5FB51-0BEC-298D-4A92-929A29A9152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mj-lt"/>
              </a:rPr>
              <a:pPr/>
              <a:t>31</a:t>
            </a:fld>
            <a:endParaRPr lang="en-US" sz="2000" b="1">
              <a:latin typeface="+mj-lt"/>
            </a:endParaRPr>
          </a:p>
        </p:txBody>
      </p:sp>
      <mc:AlternateContent xmlns:mc="http://schemas.openxmlformats.org/markup-compatibility/2006" xmlns:a14="http://schemas.microsoft.com/office/drawing/2010/main">
        <mc:Choice Requires="a14">
          <p:sp>
            <p:nvSpPr>
              <p:cNvPr id="10" name="Rectángulo 9">
                <a:extLst>
                  <a:ext uri="{FF2B5EF4-FFF2-40B4-BE49-F238E27FC236}">
                    <a16:creationId xmlns:a16="http://schemas.microsoft.com/office/drawing/2014/main" id="{0B09E5E5-4C4A-9C56-FB57-FE69F949616F}"/>
                  </a:ext>
                </a:extLst>
              </p:cNvPr>
              <p:cNvSpPr/>
              <p:nvPr/>
            </p:nvSpPr>
            <p:spPr>
              <a:xfrm>
                <a:off x="426326" y="1989939"/>
                <a:ext cx="11339348" cy="4118050"/>
              </a:xfrm>
              <a:prstGeom prst="rect">
                <a:avLst/>
              </a:prstGeom>
            </p:spPr>
            <p:txBody>
              <a:bodyPr wrap="square">
                <a:spAutoFit/>
              </a:bodyPr>
              <a:lstStyle/>
              <a:p>
                <a:pPr algn="just"/>
                <a:r>
                  <a:rPr lang="es-ES_tradnl" sz="2000" b="1" dirty="0">
                    <a:solidFill>
                      <a:srgbClr val="D7A700"/>
                    </a:solidFill>
                    <a:latin typeface="Gill Sans MT (Cuerpo)"/>
                    <a:ea typeface="MS Mincho" panose="02020609040205080304" pitchFamily="49" charset="-128"/>
                    <a:cs typeface="Times New Roman" panose="02020603050405020304" pitchFamily="18" charset="0"/>
                  </a:rPr>
                  <a:t>Ejercicio 1: </a:t>
                </a:r>
                <a:r>
                  <a:rPr lang="es-CO" sz="2000" dirty="0"/>
                  <a:t>Una estudiante quiere comprar una motocicleta dentro de 15 meses. Para esto decide realizar los siguientes aportes a una cuenta de inversión:</a:t>
                </a:r>
              </a:p>
              <a:p>
                <a:pPr algn="just"/>
                <a:endParaRPr lang="es-CO" sz="2000" dirty="0"/>
              </a:p>
              <a:p>
                <a:pPr marL="342900" lvl="0" indent="-342900" algn="just">
                  <a:buFont typeface="Arial" panose="020B0604020202020204" pitchFamily="34" charset="0"/>
                  <a:buChar char="•"/>
                </a:pPr>
                <a:r>
                  <a:rPr lang="es-CO" sz="2000" dirty="0"/>
                  <a:t>Hoy deposita $2.200.000.</a:t>
                </a:r>
              </a:p>
              <a:p>
                <a:pPr marL="342900" lvl="0" indent="-342900" algn="just">
                  <a:buFont typeface="Arial" panose="020B0604020202020204" pitchFamily="34" charset="0"/>
                  <a:buChar char="•"/>
                </a:pPr>
                <a:r>
                  <a:rPr lang="es-CO" sz="2000" dirty="0"/>
                  <a:t>De los meses 1 al 5, deposita $450.000 mensuales.</a:t>
                </a:r>
              </a:p>
              <a:p>
                <a:pPr marL="342900" lvl="0" indent="-342900" algn="just">
                  <a:buFont typeface="Arial" panose="020B0604020202020204" pitchFamily="34" charset="0"/>
                  <a:buChar char="•"/>
                </a:pPr>
                <a:r>
                  <a:rPr lang="es-CO" sz="2000" dirty="0"/>
                  <a:t>En el mes 5, realiza un aporte adicional de $1.200.000.</a:t>
                </a:r>
              </a:p>
              <a:p>
                <a:pPr marL="342900" lvl="0" indent="-342900" algn="just">
                  <a:buFont typeface="Arial" panose="020B0604020202020204" pitchFamily="34" charset="0"/>
                  <a:buChar char="•"/>
                </a:pPr>
                <a:r>
                  <a:rPr lang="es-CO" sz="2000" dirty="0"/>
                  <a:t>De los meses 6 al 15, deposita $520.000 mensuales.</a:t>
                </a:r>
              </a:p>
              <a:p>
                <a:pPr algn="just"/>
                <a:endParaRPr lang="es-CO" sz="2000" dirty="0"/>
              </a:p>
              <a:p>
                <a:pPr algn="just"/>
                <a:r>
                  <a:rPr lang="es-CO" sz="2000" dirty="0"/>
                  <a:t>El costo de oportunidad es de 0,65% EM durante los primeros 5 meses y de 1,10% EM durante los siguientes 10 meses.</a:t>
                </a:r>
              </a:p>
              <a:p>
                <a:pPr algn="just"/>
                <a:endParaRPr lang="es-CO" sz="2000" dirty="0"/>
              </a:p>
              <a:p>
                <a:pPr algn="just"/>
                <a:r>
                  <a:rPr lang="es-CO" sz="2000" dirty="0"/>
                  <a:t>¿Cuál será el valor futuro (</a:t>
                </a:r>
                <a14:m>
                  <m:oMath xmlns:m="http://schemas.openxmlformats.org/officeDocument/2006/math">
                    <m:sSub>
                      <m:sSubPr>
                        <m:ctrlPr>
                          <a:rPr lang="es-MX" sz="2000" i="1">
                            <a:latin typeface="Cambria Math" panose="02040503050406030204" pitchFamily="18" charset="0"/>
                          </a:rPr>
                        </m:ctrlPr>
                      </m:sSubPr>
                      <m:e>
                        <m:r>
                          <a:rPr lang="es-MX" sz="2000" i="1">
                            <a:latin typeface="Cambria Math" panose="02040503050406030204" pitchFamily="18" charset="0"/>
                          </a:rPr>
                          <m:t>𝑉</m:t>
                        </m:r>
                      </m:e>
                      <m:sub>
                        <m:r>
                          <a:rPr lang="es-MX" sz="2000" i="1">
                            <a:latin typeface="Cambria Math" panose="02040503050406030204" pitchFamily="18" charset="0"/>
                          </a:rPr>
                          <m:t>𝑓</m:t>
                        </m:r>
                      </m:sub>
                    </m:sSub>
                  </m:oMath>
                </a14:m>
                <a:r>
                  <a:rPr lang="es-CO" sz="2000" dirty="0"/>
                  <a:t>) de los ahorros al finalizar el mes 15?</a:t>
                </a:r>
              </a:p>
              <a:p>
                <a:pPr marL="457200" algn="just"/>
                <a:endParaRPr lang="es-CO" sz="2000" dirty="0">
                  <a:latin typeface="Gill Sans MT (Cuerpo)"/>
                  <a:ea typeface="MS Mincho" panose="02020609040205080304" pitchFamily="49" charset="-128"/>
                  <a:cs typeface="Times New Roman" panose="02020603050405020304" pitchFamily="18" charset="0"/>
                </a:endParaRPr>
              </a:p>
            </p:txBody>
          </p:sp>
        </mc:Choice>
        <mc:Fallback xmlns="">
          <p:sp>
            <p:nvSpPr>
              <p:cNvPr id="10" name="Rectángulo 9">
                <a:extLst>
                  <a:ext uri="{FF2B5EF4-FFF2-40B4-BE49-F238E27FC236}">
                    <a16:creationId xmlns:a16="http://schemas.microsoft.com/office/drawing/2014/main" id="{0B09E5E5-4C4A-9C56-FB57-FE69F949616F}"/>
                  </a:ext>
                </a:extLst>
              </p:cNvPr>
              <p:cNvSpPr>
                <a:spLocks noRot="1" noChangeAspect="1" noMove="1" noResize="1" noEditPoints="1" noAdjustHandles="1" noChangeArrowheads="1" noChangeShapeType="1" noTextEdit="1"/>
              </p:cNvSpPr>
              <p:nvPr/>
            </p:nvSpPr>
            <p:spPr>
              <a:xfrm>
                <a:off x="426326" y="1989939"/>
                <a:ext cx="11339348" cy="4118050"/>
              </a:xfrm>
              <a:prstGeom prst="rect">
                <a:avLst/>
              </a:prstGeom>
              <a:blipFill>
                <a:blip r:embed="rId4"/>
                <a:stretch>
                  <a:fillRect l="-591" t="-740" r="-538"/>
                </a:stretch>
              </a:blipFill>
            </p:spPr>
            <p:txBody>
              <a:bodyPr/>
              <a:lstStyle/>
              <a:p>
                <a:r>
                  <a:rPr lang="en-US">
                    <a:noFill/>
                  </a:rPr>
                  <a:t> </a:t>
                </a:r>
              </a:p>
            </p:txBody>
          </p:sp>
        </mc:Fallback>
      </mc:AlternateContent>
    </p:spTree>
    <p:extLst>
      <p:ext uri="{BB962C8B-B14F-4D97-AF65-F5344CB8AC3E}">
        <p14:creationId xmlns:p14="http://schemas.microsoft.com/office/powerpoint/2010/main" val="28713634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CF74F-F98C-22BD-8F61-9F78334C282C}"/>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0F5F0920-B452-2006-7A52-1B3D978882D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161D9865-137E-7CF5-E258-49B299858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2381A2BB-D74A-B69A-7156-3F219AC68A2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68769BB9-03D1-1129-DECD-1344105A42B8}"/>
              </a:ext>
            </a:extLst>
          </p:cNvPr>
          <p:cNvSpPr>
            <a:spLocks noGrp="1"/>
          </p:cNvSpPr>
          <p:nvPr>
            <p:ph type="title"/>
          </p:nvPr>
        </p:nvSpPr>
        <p:spPr>
          <a:xfrm>
            <a:off x="581192" y="702156"/>
            <a:ext cx="11029616" cy="1013800"/>
          </a:xfrm>
        </p:spPr>
        <p:txBody>
          <a:bodyPr>
            <a:noAutofit/>
          </a:bodyPr>
          <a:lstStyle/>
          <a:p>
            <a:r>
              <a:rPr lang="es-ES" sz="3200">
                <a:latin typeface="Gill Sans MT (Títulos)"/>
              </a:rPr>
              <a:t>Series Uniformes o Anualidades con varios costos de oportunidad.</a:t>
            </a:r>
          </a:p>
        </p:txBody>
      </p:sp>
      <mc:AlternateContent xmlns:mc="http://schemas.openxmlformats.org/markup-compatibility/2006" xmlns:a14="http://schemas.microsoft.com/office/drawing/2010/main">
        <mc:Choice Requires="a14">
          <p:sp>
            <p:nvSpPr>
              <p:cNvPr id="10" name="Rectángulo 9">
                <a:extLst>
                  <a:ext uri="{FF2B5EF4-FFF2-40B4-BE49-F238E27FC236}">
                    <a16:creationId xmlns:a16="http://schemas.microsoft.com/office/drawing/2014/main" id="{F82BCFEF-817A-731A-7289-EB4BE8AFA22C}"/>
                  </a:ext>
                </a:extLst>
              </p:cNvPr>
              <p:cNvSpPr/>
              <p:nvPr/>
            </p:nvSpPr>
            <p:spPr>
              <a:xfrm>
                <a:off x="581192" y="2208896"/>
                <a:ext cx="11029615" cy="860620"/>
              </a:xfrm>
              <a:prstGeom prst="rect">
                <a:avLst/>
              </a:prstGeom>
            </p:spPr>
            <p:txBody>
              <a:bodyPr wrap="square">
                <a:spAutoFit/>
              </a:bodyPr>
              <a:lstStyle/>
              <a:p>
                <a:pPr algn="just"/>
                <a:r>
                  <a:rPr lang="es-ES_tradnl" sz="2400" b="1">
                    <a:solidFill>
                      <a:srgbClr val="D7A700"/>
                    </a:solidFill>
                    <a:latin typeface="Gill Sans MT (Cuerpo)"/>
                    <a:ea typeface="MS Mincho" panose="02020609040205080304" pitchFamily="49" charset="-128"/>
                    <a:cs typeface="Times New Roman" panose="02020603050405020304" pitchFamily="18" charset="0"/>
                  </a:rPr>
                  <a:t>Ejercicio 1: </a:t>
                </a:r>
                <a:r>
                  <a:rPr lang="es-CO" sz="2400"/>
                  <a:t>¿Cuál será el valor futuro (</a:t>
                </a:r>
                <a14:m>
                  <m:oMath xmlns:m="http://schemas.openxmlformats.org/officeDocument/2006/math">
                    <m:sSub>
                      <m:sSubPr>
                        <m:ctrlPr>
                          <a:rPr lang="es-MX" sz="2400" i="1">
                            <a:latin typeface="Cambria Math" panose="02040503050406030204" pitchFamily="18" charset="0"/>
                          </a:rPr>
                        </m:ctrlPr>
                      </m:sSubPr>
                      <m:e>
                        <m:r>
                          <a:rPr lang="es-MX" sz="2400" i="1">
                            <a:latin typeface="Cambria Math" panose="02040503050406030204" pitchFamily="18" charset="0"/>
                          </a:rPr>
                          <m:t>𝑉</m:t>
                        </m:r>
                      </m:e>
                      <m:sub>
                        <m:r>
                          <a:rPr lang="es-MX" sz="2400" i="1">
                            <a:latin typeface="Cambria Math" panose="02040503050406030204" pitchFamily="18" charset="0"/>
                          </a:rPr>
                          <m:t>𝑓</m:t>
                        </m:r>
                      </m:sub>
                    </m:sSub>
                  </m:oMath>
                </a14:m>
                <a:r>
                  <a:rPr lang="es-CO" sz="2400"/>
                  <a:t>) de los ahorros al finalizar el mes 15?</a:t>
                </a:r>
              </a:p>
              <a:p>
                <a:pPr algn="just"/>
                <a:endParaRPr lang="es-CO" sz="2400">
                  <a:latin typeface="Gill Sans MT (Cuerpo)"/>
                  <a:ea typeface="MS Mincho" panose="02020609040205080304" pitchFamily="49" charset="-128"/>
                  <a:cs typeface="Times New Roman" panose="02020603050405020304" pitchFamily="18" charset="0"/>
                </a:endParaRPr>
              </a:p>
            </p:txBody>
          </p:sp>
        </mc:Choice>
        <mc:Fallback xmlns="">
          <p:sp>
            <p:nvSpPr>
              <p:cNvPr id="10" name="Rectángulo 9">
                <a:extLst>
                  <a:ext uri="{FF2B5EF4-FFF2-40B4-BE49-F238E27FC236}">
                    <a16:creationId xmlns:a16="http://schemas.microsoft.com/office/drawing/2014/main" id="{F82BCFEF-817A-731A-7289-EB4BE8AFA22C}"/>
                  </a:ext>
                </a:extLst>
              </p:cNvPr>
              <p:cNvSpPr>
                <a:spLocks noRot="1" noChangeAspect="1" noMove="1" noResize="1" noEditPoints="1" noAdjustHandles="1" noChangeArrowheads="1" noChangeShapeType="1" noTextEdit="1"/>
              </p:cNvSpPr>
              <p:nvPr/>
            </p:nvSpPr>
            <p:spPr>
              <a:xfrm>
                <a:off x="581192" y="2208896"/>
                <a:ext cx="11029615" cy="860620"/>
              </a:xfrm>
              <a:prstGeom prst="rect">
                <a:avLst/>
              </a:prstGeom>
              <a:blipFill>
                <a:blip r:embed="rId4"/>
                <a:stretch>
                  <a:fillRect l="-829" t="-5634"/>
                </a:stretch>
              </a:blipFill>
            </p:spPr>
            <p:txBody>
              <a:bodyPr/>
              <a:lstStyle/>
              <a:p>
                <a:r>
                  <a:rPr lang="es-CO">
                    <a:noFill/>
                  </a:rPr>
                  <a:t> </a:t>
                </a:r>
              </a:p>
            </p:txBody>
          </p:sp>
        </mc:Fallback>
      </mc:AlternateContent>
      <p:grpSp>
        <p:nvGrpSpPr>
          <p:cNvPr id="76" name="Grupo 75">
            <a:extLst>
              <a:ext uri="{FF2B5EF4-FFF2-40B4-BE49-F238E27FC236}">
                <a16:creationId xmlns:a16="http://schemas.microsoft.com/office/drawing/2014/main" id="{C21E0954-19AF-FFBA-4ABE-B692B711A1AA}"/>
              </a:ext>
            </a:extLst>
          </p:cNvPr>
          <p:cNvGrpSpPr/>
          <p:nvPr/>
        </p:nvGrpSpPr>
        <p:grpSpPr>
          <a:xfrm>
            <a:off x="700980" y="2957887"/>
            <a:ext cx="11491020" cy="3184044"/>
            <a:chOff x="1064717" y="2871216"/>
            <a:chExt cx="11491020" cy="3184044"/>
          </a:xfrm>
        </p:grpSpPr>
        <p:sp>
          <p:nvSpPr>
            <p:cNvPr id="68" name="Content Placeholder 2">
              <a:extLst>
                <a:ext uri="{FF2B5EF4-FFF2-40B4-BE49-F238E27FC236}">
                  <a16:creationId xmlns:a16="http://schemas.microsoft.com/office/drawing/2014/main" id="{4412CDFF-EEBC-9C27-E74C-4E0DA4060EDD}"/>
                </a:ext>
              </a:extLst>
            </p:cNvPr>
            <p:cNvSpPr txBox="1">
              <a:spLocks/>
            </p:cNvSpPr>
            <p:nvPr/>
          </p:nvSpPr>
          <p:spPr>
            <a:xfrm>
              <a:off x="10393493" y="4205017"/>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sz="1600"/>
                <a:t>Meses</a:t>
              </a:r>
            </a:p>
          </p:txBody>
        </p:sp>
        <p:grpSp>
          <p:nvGrpSpPr>
            <p:cNvPr id="75" name="Grupo 74">
              <a:extLst>
                <a:ext uri="{FF2B5EF4-FFF2-40B4-BE49-F238E27FC236}">
                  <a16:creationId xmlns:a16="http://schemas.microsoft.com/office/drawing/2014/main" id="{1AB4CBC4-D230-EF54-9841-25FCE3632BC5}"/>
                </a:ext>
              </a:extLst>
            </p:cNvPr>
            <p:cNvGrpSpPr/>
            <p:nvPr/>
          </p:nvGrpSpPr>
          <p:grpSpPr>
            <a:xfrm>
              <a:off x="1064717" y="2871216"/>
              <a:ext cx="9325559" cy="3184044"/>
              <a:chOff x="1064717" y="2871216"/>
              <a:chExt cx="9325559" cy="3184044"/>
            </a:xfrm>
          </p:grpSpPr>
          <p:cxnSp>
            <p:nvCxnSpPr>
              <p:cNvPr id="19" name="Straight Connector 12">
                <a:extLst>
                  <a:ext uri="{FF2B5EF4-FFF2-40B4-BE49-F238E27FC236}">
                    <a16:creationId xmlns:a16="http://schemas.microsoft.com/office/drawing/2014/main" id="{3001EFB3-90BC-34F7-9862-31BD112260A9}"/>
                  </a:ext>
                </a:extLst>
              </p:cNvPr>
              <p:cNvCxnSpPr>
                <a:cxnSpLocks/>
              </p:cNvCxnSpPr>
              <p:nvPr/>
            </p:nvCxnSpPr>
            <p:spPr>
              <a:xfrm>
                <a:off x="1818173" y="4377252"/>
                <a:ext cx="8441395"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Rectangle 23">
                <a:extLst>
                  <a:ext uri="{FF2B5EF4-FFF2-40B4-BE49-F238E27FC236}">
                    <a16:creationId xmlns:a16="http://schemas.microsoft.com/office/drawing/2014/main" id="{072DA925-C403-F264-2AFA-93A6E49CC4C9}"/>
                  </a:ext>
                </a:extLst>
              </p:cNvPr>
              <p:cNvSpPr>
                <a:spLocks/>
              </p:cNvSpPr>
              <p:nvPr/>
            </p:nvSpPr>
            <p:spPr bwMode="auto">
              <a:xfrm flipH="1">
                <a:off x="1790005" y="4016844"/>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1" name="Rectangle 11">
                <a:extLst>
                  <a:ext uri="{FF2B5EF4-FFF2-40B4-BE49-F238E27FC236}">
                    <a16:creationId xmlns:a16="http://schemas.microsoft.com/office/drawing/2014/main" id="{8CFBC6C4-6ABC-EDE8-9DEE-21FA491FB883}"/>
                  </a:ext>
                </a:extLst>
              </p:cNvPr>
              <p:cNvSpPr>
                <a:spLocks/>
              </p:cNvSpPr>
              <p:nvPr/>
            </p:nvSpPr>
            <p:spPr bwMode="auto">
              <a:xfrm>
                <a:off x="2222739" y="400835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2" name="Rectangle 14">
                <a:extLst>
                  <a:ext uri="{FF2B5EF4-FFF2-40B4-BE49-F238E27FC236}">
                    <a16:creationId xmlns:a16="http://schemas.microsoft.com/office/drawing/2014/main" id="{BFBCE4C7-4930-7686-9F57-B6342F178A90}"/>
                  </a:ext>
                </a:extLst>
              </p:cNvPr>
              <p:cNvSpPr>
                <a:spLocks/>
              </p:cNvSpPr>
              <p:nvPr/>
            </p:nvSpPr>
            <p:spPr bwMode="auto">
              <a:xfrm>
                <a:off x="2783353" y="400835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3" name="Rectangle 15">
                <a:extLst>
                  <a:ext uri="{FF2B5EF4-FFF2-40B4-BE49-F238E27FC236}">
                    <a16:creationId xmlns:a16="http://schemas.microsoft.com/office/drawing/2014/main" id="{1CC05021-4446-C164-E452-EF3B1DC4282C}"/>
                  </a:ext>
                </a:extLst>
              </p:cNvPr>
              <p:cNvSpPr>
                <a:spLocks/>
              </p:cNvSpPr>
              <p:nvPr/>
            </p:nvSpPr>
            <p:spPr bwMode="auto">
              <a:xfrm>
                <a:off x="3347210" y="400835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4" name="Rectangle 16">
                <a:extLst>
                  <a:ext uri="{FF2B5EF4-FFF2-40B4-BE49-F238E27FC236}">
                    <a16:creationId xmlns:a16="http://schemas.microsoft.com/office/drawing/2014/main" id="{8535C547-74EA-4532-2AB9-1AD015D27BF0}"/>
                  </a:ext>
                </a:extLst>
              </p:cNvPr>
              <p:cNvSpPr>
                <a:spLocks/>
              </p:cNvSpPr>
              <p:nvPr/>
            </p:nvSpPr>
            <p:spPr bwMode="auto">
              <a:xfrm>
                <a:off x="3953735" y="400835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25" name="Rectangle 17">
                <a:extLst>
                  <a:ext uri="{FF2B5EF4-FFF2-40B4-BE49-F238E27FC236}">
                    <a16:creationId xmlns:a16="http://schemas.microsoft.com/office/drawing/2014/main" id="{065B9D69-583F-85C6-563B-834B741A5EEC}"/>
                  </a:ext>
                </a:extLst>
              </p:cNvPr>
              <p:cNvSpPr>
                <a:spLocks/>
              </p:cNvSpPr>
              <p:nvPr/>
            </p:nvSpPr>
            <p:spPr bwMode="auto">
              <a:xfrm>
                <a:off x="4556843" y="398923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26" name="Rectangle 18">
                <a:extLst>
                  <a:ext uri="{FF2B5EF4-FFF2-40B4-BE49-F238E27FC236}">
                    <a16:creationId xmlns:a16="http://schemas.microsoft.com/office/drawing/2014/main" id="{B87E252C-65C7-C559-8579-EB7411F37897}"/>
                  </a:ext>
                </a:extLst>
              </p:cNvPr>
              <p:cNvSpPr>
                <a:spLocks/>
              </p:cNvSpPr>
              <p:nvPr/>
            </p:nvSpPr>
            <p:spPr bwMode="auto">
              <a:xfrm>
                <a:off x="5075692" y="400835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27" name="Rectangle 19">
                <a:extLst>
                  <a:ext uri="{FF2B5EF4-FFF2-40B4-BE49-F238E27FC236}">
                    <a16:creationId xmlns:a16="http://schemas.microsoft.com/office/drawing/2014/main" id="{EFB0EA8C-557D-4529-BE1A-5055B06B1BF2}"/>
                  </a:ext>
                </a:extLst>
              </p:cNvPr>
              <p:cNvSpPr>
                <a:spLocks/>
              </p:cNvSpPr>
              <p:nvPr/>
            </p:nvSpPr>
            <p:spPr bwMode="auto">
              <a:xfrm>
                <a:off x="5682215" y="400835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28" name="Straight Arrow Connector 26">
                <a:extLst>
                  <a:ext uri="{FF2B5EF4-FFF2-40B4-BE49-F238E27FC236}">
                    <a16:creationId xmlns:a16="http://schemas.microsoft.com/office/drawing/2014/main" id="{865568FF-7A05-B604-A039-FABF3B442C4E}"/>
                  </a:ext>
                </a:extLst>
              </p:cNvPr>
              <p:cNvCxnSpPr/>
              <p:nvPr/>
            </p:nvCxnSpPr>
            <p:spPr>
              <a:xfrm>
                <a:off x="1847648" y="4388378"/>
                <a:ext cx="0" cy="1289915"/>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9" name="Rectangle 27">
                <a:extLst>
                  <a:ext uri="{FF2B5EF4-FFF2-40B4-BE49-F238E27FC236}">
                    <a16:creationId xmlns:a16="http://schemas.microsoft.com/office/drawing/2014/main" id="{7FA471A9-DF39-E0DB-B573-16C56D036375}"/>
                  </a:ext>
                </a:extLst>
              </p:cNvPr>
              <p:cNvSpPr>
                <a:spLocks/>
              </p:cNvSpPr>
              <p:nvPr/>
            </p:nvSpPr>
            <p:spPr bwMode="auto">
              <a:xfrm>
                <a:off x="1064717" y="574748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2’200.000</a:t>
                </a:r>
              </a:p>
            </p:txBody>
          </p:sp>
          <p:sp>
            <p:nvSpPr>
              <p:cNvPr id="30" name="Rectangle 28">
                <a:extLst>
                  <a:ext uri="{FF2B5EF4-FFF2-40B4-BE49-F238E27FC236}">
                    <a16:creationId xmlns:a16="http://schemas.microsoft.com/office/drawing/2014/main" id="{E841B59D-7B16-1722-B0EF-8DE114FD3E2A}"/>
                  </a:ext>
                </a:extLst>
              </p:cNvPr>
              <p:cNvSpPr>
                <a:spLocks/>
              </p:cNvSpPr>
              <p:nvPr/>
            </p:nvSpPr>
            <p:spPr bwMode="auto">
              <a:xfrm>
                <a:off x="6236888" y="400835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31" name="Rectangle 29">
                <a:extLst>
                  <a:ext uri="{FF2B5EF4-FFF2-40B4-BE49-F238E27FC236}">
                    <a16:creationId xmlns:a16="http://schemas.microsoft.com/office/drawing/2014/main" id="{B13C0EF2-F163-19E8-3D34-4E17D5F4F1B6}"/>
                  </a:ext>
                </a:extLst>
              </p:cNvPr>
              <p:cNvSpPr>
                <a:spLocks/>
              </p:cNvSpPr>
              <p:nvPr/>
            </p:nvSpPr>
            <p:spPr bwMode="auto">
              <a:xfrm>
                <a:off x="6831044" y="401684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32" name="Rectangle 30">
                <a:extLst>
                  <a:ext uri="{FF2B5EF4-FFF2-40B4-BE49-F238E27FC236}">
                    <a16:creationId xmlns:a16="http://schemas.microsoft.com/office/drawing/2014/main" id="{C6E3972A-D41B-618C-77B4-C5C6E52FDB75}"/>
                  </a:ext>
                </a:extLst>
              </p:cNvPr>
              <p:cNvSpPr>
                <a:spLocks/>
              </p:cNvSpPr>
              <p:nvPr/>
            </p:nvSpPr>
            <p:spPr bwMode="auto">
              <a:xfrm>
                <a:off x="7452263" y="400835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33" name="Rectangle 31">
                <a:extLst>
                  <a:ext uri="{FF2B5EF4-FFF2-40B4-BE49-F238E27FC236}">
                    <a16:creationId xmlns:a16="http://schemas.microsoft.com/office/drawing/2014/main" id="{EBBA4957-3449-5F95-63BF-A120F42D587E}"/>
                  </a:ext>
                </a:extLst>
              </p:cNvPr>
              <p:cNvSpPr>
                <a:spLocks/>
              </p:cNvSpPr>
              <p:nvPr/>
            </p:nvSpPr>
            <p:spPr bwMode="auto">
              <a:xfrm>
                <a:off x="7955524" y="400835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34" name="Rectangle 33">
                <a:extLst>
                  <a:ext uri="{FF2B5EF4-FFF2-40B4-BE49-F238E27FC236}">
                    <a16:creationId xmlns:a16="http://schemas.microsoft.com/office/drawing/2014/main" id="{18A4DC6D-FD99-C382-0DE3-F7F4F50E40BA}"/>
                  </a:ext>
                </a:extLst>
              </p:cNvPr>
              <p:cNvSpPr>
                <a:spLocks/>
              </p:cNvSpPr>
              <p:nvPr/>
            </p:nvSpPr>
            <p:spPr bwMode="auto">
              <a:xfrm>
                <a:off x="8501109" y="401666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35" name="Straight Arrow Connector 34">
                <a:extLst>
                  <a:ext uri="{FF2B5EF4-FFF2-40B4-BE49-F238E27FC236}">
                    <a16:creationId xmlns:a16="http://schemas.microsoft.com/office/drawing/2014/main" id="{2086089E-D670-DBCC-3A6C-5067B866BAF0}"/>
                  </a:ext>
                </a:extLst>
              </p:cNvPr>
              <p:cNvCxnSpPr/>
              <p:nvPr/>
            </p:nvCxnSpPr>
            <p:spPr>
              <a:xfrm>
                <a:off x="2391269" y="4377252"/>
                <a:ext cx="0" cy="620901"/>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89A5ECDD-6D62-7EAC-28DF-19F5C0994906}"/>
                  </a:ext>
                </a:extLst>
              </p:cNvPr>
              <p:cNvCxnSpPr/>
              <p:nvPr/>
            </p:nvCxnSpPr>
            <p:spPr>
              <a:xfrm>
                <a:off x="4725373" y="4394892"/>
                <a:ext cx="0" cy="620901"/>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47386EEF-26D9-8C23-9212-F636F74DDD70}"/>
                  </a:ext>
                </a:extLst>
              </p:cNvPr>
              <p:cNvCxnSpPr>
                <a:cxnSpLocks/>
              </p:cNvCxnSpPr>
              <p:nvPr/>
            </p:nvCxnSpPr>
            <p:spPr>
              <a:xfrm>
                <a:off x="2391269" y="5015793"/>
                <a:ext cx="2334104" cy="17542"/>
              </a:xfrm>
              <a:prstGeom prst="straightConnector1">
                <a:avLst/>
              </a:prstGeom>
              <a:ln>
                <a:solidFill>
                  <a:srgbClr val="FF0000"/>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9CCEE749-4AAF-6B15-8458-C32DF02A4C50}"/>
                  </a:ext>
                </a:extLst>
              </p:cNvPr>
              <p:cNvSpPr>
                <a:spLocks/>
              </p:cNvSpPr>
              <p:nvPr/>
            </p:nvSpPr>
            <p:spPr bwMode="auto">
              <a:xfrm>
                <a:off x="6613943" y="457014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 = 520.000</a:t>
                </a:r>
              </a:p>
            </p:txBody>
          </p:sp>
          <p:cxnSp>
            <p:nvCxnSpPr>
              <p:cNvPr id="40" name="Straight Arrow Connector 35">
                <a:extLst>
                  <a:ext uri="{FF2B5EF4-FFF2-40B4-BE49-F238E27FC236}">
                    <a16:creationId xmlns:a16="http://schemas.microsoft.com/office/drawing/2014/main" id="{AE4492EA-6847-8999-F40D-490AD91EA480}"/>
                  </a:ext>
                </a:extLst>
              </p:cNvPr>
              <p:cNvCxnSpPr>
                <a:cxnSpLocks/>
              </p:cNvCxnSpPr>
              <p:nvPr/>
            </p:nvCxnSpPr>
            <p:spPr>
              <a:xfrm>
                <a:off x="4725373" y="5079583"/>
                <a:ext cx="0" cy="66790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41" name="Rectangle 27">
                <a:extLst>
                  <a:ext uri="{FF2B5EF4-FFF2-40B4-BE49-F238E27FC236}">
                    <a16:creationId xmlns:a16="http://schemas.microsoft.com/office/drawing/2014/main" id="{60DEB4AF-8132-891E-73E3-CEEA8B355328}"/>
                  </a:ext>
                </a:extLst>
              </p:cNvPr>
              <p:cNvSpPr>
                <a:spLocks/>
              </p:cNvSpPr>
              <p:nvPr/>
            </p:nvSpPr>
            <p:spPr bwMode="auto">
              <a:xfrm>
                <a:off x="3841245" y="574748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1.200.000</a:t>
                </a:r>
              </a:p>
            </p:txBody>
          </p:sp>
          <p:cxnSp>
            <p:nvCxnSpPr>
              <p:cNvPr id="42" name="Straight Arrow Connector 35">
                <a:extLst>
                  <a:ext uri="{FF2B5EF4-FFF2-40B4-BE49-F238E27FC236}">
                    <a16:creationId xmlns:a16="http://schemas.microsoft.com/office/drawing/2014/main" id="{7EFEC58A-0DFC-63AE-2A8B-788A58BE0344}"/>
                  </a:ext>
                </a:extLst>
              </p:cNvPr>
              <p:cNvCxnSpPr>
                <a:cxnSpLocks/>
              </p:cNvCxnSpPr>
              <p:nvPr/>
            </p:nvCxnSpPr>
            <p:spPr>
              <a:xfrm flipV="1">
                <a:off x="10259568" y="2871216"/>
                <a:ext cx="0" cy="1523676"/>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47" name="Rectangle 30">
                <a:extLst>
                  <a:ext uri="{FF2B5EF4-FFF2-40B4-BE49-F238E27FC236}">
                    <a16:creationId xmlns:a16="http://schemas.microsoft.com/office/drawing/2014/main" id="{7D9B7611-CD2E-3F29-6E87-B5B544B4E273}"/>
                  </a:ext>
                </a:extLst>
              </p:cNvPr>
              <p:cNvSpPr>
                <a:spLocks/>
              </p:cNvSpPr>
              <p:nvPr/>
            </p:nvSpPr>
            <p:spPr bwMode="auto">
              <a:xfrm>
                <a:off x="9004370" y="401689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13</a:t>
                </a:r>
              </a:p>
            </p:txBody>
          </p:sp>
          <p:sp>
            <p:nvSpPr>
              <p:cNvPr id="49" name="Rectangle 31">
                <a:extLst>
                  <a:ext uri="{FF2B5EF4-FFF2-40B4-BE49-F238E27FC236}">
                    <a16:creationId xmlns:a16="http://schemas.microsoft.com/office/drawing/2014/main" id="{2E3F6223-9359-9D7B-FD2A-DAFEC4AF4C48}"/>
                  </a:ext>
                </a:extLst>
              </p:cNvPr>
              <p:cNvSpPr>
                <a:spLocks/>
              </p:cNvSpPr>
              <p:nvPr/>
            </p:nvSpPr>
            <p:spPr bwMode="auto">
              <a:xfrm>
                <a:off x="9507631" y="401689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14</a:t>
                </a:r>
              </a:p>
            </p:txBody>
          </p:sp>
          <p:sp>
            <p:nvSpPr>
              <p:cNvPr id="51" name="Rectangle 33">
                <a:extLst>
                  <a:ext uri="{FF2B5EF4-FFF2-40B4-BE49-F238E27FC236}">
                    <a16:creationId xmlns:a16="http://schemas.microsoft.com/office/drawing/2014/main" id="{72E82990-EB64-B7DD-2A66-B633F689939F}"/>
                  </a:ext>
                </a:extLst>
              </p:cNvPr>
              <p:cNvSpPr>
                <a:spLocks/>
              </p:cNvSpPr>
              <p:nvPr/>
            </p:nvSpPr>
            <p:spPr bwMode="auto">
              <a:xfrm>
                <a:off x="10053216" y="402519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a:t>
                </a:r>
              </a:p>
            </p:txBody>
          </p:sp>
          <p:cxnSp>
            <p:nvCxnSpPr>
              <p:cNvPr id="56" name="Straight Arrow Connector 35">
                <a:extLst>
                  <a:ext uri="{FF2B5EF4-FFF2-40B4-BE49-F238E27FC236}">
                    <a16:creationId xmlns:a16="http://schemas.microsoft.com/office/drawing/2014/main" id="{BCF715F3-70A4-7EF5-632D-587CBF0370E3}"/>
                  </a:ext>
                </a:extLst>
              </p:cNvPr>
              <p:cNvCxnSpPr/>
              <p:nvPr/>
            </p:nvCxnSpPr>
            <p:spPr>
              <a:xfrm>
                <a:off x="5244222" y="4412434"/>
                <a:ext cx="0" cy="620901"/>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35">
                <a:extLst>
                  <a:ext uri="{FF2B5EF4-FFF2-40B4-BE49-F238E27FC236}">
                    <a16:creationId xmlns:a16="http://schemas.microsoft.com/office/drawing/2014/main" id="{32722AF3-A495-959F-1487-A04AA795CDB1}"/>
                  </a:ext>
                </a:extLst>
              </p:cNvPr>
              <p:cNvCxnSpPr/>
              <p:nvPr/>
            </p:nvCxnSpPr>
            <p:spPr>
              <a:xfrm>
                <a:off x="10259568" y="4452682"/>
                <a:ext cx="0" cy="620901"/>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36">
                <a:extLst>
                  <a:ext uri="{FF2B5EF4-FFF2-40B4-BE49-F238E27FC236}">
                    <a16:creationId xmlns:a16="http://schemas.microsoft.com/office/drawing/2014/main" id="{3BF5FF3C-F558-C72F-5346-52096695584C}"/>
                  </a:ext>
                </a:extLst>
              </p:cNvPr>
              <p:cNvCxnSpPr>
                <a:cxnSpLocks/>
              </p:cNvCxnSpPr>
              <p:nvPr/>
            </p:nvCxnSpPr>
            <p:spPr>
              <a:xfrm>
                <a:off x="5244222" y="4998153"/>
                <a:ext cx="4977524" cy="32128"/>
              </a:xfrm>
              <a:prstGeom prst="straightConnector1">
                <a:avLst/>
              </a:prstGeom>
              <a:ln>
                <a:solidFill>
                  <a:srgbClr val="FF0000"/>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62" name="Rectangle 37">
                <a:extLst>
                  <a:ext uri="{FF2B5EF4-FFF2-40B4-BE49-F238E27FC236}">
                    <a16:creationId xmlns:a16="http://schemas.microsoft.com/office/drawing/2014/main" id="{16E2D4B8-7D9D-E8A2-A0AA-69127CE4EDBB}"/>
                  </a:ext>
                </a:extLst>
              </p:cNvPr>
              <p:cNvSpPr>
                <a:spLocks/>
              </p:cNvSpPr>
              <p:nvPr/>
            </p:nvSpPr>
            <p:spPr bwMode="auto">
              <a:xfrm>
                <a:off x="2535118" y="455145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 = 450.000</a:t>
                </a:r>
              </a:p>
            </p:txBody>
          </p:sp>
          <p:sp>
            <p:nvSpPr>
              <p:cNvPr id="64" name="Abrir llave 63">
                <a:extLst>
                  <a:ext uri="{FF2B5EF4-FFF2-40B4-BE49-F238E27FC236}">
                    <a16:creationId xmlns:a16="http://schemas.microsoft.com/office/drawing/2014/main" id="{24D74B77-2DD0-4826-653B-703BF6BCE9E8}"/>
                  </a:ext>
                </a:extLst>
              </p:cNvPr>
              <p:cNvSpPr/>
              <p:nvPr/>
            </p:nvSpPr>
            <p:spPr>
              <a:xfrm rot="5400000">
                <a:off x="3136794" y="2211469"/>
                <a:ext cx="288632" cy="292587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p>
            </p:txBody>
          </p:sp>
          <p:sp>
            <p:nvSpPr>
              <p:cNvPr id="66" name="Abrir llave 65">
                <a:extLst>
                  <a:ext uri="{FF2B5EF4-FFF2-40B4-BE49-F238E27FC236}">
                    <a16:creationId xmlns:a16="http://schemas.microsoft.com/office/drawing/2014/main" id="{E81C3203-25D8-0725-8760-28B59B6E727C}"/>
                  </a:ext>
                </a:extLst>
              </p:cNvPr>
              <p:cNvSpPr/>
              <p:nvPr/>
            </p:nvSpPr>
            <p:spPr>
              <a:xfrm rot="5400000">
                <a:off x="7588135" y="1147290"/>
                <a:ext cx="302989" cy="503987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p>
            </p:txBody>
          </p:sp>
          <p:sp>
            <p:nvSpPr>
              <p:cNvPr id="70" name="Content Placeholder 2">
                <a:extLst>
                  <a:ext uri="{FF2B5EF4-FFF2-40B4-BE49-F238E27FC236}">
                    <a16:creationId xmlns:a16="http://schemas.microsoft.com/office/drawing/2014/main" id="{7C33695C-ECD4-FE77-DD56-459EDCF85487}"/>
                  </a:ext>
                </a:extLst>
              </p:cNvPr>
              <p:cNvSpPr txBox="1">
                <a:spLocks/>
              </p:cNvSpPr>
              <p:nvPr/>
            </p:nvSpPr>
            <p:spPr>
              <a:xfrm>
                <a:off x="2439317" y="3135528"/>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a:t>CO= 0,65% EM</a:t>
                </a:r>
              </a:p>
            </p:txBody>
          </p:sp>
          <p:sp>
            <p:nvSpPr>
              <p:cNvPr id="72" name="Content Placeholder 2">
                <a:extLst>
                  <a:ext uri="{FF2B5EF4-FFF2-40B4-BE49-F238E27FC236}">
                    <a16:creationId xmlns:a16="http://schemas.microsoft.com/office/drawing/2014/main" id="{170E9920-8C3C-7101-6894-4151584CD291}"/>
                  </a:ext>
                </a:extLst>
              </p:cNvPr>
              <p:cNvSpPr txBox="1">
                <a:spLocks/>
              </p:cNvSpPr>
              <p:nvPr/>
            </p:nvSpPr>
            <p:spPr>
              <a:xfrm>
                <a:off x="6876088" y="3148923"/>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a:t>CO= 1,10% EM</a:t>
                </a:r>
              </a:p>
            </p:txBody>
          </p:sp>
        </p:grpSp>
      </p:grpSp>
      <p:sp>
        <p:nvSpPr>
          <p:cNvPr id="74" name="Marcador de número de diapositiva 3">
            <a:extLst>
              <a:ext uri="{FF2B5EF4-FFF2-40B4-BE49-F238E27FC236}">
                <a16:creationId xmlns:a16="http://schemas.microsoft.com/office/drawing/2014/main" id="{78384D40-3384-F0EE-4753-6373ADB5F35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mj-lt"/>
              </a:rPr>
              <a:pPr/>
              <a:t>32</a:t>
            </a:fld>
            <a:endParaRPr lang="en-US" sz="2000" b="1">
              <a:latin typeface="+mj-lt"/>
            </a:endParaRPr>
          </a:p>
        </p:txBody>
      </p:sp>
    </p:spTree>
    <p:extLst>
      <p:ext uri="{BB962C8B-B14F-4D97-AF65-F5344CB8AC3E}">
        <p14:creationId xmlns:p14="http://schemas.microsoft.com/office/powerpoint/2010/main" val="19137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416D6-0455-6EE8-6D2D-CE6FC7C0D97F}"/>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DDDC22DE-F97B-B423-84A9-796CEE994F8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FA66B902-0FE5-260B-BFD4-F8DB228174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E79830D0-77E0-4DE2-809A-400B74978B1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5CBEB091-0FFE-D099-8E7D-BEE2094CBD96}"/>
              </a:ext>
            </a:extLst>
          </p:cNvPr>
          <p:cNvSpPr>
            <a:spLocks noGrp="1"/>
          </p:cNvSpPr>
          <p:nvPr>
            <p:ph type="title"/>
          </p:nvPr>
        </p:nvSpPr>
        <p:spPr>
          <a:xfrm>
            <a:off x="581192" y="702156"/>
            <a:ext cx="11029616" cy="1013800"/>
          </a:xfrm>
        </p:spPr>
        <p:txBody>
          <a:bodyPr>
            <a:noAutofit/>
          </a:bodyPr>
          <a:lstStyle/>
          <a:p>
            <a:r>
              <a:rPr lang="es-ES" sz="3200" dirty="0">
                <a:latin typeface="Gill Sans MT (Títulos)"/>
              </a:rPr>
              <a:t>Series Uniformes o Anualidades con varios costos de oportunidad.</a:t>
            </a:r>
          </a:p>
        </p:txBody>
      </p:sp>
      <p:sp>
        <p:nvSpPr>
          <p:cNvPr id="2" name="Marcador de número de diapositiva 3">
            <a:extLst>
              <a:ext uri="{FF2B5EF4-FFF2-40B4-BE49-F238E27FC236}">
                <a16:creationId xmlns:a16="http://schemas.microsoft.com/office/drawing/2014/main" id="{036AAA50-7891-A47F-9AFD-1F47C954E4D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mj-lt"/>
              </a:rPr>
              <a:pPr/>
              <a:t>33</a:t>
            </a:fld>
            <a:endParaRPr lang="en-US" sz="2000" b="1" dirty="0">
              <a:latin typeface="+mj-lt"/>
            </a:endParaRPr>
          </a:p>
        </p:txBody>
      </p:sp>
      <mc:AlternateContent xmlns:mc="http://schemas.openxmlformats.org/markup-compatibility/2006" xmlns:a14="http://schemas.microsoft.com/office/drawing/2010/main">
        <mc:Choice Requires="a14">
          <p:sp>
            <p:nvSpPr>
              <p:cNvPr id="10" name="Rectángulo 9">
                <a:extLst>
                  <a:ext uri="{FF2B5EF4-FFF2-40B4-BE49-F238E27FC236}">
                    <a16:creationId xmlns:a16="http://schemas.microsoft.com/office/drawing/2014/main" id="{163B2895-B3D8-6B8C-2486-4FAA8BB64DDA}"/>
                  </a:ext>
                </a:extLst>
              </p:cNvPr>
              <p:cNvSpPr/>
              <p:nvPr/>
            </p:nvSpPr>
            <p:spPr>
              <a:xfrm>
                <a:off x="581192" y="2208896"/>
                <a:ext cx="11029615" cy="860620"/>
              </a:xfrm>
              <a:prstGeom prst="rect">
                <a:avLst/>
              </a:prstGeom>
            </p:spPr>
            <p:txBody>
              <a:bodyPr wrap="square">
                <a:spAutoFit/>
              </a:bodyPr>
              <a:lstStyle/>
              <a:p>
                <a:pPr algn="just"/>
                <a:r>
                  <a:rPr lang="es-ES_tradnl" sz="2400" b="1" dirty="0">
                    <a:solidFill>
                      <a:srgbClr val="D7A700"/>
                    </a:solidFill>
                    <a:latin typeface="Gill Sans MT (Cuerpo)"/>
                    <a:ea typeface="MS Mincho" panose="02020609040205080304" pitchFamily="49" charset="-128"/>
                    <a:cs typeface="Times New Roman" panose="02020603050405020304" pitchFamily="18" charset="0"/>
                  </a:rPr>
                  <a:t>Ejercicio 1: </a:t>
                </a:r>
                <a:r>
                  <a:rPr lang="es-CO" sz="2400" dirty="0"/>
                  <a:t>¿Cuál será el valor futuro (</a:t>
                </a:r>
                <a14:m>
                  <m:oMath xmlns:m="http://schemas.openxmlformats.org/officeDocument/2006/math">
                    <m:sSub>
                      <m:sSubPr>
                        <m:ctrlPr>
                          <a:rPr lang="es-MX" sz="2400" i="1">
                            <a:latin typeface="Cambria Math" panose="02040503050406030204" pitchFamily="18" charset="0"/>
                          </a:rPr>
                        </m:ctrlPr>
                      </m:sSubPr>
                      <m:e>
                        <m:r>
                          <a:rPr lang="es-MX" sz="2400" i="1">
                            <a:latin typeface="Cambria Math" panose="02040503050406030204" pitchFamily="18" charset="0"/>
                          </a:rPr>
                          <m:t>𝑉</m:t>
                        </m:r>
                      </m:e>
                      <m:sub>
                        <m:r>
                          <a:rPr lang="es-MX" sz="2400" i="1">
                            <a:latin typeface="Cambria Math" panose="02040503050406030204" pitchFamily="18" charset="0"/>
                          </a:rPr>
                          <m:t>𝑓</m:t>
                        </m:r>
                      </m:sub>
                    </m:sSub>
                  </m:oMath>
                </a14:m>
                <a:r>
                  <a:rPr lang="es-CO" sz="2400" dirty="0"/>
                  <a:t>) de los ahorros al finalizar el mes 15?</a:t>
                </a:r>
              </a:p>
              <a:p>
                <a:pPr algn="just"/>
                <a:endParaRPr lang="es-CO" sz="2400" dirty="0">
                  <a:latin typeface="Gill Sans MT (Cuerpo)"/>
                  <a:ea typeface="MS Mincho" panose="02020609040205080304" pitchFamily="49" charset="-128"/>
                  <a:cs typeface="Times New Roman" panose="02020603050405020304" pitchFamily="18" charset="0"/>
                </a:endParaRPr>
              </a:p>
            </p:txBody>
          </p:sp>
        </mc:Choice>
        <mc:Fallback xmlns="">
          <p:sp>
            <p:nvSpPr>
              <p:cNvPr id="10" name="Rectángulo 9">
                <a:extLst>
                  <a:ext uri="{FF2B5EF4-FFF2-40B4-BE49-F238E27FC236}">
                    <a16:creationId xmlns:a16="http://schemas.microsoft.com/office/drawing/2014/main" id="{163B2895-B3D8-6B8C-2486-4FAA8BB64DDA}"/>
                  </a:ext>
                </a:extLst>
              </p:cNvPr>
              <p:cNvSpPr>
                <a:spLocks noRot="1" noChangeAspect="1" noMove="1" noResize="1" noEditPoints="1" noAdjustHandles="1" noChangeArrowheads="1" noChangeShapeType="1" noTextEdit="1"/>
              </p:cNvSpPr>
              <p:nvPr/>
            </p:nvSpPr>
            <p:spPr>
              <a:xfrm>
                <a:off x="581192" y="2208896"/>
                <a:ext cx="11029615" cy="860620"/>
              </a:xfrm>
              <a:prstGeom prst="rect">
                <a:avLst/>
              </a:prstGeom>
              <a:blipFill>
                <a:blip r:embed="rId4"/>
                <a:stretch>
                  <a:fillRect l="-829" t="-49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2742DC31-A387-32DD-37AC-723238639030}"/>
                  </a:ext>
                </a:extLst>
              </p:cNvPr>
              <p:cNvSpPr txBox="1"/>
              <p:nvPr/>
            </p:nvSpPr>
            <p:spPr>
              <a:xfrm>
                <a:off x="1261217" y="3069516"/>
                <a:ext cx="10022424" cy="788357"/>
              </a:xfrm>
              <a:prstGeom prst="rect">
                <a:avLst/>
              </a:prstGeom>
              <a:noFill/>
            </p:spPr>
            <p:txBody>
              <a:bodyPr wrap="none" lIns="0" tIns="0" rIns="0" bIns="0" rtlCol="0">
                <a:spAutoFit/>
              </a:bodyPr>
              <a:lstStyle/>
              <a:p>
                <a14:m>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𝑉</m:t>
                        </m:r>
                      </m:e>
                      <m:sub>
                        <m:r>
                          <a:rPr lang="es-MX" b="0" i="1" smtClean="0">
                            <a:latin typeface="Cambria Math" panose="02040503050406030204" pitchFamily="18" charset="0"/>
                          </a:rPr>
                          <m:t>𝑓</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𝑉</m:t>
                        </m:r>
                      </m:e>
                      <m:sub>
                        <m:r>
                          <a:rPr lang="es-MX" b="0" i="1" smtClean="0">
                            <a:latin typeface="Cambria Math" panose="02040503050406030204" pitchFamily="18" charset="0"/>
                          </a:rPr>
                          <m:t>𝑝</m:t>
                        </m:r>
                      </m:sub>
                    </m:sSub>
                    <m:sSup>
                      <m:sSupPr>
                        <m:ctrlPr>
                          <a:rPr lang="es-MX" i="1">
                            <a:latin typeface="Cambria Math" panose="02040503050406030204" pitchFamily="18" charset="0"/>
                          </a:rPr>
                        </m:ctrlPr>
                      </m:sSupPr>
                      <m:e>
                        <m:r>
                          <a:rPr lang="es-MX" i="1">
                            <a:latin typeface="Cambria Math" panose="02040503050406030204" pitchFamily="18" charset="0"/>
                          </a:rPr>
                          <m:t>(1+</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𝑖</m:t>
                            </m:r>
                          </m:e>
                          <m:sub>
                            <m:r>
                              <a:rPr lang="es-MX" b="0" i="1" smtClean="0">
                                <a:latin typeface="Cambria Math" panose="02040503050406030204" pitchFamily="18" charset="0"/>
                              </a:rPr>
                              <m:t>(1−5)</m:t>
                            </m:r>
                          </m:sub>
                        </m:sSub>
                        <m:r>
                          <a:rPr lang="es-MX" i="1">
                            <a:latin typeface="Cambria Math" panose="02040503050406030204" pitchFamily="18" charset="0"/>
                          </a:rPr>
                          <m:t>)</m:t>
                        </m:r>
                      </m:e>
                      <m:sup>
                        <m:r>
                          <a:rPr lang="es-MX" b="0" i="1" smtClean="0">
                            <a:latin typeface="Cambria Math" panose="02040503050406030204" pitchFamily="18" charset="0"/>
                          </a:rPr>
                          <m:t>𝑛</m:t>
                        </m:r>
                      </m:sup>
                    </m:sSup>
                    <m:sSup>
                      <m:sSupPr>
                        <m:ctrlPr>
                          <a:rPr lang="es-MX" i="1">
                            <a:latin typeface="Cambria Math" panose="02040503050406030204" pitchFamily="18" charset="0"/>
                          </a:rPr>
                        </m:ctrlPr>
                      </m:sSupPr>
                      <m:e>
                        <m:r>
                          <a:rPr lang="es-MX" i="1">
                            <a:latin typeface="Cambria Math" panose="02040503050406030204" pitchFamily="18" charset="0"/>
                          </a:rPr>
                          <m:t>(1+</m:t>
                        </m:r>
                        <m:sSub>
                          <m:sSubPr>
                            <m:ctrlPr>
                              <a:rPr lang="es-MX" i="1">
                                <a:latin typeface="Cambria Math" panose="02040503050406030204" pitchFamily="18" charset="0"/>
                              </a:rPr>
                            </m:ctrlPr>
                          </m:sSubPr>
                          <m:e>
                            <m:r>
                              <a:rPr lang="es-MX" i="1">
                                <a:latin typeface="Cambria Math" panose="02040503050406030204" pitchFamily="18" charset="0"/>
                              </a:rPr>
                              <m:t>𝑖</m:t>
                            </m:r>
                          </m:e>
                          <m:sub>
                            <m:r>
                              <a:rPr lang="es-MX" b="0" i="1" smtClean="0">
                                <a:latin typeface="Cambria Math" panose="02040503050406030204" pitchFamily="18" charset="0"/>
                              </a:rPr>
                              <m:t>(6</m:t>
                            </m:r>
                            <m:r>
                              <a:rPr lang="es-MX" i="1">
                                <a:latin typeface="Cambria Math" panose="02040503050406030204" pitchFamily="18" charset="0"/>
                              </a:rPr>
                              <m:t>−</m:t>
                            </m:r>
                            <m:r>
                              <a:rPr lang="es-MX" b="0" i="1" smtClean="0">
                                <a:latin typeface="Cambria Math" panose="02040503050406030204" pitchFamily="18" charset="0"/>
                              </a:rPr>
                              <m:t>1</m:t>
                            </m:r>
                            <m:r>
                              <a:rPr lang="es-MX" i="1">
                                <a:latin typeface="Cambria Math" panose="02040503050406030204" pitchFamily="18" charset="0"/>
                              </a:rPr>
                              <m:t>5</m:t>
                            </m:r>
                            <m:r>
                              <a:rPr lang="es-MX" b="0" i="1" smtClean="0">
                                <a:latin typeface="Cambria Math" panose="02040503050406030204" pitchFamily="18" charset="0"/>
                              </a:rPr>
                              <m:t>)</m:t>
                            </m:r>
                          </m:sub>
                        </m:sSub>
                        <m:r>
                          <a:rPr lang="es-MX" i="1">
                            <a:latin typeface="Cambria Math" panose="02040503050406030204" pitchFamily="18" charset="0"/>
                          </a:rPr>
                          <m:t>)</m:t>
                        </m:r>
                      </m:e>
                      <m:sup>
                        <m:r>
                          <a:rPr lang="es-MX" i="1">
                            <a:latin typeface="Cambria Math" panose="02040503050406030204" pitchFamily="18" charset="0"/>
                          </a:rPr>
                          <m:t>𝑛</m:t>
                        </m:r>
                      </m:sup>
                    </m:sSup>
                    <m:r>
                      <a:rPr lang="es-MX" b="0" i="1" smtClean="0">
                        <a:latin typeface="Cambria Math" panose="02040503050406030204" pitchFamily="18" charset="0"/>
                      </a:rPr>
                      <m:t>+</m:t>
                    </m:r>
                    <m:r>
                      <a:rPr lang="es-MX" b="0" i="1" smtClean="0">
                        <a:latin typeface="Cambria Math" panose="02040503050406030204" pitchFamily="18" charset="0"/>
                      </a:rPr>
                      <m:t>𝐴</m:t>
                    </m:r>
                    <m:d>
                      <m:dPr>
                        <m:begChr m:val="["/>
                        <m:endChr m:val="]"/>
                        <m:ctrlPr>
                          <a:rPr lang="es-MX" b="0" i="1" smtClean="0">
                            <a:latin typeface="Cambria Math" panose="02040503050406030204" pitchFamily="18" charset="0"/>
                          </a:rPr>
                        </m:ctrlPr>
                      </m:dPr>
                      <m:e>
                        <m:f>
                          <m:fPr>
                            <m:ctrlPr>
                              <a:rPr lang="es-MX" b="0" i="1" smtClean="0">
                                <a:latin typeface="Cambria Math" panose="02040503050406030204" pitchFamily="18" charset="0"/>
                              </a:rPr>
                            </m:ctrlPr>
                          </m:fPr>
                          <m:num>
                            <m:sSup>
                              <m:sSupPr>
                                <m:ctrlPr>
                                  <a:rPr lang="es-MX" b="0" i="1" smtClean="0">
                                    <a:latin typeface="Cambria Math" panose="02040503050406030204" pitchFamily="18" charset="0"/>
                                  </a:rPr>
                                </m:ctrlPr>
                              </m:sSupPr>
                              <m:e>
                                <m:r>
                                  <a:rPr lang="es-MX" b="0" i="1" smtClean="0">
                                    <a:latin typeface="Cambria Math" panose="02040503050406030204" pitchFamily="18" charset="0"/>
                                  </a:rPr>
                                  <m:t>(1+</m:t>
                                </m:r>
                                <m:sSub>
                                  <m:sSubPr>
                                    <m:ctrlPr>
                                      <a:rPr lang="es-MX" i="1">
                                        <a:latin typeface="Cambria Math" panose="02040503050406030204" pitchFamily="18" charset="0"/>
                                      </a:rPr>
                                    </m:ctrlPr>
                                  </m:sSubPr>
                                  <m:e>
                                    <m:r>
                                      <a:rPr lang="es-MX" i="1">
                                        <a:latin typeface="Cambria Math" panose="02040503050406030204" pitchFamily="18" charset="0"/>
                                      </a:rPr>
                                      <m:t>𝑖</m:t>
                                    </m:r>
                                  </m:e>
                                  <m:sub>
                                    <m:r>
                                      <a:rPr lang="es-MX" i="1">
                                        <a:latin typeface="Cambria Math" panose="02040503050406030204" pitchFamily="18" charset="0"/>
                                      </a:rPr>
                                      <m:t>(1−5)</m:t>
                                    </m:r>
                                  </m:sub>
                                </m:sSub>
                                <m:r>
                                  <a:rPr lang="es-MX" b="0" i="1" smtClean="0">
                                    <a:latin typeface="Cambria Math" panose="02040503050406030204" pitchFamily="18" charset="0"/>
                                  </a:rPr>
                                  <m:t>)</m:t>
                                </m:r>
                              </m:e>
                              <m:sup>
                                <m:r>
                                  <a:rPr lang="es-MX" b="0" i="1" smtClean="0">
                                    <a:latin typeface="Cambria Math" panose="02040503050406030204" pitchFamily="18" charset="0"/>
                                  </a:rPr>
                                  <m:t>𝑛</m:t>
                                </m:r>
                              </m:sup>
                            </m:sSup>
                            <m:r>
                              <a:rPr lang="es-MX" b="0" i="1" smtClean="0">
                                <a:latin typeface="Cambria Math" panose="02040503050406030204" pitchFamily="18" charset="0"/>
                              </a:rPr>
                              <m:t>−1</m:t>
                            </m:r>
                          </m:num>
                          <m:den>
                            <m:sSub>
                              <m:sSubPr>
                                <m:ctrlPr>
                                  <a:rPr lang="es-MX" i="1">
                                    <a:latin typeface="Cambria Math" panose="02040503050406030204" pitchFamily="18" charset="0"/>
                                  </a:rPr>
                                </m:ctrlPr>
                              </m:sSubPr>
                              <m:e>
                                <m:r>
                                  <a:rPr lang="es-MX" i="1">
                                    <a:latin typeface="Cambria Math" panose="02040503050406030204" pitchFamily="18" charset="0"/>
                                  </a:rPr>
                                  <m:t>𝑖</m:t>
                                </m:r>
                              </m:e>
                              <m:sub>
                                <m:r>
                                  <a:rPr lang="es-MX" i="1">
                                    <a:latin typeface="Cambria Math" panose="02040503050406030204" pitchFamily="18" charset="0"/>
                                  </a:rPr>
                                  <m:t>(1−5)</m:t>
                                </m:r>
                              </m:sub>
                            </m:sSub>
                          </m:den>
                        </m:f>
                      </m:e>
                    </m:d>
                  </m:oMath>
                </a14:m>
                <a:r>
                  <a:rPr lang="es-MX" dirty="0"/>
                  <a:t> </a:t>
                </a:r>
                <a14:m>
                  <m:oMath xmlns:m="http://schemas.openxmlformats.org/officeDocument/2006/math">
                    <m:sSup>
                      <m:sSupPr>
                        <m:ctrlPr>
                          <a:rPr lang="es-MX" i="1">
                            <a:latin typeface="Cambria Math" panose="02040503050406030204" pitchFamily="18" charset="0"/>
                          </a:rPr>
                        </m:ctrlPr>
                      </m:sSupPr>
                      <m:e>
                        <m:r>
                          <a:rPr lang="es-MX" i="1">
                            <a:latin typeface="Cambria Math" panose="02040503050406030204" pitchFamily="18" charset="0"/>
                          </a:rPr>
                          <m:t>(1+</m:t>
                        </m:r>
                        <m:sSub>
                          <m:sSubPr>
                            <m:ctrlPr>
                              <a:rPr lang="es-MX" i="1">
                                <a:latin typeface="Cambria Math" panose="02040503050406030204" pitchFamily="18" charset="0"/>
                              </a:rPr>
                            </m:ctrlPr>
                          </m:sSubPr>
                          <m:e>
                            <m:r>
                              <a:rPr lang="es-MX" i="1">
                                <a:latin typeface="Cambria Math" panose="02040503050406030204" pitchFamily="18" charset="0"/>
                              </a:rPr>
                              <m:t>𝑖</m:t>
                            </m:r>
                          </m:e>
                          <m:sub>
                            <m:r>
                              <a:rPr lang="es-MX" i="1">
                                <a:latin typeface="Cambria Math" panose="02040503050406030204" pitchFamily="18" charset="0"/>
                              </a:rPr>
                              <m:t>(6−15)</m:t>
                            </m:r>
                          </m:sub>
                        </m:sSub>
                        <m:r>
                          <a:rPr lang="es-MX" i="1">
                            <a:latin typeface="Cambria Math" panose="02040503050406030204" pitchFamily="18" charset="0"/>
                          </a:rPr>
                          <m:t>)</m:t>
                        </m:r>
                      </m:e>
                      <m:sup>
                        <m:r>
                          <a:rPr lang="es-MX" i="1">
                            <a:latin typeface="Cambria Math" panose="02040503050406030204" pitchFamily="18" charset="0"/>
                          </a:rPr>
                          <m:t>𝑛</m:t>
                        </m:r>
                      </m:sup>
                    </m:sSup>
                    <m:r>
                      <a:rPr lang="es-MX" i="1">
                        <a:latin typeface="Cambria Math" panose="02040503050406030204" pitchFamily="18" charset="0"/>
                      </a:rPr>
                      <m:t> </m:t>
                    </m:r>
                  </m:oMath>
                </a14:m>
                <a:r>
                  <a:rPr lang="es-MX" b="0" dirty="0"/>
                  <a:t>+</a:t>
                </a:r>
                <a:r>
                  <a:rPr lang="es-MX" dirty="0"/>
                  <a:t> </a:t>
                </a:r>
                <a14:m>
                  <m:oMath xmlns:m="http://schemas.openxmlformats.org/officeDocument/2006/math">
                    <m:sSub>
                      <m:sSubPr>
                        <m:ctrlPr>
                          <a:rPr lang="es-MX" i="1">
                            <a:latin typeface="Cambria Math" panose="02040503050406030204" pitchFamily="18" charset="0"/>
                          </a:rPr>
                        </m:ctrlPr>
                      </m:sSubPr>
                      <m:e>
                        <m:r>
                          <a:rPr lang="es-MX" i="1">
                            <a:latin typeface="Cambria Math" panose="02040503050406030204" pitchFamily="18" charset="0"/>
                          </a:rPr>
                          <m:t>𝑉</m:t>
                        </m:r>
                      </m:e>
                      <m:sub>
                        <m:r>
                          <a:rPr lang="es-MX" i="1">
                            <a:latin typeface="Cambria Math" panose="02040503050406030204" pitchFamily="18" charset="0"/>
                          </a:rPr>
                          <m:t>𝑝</m:t>
                        </m:r>
                      </m:sub>
                    </m:sSub>
                    <m:sSup>
                      <m:sSupPr>
                        <m:ctrlPr>
                          <a:rPr lang="es-MX" i="1">
                            <a:latin typeface="Cambria Math" panose="02040503050406030204" pitchFamily="18" charset="0"/>
                          </a:rPr>
                        </m:ctrlPr>
                      </m:sSupPr>
                      <m:e>
                        <m:r>
                          <a:rPr lang="es-MX" i="1">
                            <a:latin typeface="Cambria Math" panose="02040503050406030204" pitchFamily="18" charset="0"/>
                          </a:rPr>
                          <m:t>(1+</m:t>
                        </m:r>
                        <m:sSub>
                          <m:sSubPr>
                            <m:ctrlPr>
                              <a:rPr lang="es-MX" i="1">
                                <a:latin typeface="Cambria Math" panose="02040503050406030204" pitchFamily="18" charset="0"/>
                              </a:rPr>
                            </m:ctrlPr>
                          </m:sSubPr>
                          <m:e>
                            <m:r>
                              <a:rPr lang="es-MX" i="1">
                                <a:latin typeface="Cambria Math" panose="02040503050406030204" pitchFamily="18" charset="0"/>
                              </a:rPr>
                              <m:t>𝑖</m:t>
                            </m:r>
                          </m:e>
                          <m:sub>
                            <m:r>
                              <a:rPr lang="es-MX" i="1">
                                <a:latin typeface="Cambria Math" panose="02040503050406030204" pitchFamily="18" charset="0"/>
                              </a:rPr>
                              <m:t>(6−15)</m:t>
                            </m:r>
                          </m:sub>
                        </m:sSub>
                        <m:r>
                          <a:rPr lang="es-MX" i="1">
                            <a:latin typeface="Cambria Math" panose="02040503050406030204" pitchFamily="18" charset="0"/>
                          </a:rPr>
                          <m:t>)</m:t>
                        </m:r>
                      </m:e>
                      <m:sup>
                        <m:r>
                          <a:rPr lang="es-MX" i="1">
                            <a:latin typeface="Cambria Math" panose="02040503050406030204" pitchFamily="18" charset="0"/>
                          </a:rPr>
                          <m:t>𝑛</m:t>
                        </m:r>
                      </m:sup>
                    </m:sSup>
                  </m:oMath>
                </a14:m>
                <a:r>
                  <a:rPr lang="es-MX" b="0" dirty="0"/>
                  <a:t>+</a:t>
                </a:r>
                <a:r>
                  <a:rPr lang="es-MX" dirty="0"/>
                  <a:t> </a:t>
                </a:r>
                <a14:m>
                  <m:oMath xmlns:m="http://schemas.openxmlformats.org/officeDocument/2006/math">
                    <m:r>
                      <a:rPr lang="es-MX" i="1">
                        <a:latin typeface="Cambria Math" panose="02040503050406030204" pitchFamily="18" charset="0"/>
                      </a:rPr>
                      <m:t>𝐴</m:t>
                    </m:r>
                    <m:d>
                      <m:dPr>
                        <m:begChr m:val="["/>
                        <m:endChr m:val="]"/>
                        <m:ctrlPr>
                          <a:rPr lang="es-MX" i="1">
                            <a:latin typeface="Cambria Math" panose="02040503050406030204" pitchFamily="18" charset="0"/>
                          </a:rPr>
                        </m:ctrlPr>
                      </m:dPr>
                      <m:e>
                        <m:f>
                          <m:fPr>
                            <m:ctrlPr>
                              <a:rPr lang="es-MX" i="1">
                                <a:latin typeface="Cambria Math" panose="02040503050406030204" pitchFamily="18" charset="0"/>
                              </a:rPr>
                            </m:ctrlPr>
                          </m:fPr>
                          <m:num>
                            <m:sSup>
                              <m:sSupPr>
                                <m:ctrlPr>
                                  <a:rPr lang="es-MX" i="1">
                                    <a:latin typeface="Cambria Math" panose="02040503050406030204" pitchFamily="18" charset="0"/>
                                  </a:rPr>
                                </m:ctrlPr>
                              </m:sSupPr>
                              <m:e>
                                <m:r>
                                  <a:rPr lang="es-MX" i="1">
                                    <a:latin typeface="Cambria Math" panose="02040503050406030204" pitchFamily="18" charset="0"/>
                                  </a:rPr>
                                  <m:t>(1+</m:t>
                                </m:r>
                                <m:sSub>
                                  <m:sSubPr>
                                    <m:ctrlPr>
                                      <a:rPr lang="es-MX" i="1">
                                        <a:latin typeface="Cambria Math" panose="02040503050406030204" pitchFamily="18" charset="0"/>
                                      </a:rPr>
                                    </m:ctrlPr>
                                  </m:sSubPr>
                                  <m:e>
                                    <m:r>
                                      <a:rPr lang="es-MX" i="1">
                                        <a:latin typeface="Cambria Math" panose="02040503050406030204" pitchFamily="18" charset="0"/>
                                      </a:rPr>
                                      <m:t>𝑖</m:t>
                                    </m:r>
                                  </m:e>
                                  <m:sub>
                                    <m:r>
                                      <a:rPr lang="es-MX" i="1">
                                        <a:latin typeface="Cambria Math" panose="02040503050406030204" pitchFamily="18" charset="0"/>
                                      </a:rPr>
                                      <m:t>(</m:t>
                                    </m:r>
                                    <m:r>
                                      <a:rPr lang="es-MX" b="0" i="1" smtClean="0">
                                        <a:latin typeface="Cambria Math" panose="02040503050406030204" pitchFamily="18" charset="0"/>
                                      </a:rPr>
                                      <m:t>6</m:t>
                                    </m:r>
                                    <m:r>
                                      <a:rPr lang="es-MX" i="1">
                                        <a:latin typeface="Cambria Math" panose="02040503050406030204" pitchFamily="18" charset="0"/>
                                      </a:rPr>
                                      <m:t>−</m:t>
                                    </m:r>
                                    <m:r>
                                      <a:rPr lang="es-MX" b="0" i="1" smtClean="0">
                                        <a:latin typeface="Cambria Math" panose="02040503050406030204" pitchFamily="18" charset="0"/>
                                      </a:rPr>
                                      <m:t>1</m:t>
                                    </m:r>
                                    <m:r>
                                      <a:rPr lang="es-MX" i="1">
                                        <a:latin typeface="Cambria Math" panose="02040503050406030204" pitchFamily="18" charset="0"/>
                                      </a:rPr>
                                      <m:t>5)</m:t>
                                    </m:r>
                                  </m:sub>
                                </m:sSub>
                                <m:r>
                                  <a:rPr lang="es-MX" i="1">
                                    <a:latin typeface="Cambria Math" panose="02040503050406030204" pitchFamily="18" charset="0"/>
                                  </a:rPr>
                                  <m:t>)</m:t>
                                </m:r>
                              </m:e>
                              <m:sup>
                                <m:r>
                                  <a:rPr lang="es-MX" i="1">
                                    <a:latin typeface="Cambria Math" panose="02040503050406030204" pitchFamily="18" charset="0"/>
                                  </a:rPr>
                                  <m:t>𝑛</m:t>
                                </m:r>
                              </m:sup>
                            </m:sSup>
                            <m:r>
                              <a:rPr lang="es-MX" i="1">
                                <a:latin typeface="Cambria Math" panose="02040503050406030204" pitchFamily="18" charset="0"/>
                              </a:rPr>
                              <m:t>−1</m:t>
                            </m:r>
                          </m:num>
                          <m:den>
                            <m:sSub>
                              <m:sSubPr>
                                <m:ctrlPr>
                                  <a:rPr lang="es-MX" i="1">
                                    <a:latin typeface="Cambria Math" panose="02040503050406030204" pitchFamily="18" charset="0"/>
                                  </a:rPr>
                                </m:ctrlPr>
                              </m:sSubPr>
                              <m:e>
                                <m:r>
                                  <a:rPr lang="es-MX" i="1">
                                    <a:latin typeface="Cambria Math" panose="02040503050406030204" pitchFamily="18" charset="0"/>
                                  </a:rPr>
                                  <m:t>𝑖</m:t>
                                </m:r>
                              </m:e>
                              <m:sub>
                                <m:r>
                                  <a:rPr lang="es-MX" i="1">
                                    <a:latin typeface="Cambria Math" panose="02040503050406030204" pitchFamily="18" charset="0"/>
                                  </a:rPr>
                                  <m:t>(6−15)</m:t>
                                </m:r>
                              </m:sub>
                            </m:sSub>
                          </m:den>
                        </m:f>
                      </m:e>
                    </m:d>
                  </m:oMath>
                </a14:m>
                <a:endParaRPr lang="es-MX" b="0" dirty="0"/>
              </a:p>
              <a:p>
                <a:endParaRPr lang="es-MX" dirty="0"/>
              </a:p>
            </p:txBody>
          </p:sp>
        </mc:Choice>
        <mc:Fallback xmlns="">
          <p:sp>
            <p:nvSpPr>
              <p:cNvPr id="12" name="CuadroTexto 11">
                <a:extLst>
                  <a:ext uri="{FF2B5EF4-FFF2-40B4-BE49-F238E27FC236}">
                    <a16:creationId xmlns:a16="http://schemas.microsoft.com/office/drawing/2014/main" id="{2742DC31-A387-32DD-37AC-723238639030}"/>
                  </a:ext>
                </a:extLst>
              </p:cNvPr>
              <p:cNvSpPr txBox="1">
                <a:spLocks noRot="1" noChangeAspect="1" noMove="1" noResize="1" noEditPoints="1" noAdjustHandles="1" noChangeArrowheads="1" noChangeShapeType="1" noTextEdit="1"/>
              </p:cNvSpPr>
              <p:nvPr/>
            </p:nvSpPr>
            <p:spPr>
              <a:xfrm>
                <a:off x="1261217" y="3069516"/>
                <a:ext cx="10022424" cy="78835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CE862531-B57D-800B-49E9-2BB3DA7C74D6}"/>
                  </a:ext>
                </a:extLst>
              </p:cNvPr>
              <p:cNvSpPr txBox="1"/>
              <p:nvPr/>
            </p:nvSpPr>
            <p:spPr>
              <a:xfrm>
                <a:off x="3475033" y="4941285"/>
                <a:ext cx="5369996" cy="299249"/>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𝑉</m:t>
                          </m:r>
                        </m:e>
                        <m:sub>
                          <m:r>
                            <a:rPr lang="es-MX" b="0" i="1" smtClean="0">
                              <a:latin typeface="Cambria Math" panose="02040503050406030204" pitchFamily="18" charset="0"/>
                              <a:ea typeface="Cambria Math" panose="02040503050406030204" pitchFamily="18" charset="0"/>
                            </a:rPr>
                            <m:t>𝑓</m:t>
                          </m:r>
                        </m:sub>
                      </m:sSub>
                      <m:r>
                        <a:rPr lang="es-MX" i="1">
                          <a:latin typeface="Cambria Math" panose="02040503050406030204" pitchFamily="18" charset="0"/>
                          <a:ea typeface="Cambria Math" panose="02040503050406030204" pitchFamily="18" charset="0"/>
                        </a:rPr>
                        <m:t>=</m:t>
                      </m:r>
                      <m:r>
                        <m:rPr>
                          <m:nor/>
                        </m:rPr>
                        <a:rPr lang="es-MX" b="0" i="0" smtClean="0">
                          <a:latin typeface="Cambria Math" panose="02040503050406030204" pitchFamily="18" charset="0"/>
                          <a:ea typeface="Cambria Math" panose="02040503050406030204" pitchFamily="18" charset="0"/>
                        </a:rPr>
                        <m:t>2.535.147 </m:t>
                      </m:r>
                      <m:r>
                        <m:rPr>
                          <m:nor/>
                        </m:rPr>
                        <a:rPr lang="es-CO" i="0">
                          <a:latin typeface="Cambria Math" panose="02040503050406030204" pitchFamily="18" charset="0"/>
                          <a:ea typeface="Cambria Math" panose="02040503050406030204" pitchFamily="18" charset="0"/>
                        </a:rPr>
                        <m:t>+</m:t>
                      </m:r>
                      <m:r>
                        <m:rPr>
                          <m:nor/>
                        </m:rPr>
                        <a:rPr lang="es-MX" b="0" i="0" smtClean="0">
                          <a:latin typeface="Cambria Math" panose="02040503050406030204" pitchFamily="18" charset="0"/>
                          <a:ea typeface="Cambria Math" panose="02040503050406030204" pitchFamily="18" charset="0"/>
                        </a:rPr>
                        <m:t> 2.542.962 </m:t>
                      </m:r>
                      <m:r>
                        <m:rPr>
                          <m:nor/>
                        </m:rPr>
                        <a:rPr lang="es-CO" i="0">
                          <a:latin typeface="Cambria Math" panose="02040503050406030204" pitchFamily="18" charset="0"/>
                          <a:ea typeface="Cambria Math" panose="02040503050406030204" pitchFamily="18" charset="0"/>
                        </a:rPr>
                        <m:t>+</m:t>
                      </m:r>
                      <m:r>
                        <m:rPr>
                          <m:nor/>
                        </m:rPr>
                        <a:rPr lang="es-MX" b="0" i="0" smtClean="0">
                          <a:latin typeface="Cambria Math" panose="02040503050406030204" pitchFamily="18" charset="0"/>
                          <a:ea typeface="Cambria Math" panose="02040503050406030204" pitchFamily="18" charset="0"/>
                        </a:rPr>
                        <m:t> </m:t>
                      </m:r>
                      <m:r>
                        <m:rPr>
                          <m:nor/>
                        </m:rPr>
                        <a:rPr lang="es-CO" i="0">
                          <a:latin typeface="Cambria Math" panose="02040503050406030204" pitchFamily="18" charset="0"/>
                          <a:ea typeface="Cambria Math" panose="02040503050406030204" pitchFamily="18" charset="0"/>
                        </a:rPr>
                        <m:t>1.33</m:t>
                      </m:r>
                      <m:r>
                        <m:rPr>
                          <m:nor/>
                        </m:rPr>
                        <a:rPr lang="es-MX" b="0" i="0" smtClean="0">
                          <a:latin typeface="Cambria Math" panose="02040503050406030204" pitchFamily="18" charset="0"/>
                          <a:ea typeface="Cambria Math" panose="02040503050406030204" pitchFamily="18" charset="0"/>
                        </a:rPr>
                        <m:t>8.729 </m:t>
                      </m:r>
                      <m:r>
                        <m:rPr>
                          <m:nor/>
                        </m:rPr>
                        <a:rPr lang="es-CO" i="0">
                          <a:latin typeface="Cambria Math" panose="02040503050406030204" pitchFamily="18" charset="0"/>
                          <a:ea typeface="Cambria Math" panose="02040503050406030204" pitchFamily="18" charset="0"/>
                        </a:rPr>
                        <m:t>+</m:t>
                      </m:r>
                      <m:r>
                        <m:rPr>
                          <m:nor/>
                        </m:rPr>
                        <a:rPr lang="es-MX" b="0" i="0" smtClean="0">
                          <a:latin typeface="Cambria Math" panose="02040503050406030204" pitchFamily="18" charset="0"/>
                          <a:ea typeface="Cambria Math" panose="02040503050406030204" pitchFamily="18" charset="0"/>
                        </a:rPr>
                        <m:t> </m:t>
                      </m:r>
                      <m:r>
                        <m:rPr>
                          <m:nor/>
                        </m:rPr>
                        <a:rPr lang="es-CO" i="0">
                          <a:latin typeface="Cambria Math" panose="02040503050406030204" pitchFamily="18" charset="0"/>
                          <a:ea typeface="Cambria Math" panose="02040503050406030204" pitchFamily="18" charset="0"/>
                        </a:rPr>
                        <m:t>5.</m:t>
                      </m:r>
                      <m:r>
                        <m:rPr>
                          <m:nor/>
                        </m:rPr>
                        <a:rPr lang="es-MX" b="0" i="0" smtClean="0">
                          <a:latin typeface="Cambria Math" panose="02040503050406030204" pitchFamily="18" charset="0"/>
                          <a:ea typeface="Cambria Math" panose="02040503050406030204" pitchFamily="18" charset="0"/>
                        </a:rPr>
                        <m:t>465.098</m:t>
                      </m:r>
                    </m:oMath>
                  </m:oMathPara>
                </a14:m>
                <a:endParaRPr lang="es-MX" dirty="0">
                  <a:latin typeface="Cambria Math" panose="02040503050406030204" pitchFamily="18" charset="0"/>
                  <a:ea typeface="Cambria Math" panose="02040503050406030204" pitchFamily="18" charset="0"/>
                </a:endParaRPr>
              </a:p>
            </p:txBody>
          </p:sp>
        </mc:Choice>
        <mc:Fallback xmlns="">
          <p:sp>
            <p:nvSpPr>
              <p:cNvPr id="16" name="CuadroTexto 15">
                <a:extLst>
                  <a:ext uri="{FF2B5EF4-FFF2-40B4-BE49-F238E27FC236}">
                    <a16:creationId xmlns:a16="http://schemas.microsoft.com/office/drawing/2014/main" id="{CE862531-B57D-800B-49E9-2BB3DA7C74D6}"/>
                  </a:ext>
                </a:extLst>
              </p:cNvPr>
              <p:cNvSpPr txBox="1">
                <a:spLocks noRot="1" noChangeAspect="1" noMove="1" noResize="1" noEditPoints="1" noAdjustHandles="1" noChangeArrowheads="1" noChangeShapeType="1" noTextEdit="1"/>
              </p:cNvSpPr>
              <p:nvPr/>
            </p:nvSpPr>
            <p:spPr>
              <a:xfrm>
                <a:off x="3475033" y="4941285"/>
                <a:ext cx="5369996" cy="299249"/>
              </a:xfrm>
              <a:prstGeom prst="rect">
                <a:avLst/>
              </a:prstGeom>
              <a:blipFill>
                <a:blip r:embed="rId6"/>
                <a:stretch>
                  <a:fillRect l="-1135" r="-227" b="-265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F8D4E5B3-06F8-AF67-7250-9A594061DE4B}"/>
                  </a:ext>
                </a:extLst>
              </p:cNvPr>
              <p:cNvSpPr txBox="1"/>
              <p:nvPr/>
            </p:nvSpPr>
            <p:spPr>
              <a:xfrm>
                <a:off x="5308863" y="5656888"/>
                <a:ext cx="1702325" cy="299249"/>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𝑉</m:t>
                          </m:r>
                        </m:e>
                        <m:sub>
                          <m:r>
                            <a:rPr lang="es-MX" b="0" i="1" smtClean="0">
                              <a:latin typeface="Cambria Math" panose="02040503050406030204" pitchFamily="18" charset="0"/>
                            </a:rPr>
                            <m:t>𝑓</m:t>
                          </m:r>
                        </m:sub>
                      </m:sSub>
                      <m:r>
                        <a:rPr lang="es-MX" i="1">
                          <a:latin typeface="Cambria Math" panose="02040503050406030204" pitchFamily="18" charset="0"/>
                        </a:rPr>
                        <m:t>=</m:t>
                      </m:r>
                      <m:r>
                        <a:rPr lang="es-MX" b="0" i="1" smtClean="0">
                          <a:latin typeface="Cambria Math" panose="02040503050406030204" pitchFamily="18" charset="0"/>
                        </a:rPr>
                        <m:t>11.881.936</m:t>
                      </m:r>
                    </m:oMath>
                  </m:oMathPara>
                </a14:m>
                <a:endParaRPr lang="es-MX" dirty="0"/>
              </a:p>
            </p:txBody>
          </p:sp>
        </mc:Choice>
        <mc:Fallback xmlns="">
          <p:sp>
            <p:nvSpPr>
              <p:cNvPr id="18" name="CuadroTexto 17">
                <a:extLst>
                  <a:ext uri="{FF2B5EF4-FFF2-40B4-BE49-F238E27FC236}">
                    <a16:creationId xmlns:a16="http://schemas.microsoft.com/office/drawing/2014/main" id="{F8D4E5B3-06F8-AF67-7250-9A594061DE4B}"/>
                  </a:ext>
                </a:extLst>
              </p:cNvPr>
              <p:cNvSpPr txBox="1">
                <a:spLocks noRot="1" noChangeAspect="1" noMove="1" noResize="1" noEditPoints="1" noAdjustHandles="1" noChangeArrowheads="1" noChangeShapeType="1" noTextEdit="1"/>
              </p:cNvSpPr>
              <p:nvPr/>
            </p:nvSpPr>
            <p:spPr>
              <a:xfrm>
                <a:off x="5308863" y="5656888"/>
                <a:ext cx="1702325" cy="299249"/>
              </a:xfrm>
              <a:prstGeom prst="rect">
                <a:avLst/>
              </a:prstGeom>
              <a:blipFill>
                <a:blip r:embed="rId7"/>
                <a:stretch>
                  <a:fillRect l="-3943" r="-1434" b="-265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276051FB-75E2-577A-B6D6-0CD51699C0ED}"/>
                  </a:ext>
                </a:extLst>
              </p:cNvPr>
              <p:cNvSpPr txBox="1"/>
              <p:nvPr/>
            </p:nvSpPr>
            <p:spPr>
              <a:xfrm>
                <a:off x="325160" y="3932040"/>
                <a:ext cx="11669733" cy="692434"/>
              </a:xfrm>
              <a:prstGeom prst="rect">
                <a:avLst/>
              </a:prstGeom>
              <a:noFill/>
            </p:spPr>
            <p:txBody>
              <a:bodyPr wrap="square" lIns="0" tIns="0" rIns="0" bIns="0" rtlCol="0">
                <a:spAutoFit/>
              </a:bodyPr>
              <a:lstStyle/>
              <a:p>
                <a14:m>
                  <m:oMath xmlns:m="http://schemas.openxmlformats.org/officeDocument/2006/math">
                    <m:sSub>
                      <m:sSubPr>
                        <m:ctrlPr>
                          <a:rPr lang="es-MX" sz="1600" b="0" i="1" smtClean="0">
                            <a:latin typeface="Cambria Math" panose="02040503050406030204" pitchFamily="18" charset="0"/>
                            <a:ea typeface="Cambria Math" panose="02040503050406030204" pitchFamily="18" charset="0"/>
                          </a:rPr>
                        </m:ctrlPr>
                      </m:sSubPr>
                      <m:e>
                        <m:r>
                          <a:rPr lang="es-MX" sz="1600" b="0" i="1" smtClean="0">
                            <a:latin typeface="Cambria Math" panose="02040503050406030204" pitchFamily="18" charset="0"/>
                            <a:ea typeface="Cambria Math" panose="02040503050406030204" pitchFamily="18" charset="0"/>
                          </a:rPr>
                          <m:t>𝑉</m:t>
                        </m:r>
                      </m:e>
                      <m:sub>
                        <m:r>
                          <a:rPr lang="es-MX" sz="1600" b="0" i="1" smtClean="0">
                            <a:latin typeface="Cambria Math" panose="02040503050406030204" pitchFamily="18" charset="0"/>
                            <a:ea typeface="Cambria Math" panose="02040503050406030204" pitchFamily="18" charset="0"/>
                          </a:rPr>
                          <m:t>𝑓</m:t>
                        </m:r>
                      </m:sub>
                    </m:sSub>
                    <m:r>
                      <a:rPr lang="es-MX" sz="1600" b="0" i="1" smtClean="0">
                        <a:latin typeface="Cambria Math" panose="02040503050406030204" pitchFamily="18" charset="0"/>
                        <a:ea typeface="Cambria Math" panose="02040503050406030204" pitchFamily="18" charset="0"/>
                      </a:rPr>
                      <m:t>=2.200.000</m:t>
                    </m:r>
                    <m:sSup>
                      <m:sSupPr>
                        <m:ctrlPr>
                          <a:rPr lang="es-MX" sz="1600" i="1">
                            <a:latin typeface="Cambria Math" panose="02040503050406030204" pitchFamily="18" charset="0"/>
                            <a:ea typeface="Cambria Math" panose="02040503050406030204" pitchFamily="18" charset="0"/>
                          </a:rPr>
                        </m:ctrlPr>
                      </m:sSupPr>
                      <m:e>
                        <m:r>
                          <a:rPr lang="es-MX" sz="1600" i="1">
                            <a:latin typeface="Cambria Math" panose="02040503050406030204" pitchFamily="18" charset="0"/>
                            <a:ea typeface="Cambria Math" panose="02040503050406030204" pitchFamily="18" charset="0"/>
                          </a:rPr>
                          <m:t>(1+</m:t>
                        </m:r>
                        <m:r>
                          <a:rPr lang="es-MX" sz="1600" b="0" i="1" smtClean="0">
                            <a:latin typeface="Cambria Math" panose="02040503050406030204" pitchFamily="18" charset="0"/>
                            <a:ea typeface="Cambria Math" panose="02040503050406030204" pitchFamily="18" charset="0"/>
                          </a:rPr>
                          <m:t>0,65%</m:t>
                        </m:r>
                        <m:r>
                          <a:rPr lang="es-MX" sz="1600" i="1">
                            <a:latin typeface="Cambria Math" panose="02040503050406030204" pitchFamily="18" charset="0"/>
                            <a:ea typeface="Cambria Math" panose="02040503050406030204" pitchFamily="18" charset="0"/>
                          </a:rPr>
                          <m:t>)</m:t>
                        </m:r>
                      </m:e>
                      <m:sup>
                        <m:r>
                          <a:rPr lang="es-MX" sz="1600" b="0" i="1" smtClean="0">
                            <a:latin typeface="Cambria Math" panose="02040503050406030204" pitchFamily="18" charset="0"/>
                            <a:ea typeface="Cambria Math" panose="02040503050406030204" pitchFamily="18" charset="0"/>
                          </a:rPr>
                          <m:t>5</m:t>
                        </m:r>
                      </m:sup>
                    </m:sSup>
                    <m:sSup>
                      <m:sSupPr>
                        <m:ctrlPr>
                          <a:rPr lang="es-MX" sz="1600" i="1">
                            <a:latin typeface="Cambria Math" panose="02040503050406030204" pitchFamily="18" charset="0"/>
                            <a:ea typeface="Cambria Math" panose="02040503050406030204" pitchFamily="18" charset="0"/>
                          </a:rPr>
                        </m:ctrlPr>
                      </m:sSupPr>
                      <m:e>
                        <m:r>
                          <a:rPr lang="es-MX" sz="1600" i="1">
                            <a:latin typeface="Cambria Math" panose="02040503050406030204" pitchFamily="18" charset="0"/>
                            <a:ea typeface="Cambria Math" panose="02040503050406030204" pitchFamily="18" charset="0"/>
                          </a:rPr>
                          <m:t>(1+</m:t>
                        </m:r>
                        <m:r>
                          <a:rPr lang="es-MX" sz="1600" b="0" i="1" smtClean="0">
                            <a:latin typeface="Cambria Math" panose="02040503050406030204" pitchFamily="18" charset="0"/>
                            <a:ea typeface="Cambria Math" panose="02040503050406030204" pitchFamily="18" charset="0"/>
                          </a:rPr>
                          <m:t>1,10%</m:t>
                        </m:r>
                        <m:r>
                          <a:rPr lang="es-MX" sz="1600" i="1">
                            <a:latin typeface="Cambria Math" panose="02040503050406030204" pitchFamily="18" charset="0"/>
                            <a:ea typeface="Cambria Math" panose="02040503050406030204" pitchFamily="18" charset="0"/>
                          </a:rPr>
                          <m:t>)</m:t>
                        </m:r>
                      </m:e>
                      <m:sup>
                        <m:r>
                          <a:rPr lang="es-MX" sz="1600" b="0" i="1" smtClean="0">
                            <a:latin typeface="Cambria Math" panose="02040503050406030204" pitchFamily="18" charset="0"/>
                            <a:ea typeface="Cambria Math" panose="02040503050406030204" pitchFamily="18" charset="0"/>
                          </a:rPr>
                          <m:t>10</m:t>
                        </m:r>
                      </m:sup>
                    </m:sSup>
                    <m:r>
                      <a:rPr lang="es-MX" sz="1600" b="0" i="1" smtClean="0">
                        <a:latin typeface="Cambria Math" panose="02040503050406030204" pitchFamily="18" charset="0"/>
                        <a:ea typeface="Cambria Math" panose="02040503050406030204" pitchFamily="18" charset="0"/>
                      </a:rPr>
                      <m:t>+450.000</m:t>
                    </m:r>
                    <m:d>
                      <m:dPr>
                        <m:begChr m:val="["/>
                        <m:endChr m:val="]"/>
                        <m:ctrlPr>
                          <a:rPr lang="es-MX" sz="1600" b="0" i="1" smtClean="0">
                            <a:latin typeface="Cambria Math" panose="02040503050406030204" pitchFamily="18" charset="0"/>
                            <a:ea typeface="Cambria Math" panose="02040503050406030204" pitchFamily="18" charset="0"/>
                          </a:rPr>
                        </m:ctrlPr>
                      </m:dPr>
                      <m:e>
                        <m:f>
                          <m:fPr>
                            <m:ctrlPr>
                              <a:rPr lang="es-MX" sz="1600" b="0" i="1" smtClean="0">
                                <a:latin typeface="Cambria Math" panose="02040503050406030204" pitchFamily="18" charset="0"/>
                                <a:ea typeface="Cambria Math" panose="02040503050406030204" pitchFamily="18" charset="0"/>
                              </a:rPr>
                            </m:ctrlPr>
                          </m:fPr>
                          <m:num>
                            <m:sSup>
                              <m:sSupPr>
                                <m:ctrlPr>
                                  <a:rPr lang="es-MX" sz="1600" b="0" i="1" smtClean="0">
                                    <a:latin typeface="Cambria Math" panose="02040503050406030204" pitchFamily="18" charset="0"/>
                                    <a:ea typeface="Cambria Math" panose="02040503050406030204" pitchFamily="18" charset="0"/>
                                  </a:rPr>
                                </m:ctrlPr>
                              </m:sSupPr>
                              <m:e>
                                <m:r>
                                  <a:rPr lang="es-MX" sz="1600" b="0" i="1" smtClean="0">
                                    <a:latin typeface="Cambria Math" panose="02040503050406030204" pitchFamily="18" charset="0"/>
                                    <a:ea typeface="Cambria Math" panose="02040503050406030204" pitchFamily="18" charset="0"/>
                                  </a:rPr>
                                  <m:t>(1+0,65%)</m:t>
                                </m:r>
                              </m:e>
                              <m:sup>
                                <m:r>
                                  <a:rPr lang="es-MX" sz="1600" b="0" i="1" smtClean="0">
                                    <a:latin typeface="Cambria Math" panose="02040503050406030204" pitchFamily="18" charset="0"/>
                                    <a:ea typeface="Cambria Math" panose="02040503050406030204" pitchFamily="18" charset="0"/>
                                  </a:rPr>
                                  <m:t>5</m:t>
                                </m:r>
                              </m:sup>
                            </m:sSup>
                            <m:r>
                              <a:rPr lang="es-MX" sz="1600" b="0" i="1" smtClean="0">
                                <a:latin typeface="Cambria Math" panose="02040503050406030204" pitchFamily="18" charset="0"/>
                                <a:ea typeface="Cambria Math" panose="02040503050406030204" pitchFamily="18" charset="0"/>
                              </a:rPr>
                              <m:t>−1</m:t>
                            </m:r>
                          </m:num>
                          <m:den>
                            <m:r>
                              <a:rPr lang="es-MX" sz="1600" b="0" i="1" smtClean="0">
                                <a:latin typeface="Cambria Math" panose="02040503050406030204" pitchFamily="18" charset="0"/>
                                <a:ea typeface="Cambria Math" panose="02040503050406030204" pitchFamily="18" charset="0"/>
                              </a:rPr>
                              <m:t>0,65%</m:t>
                            </m:r>
                          </m:den>
                        </m:f>
                      </m:e>
                    </m:d>
                  </m:oMath>
                </a14:m>
                <a:r>
                  <a:rPr lang="es-MX" sz="1600" dirty="0">
                    <a:latin typeface="Cambria Math" panose="02040503050406030204" pitchFamily="18" charset="0"/>
                    <a:ea typeface="Cambria Math" panose="02040503050406030204" pitchFamily="18" charset="0"/>
                  </a:rPr>
                  <a:t> </a:t>
                </a:r>
                <a14:m>
                  <m:oMath xmlns:m="http://schemas.openxmlformats.org/officeDocument/2006/math">
                    <m:sSup>
                      <m:sSupPr>
                        <m:ctrlPr>
                          <a:rPr lang="es-MX" sz="1600" i="1">
                            <a:latin typeface="Cambria Math" panose="02040503050406030204" pitchFamily="18" charset="0"/>
                            <a:ea typeface="Cambria Math" panose="02040503050406030204" pitchFamily="18" charset="0"/>
                          </a:rPr>
                        </m:ctrlPr>
                      </m:sSupPr>
                      <m:e>
                        <m:r>
                          <a:rPr lang="es-MX" sz="1600" i="1">
                            <a:latin typeface="Cambria Math" panose="02040503050406030204" pitchFamily="18" charset="0"/>
                            <a:ea typeface="Cambria Math" panose="02040503050406030204" pitchFamily="18" charset="0"/>
                          </a:rPr>
                          <m:t>(1+</m:t>
                        </m:r>
                        <m:r>
                          <a:rPr lang="es-MX" sz="1600" b="0" i="1" smtClean="0">
                            <a:latin typeface="Cambria Math" panose="02040503050406030204" pitchFamily="18" charset="0"/>
                            <a:ea typeface="Cambria Math" panose="02040503050406030204" pitchFamily="18" charset="0"/>
                          </a:rPr>
                          <m:t>1,10%</m:t>
                        </m:r>
                        <m:r>
                          <a:rPr lang="es-MX" sz="1600" i="1">
                            <a:latin typeface="Cambria Math" panose="02040503050406030204" pitchFamily="18" charset="0"/>
                            <a:ea typeface="Cambria Math" panose="02040503050406030204" pitchFamily="18" charset="0"/>
                          </a:rPr>
                          <m:t>)</m:t>
                        </m:r>
                      </m:e>
                      <m:sup>
                        <m:r>
                          <a:rPr lang="es-MX" sz="1600" b="0" i="1" smtClean="0">
                            <a:latin typeface="Cambria Math" panose="02040503050406030204" pitchFamily="18" charset="0"/>
                            <a:ea typeface="Cambria Math" panose="02040503050406030204" pitchFamily="18" charset="0"/>
                          </a:rPr>
                          <m:t>10</m:t>
                        </m:r>
                      </m:sup>
                    </m:sSup>
                    <m:r>
                      <a:rPr lang="es-MX" sz="1600" i="1">
                        <a:latin typeface="Cambria Math" panose="02040503050406030204" pitchFamily="18" charset="0"/>
                        <a:ea typeface="Cambria Math" panose="02040503050406030204" pitchFamily="18" charset="0"/>
                      </a:rPr>
                      <m:t> </m:t>
                    </m:r>
                  </m:oMath>
                </a14:m>
                <a:r>
                  <a:rPr lang="es-MX" sz="1600" b="0" dirty="0">
                    <a:latin typeface="Cambria Math" panose="02040503050406030204" pitchFamily="18" charset="0"/>
                    <a:ea typeface="Cambria Math" panose="02040503050406030204" pitchFamily="18" charset="0"/>
                  </a:rPr>
                  <a:t>+</a:t>
                </a:r>
                <a:r>
                  <a:rPr lang="es-MX" sz="1600" dirty="0">
                    <a:latin typeface="Cambria Math" panose="02040503050406030204" pitchFamily="18" charset="0"/>
                    <a:ea typeface="Cambria Math" panose="02040503050406030204" pitchFamily="18" charset="0"/>
                  </a:rPr>
                  <a:t> </a:t>
                </a:r>
                <a14:m>
                  <m:oMath xmlns:m="http://schemas.openxmlformats.org/officeDocument/2006/math">
                    <m:r>
                      <a:rPr lang="es-MX" sz="1600" b="0" i="0" smtClean="0">
                        <a:latin typeface="Cambria Math" panose="02040503050406030204" pitchFamily="18" charset="0"/>
                        <a:ea typeface="Cambria Math" panose="02040503050406030204" pitchFamily="18" charset="0"/>
                      </a:rPr>
                      <m:t>1.200.000</m:t>
                    </m:r>
                    <m:sSup>
                      <m:sSupPr>
                        <m:ctrlPr>
                          <a:rPr lang="es-MX" sz="1600" i="1">
                            <a:latin typeface="Cambria Math" panose="02040503050406030204" pitchFamily="18" charset="0"/>
                            <a:ea typeface="Cambria Math" panose="02040503050406030204" pitchFamily="18" charset="0"/>
                          </a:rPr>
                        </m:ctrlPr>
                      </m:sSupPr>
                      <m:e>
                        <m:r>
                          <a:rPr lang="es-MX" sz="1600" i="1">
                            <a:latin typeface="Cambria Math" panose="02040503050406030204" pitchFamily="18" charset="0"/>
                            <a:ea typeface="Cambria Math" panose="02040503050406030204" pitchFamily="18" charset="0"/>
                          </a:rPr>
                          <m:t>(1+</m:t>
                        </m:r>
                        <m:r>
                          <a:rPr lang="es-MX" sz="1600" b="0" i="1" smtClean="0">
                            <a:latin typeface="Cambria Math" panose="02040503050406030204" pitchFamily="18" charset="0"/>
                            <a:ea typeface="Cambria Math" panose="02040503050406030204" pitchFamily="18" charset="0"/>
                          </a:rPr>
                          <m:t>1,10%</m:t>
                        </m:r>
                        <m:r>
                          <a:rPr lang="es-MX" sz="1600" i="1">
                            <a:latin typeface="Cambria Math" panose="02040503050406030204" pitchFamily="18" charset="0"/>
                            <a:ea typeface="Cambria Math" panose="02040503050406030204" pitchFamily="18" charset="0"/>
                          </a:rPr>
                          <m:t>)</m:t>
                        </m:r>
                      </m:e>
                      <m:sup>
                        <m:r>
                          <a:rPr lang="es-MX" sz="1600" b="0" i="1" smtClean="0">
                            <a:latin typeface="Cambria Math" panose="02040503050406030204" pitchFamily="18" charset="0"/>
                            <a:ea typeface="Cambria Math" panose="02040503050406030204" pitchFamily="18" charset="0"/>
                          </a:rPr>
                          <m:t>10</m:t>
                        </m:r>
                      </m:sup>
                    </m:sSup>
                  </m:oMath>
                </a14:m>
                <a:r>
                  <a:rPr lang="es-MX" sz="1600" b="0" dirty="0">
                    <a:latin typeface="Cambria Math" panose="02040503050406030204" pitchFamily="18" charset="0"/>
                    <a:ea typeface="Cambria Math" panose="02040503050406030204" pitchFamily="18" charset="0"/>
                  </a:rPr>
                  <a:t>+</a:t>
                </a:r>
                <a:r>
                  <a:rPr lang="es-MX" sz="1600" dirty="0">
                    <a:latin typeface="Cambria Math" panose="02040503050406030204" pitchFamily="18" charset="0"/>
                    <a:ea typeface="Cambria Math" panose="02040503050406030204" pitchFamily="18" charset="0"/>
                  </a:rPr>
                  <a:t> 520.000</a:t>
                </a:r>
                <a14:m>
                  <m:oMath xmlns:m="http://schemas.openxmlformats.org/officeDocument/2006/math">
                    <m:d>
                      <m:dPr>
                        <m:begChr m:val="["/>
                        <m:endChr m:val="]"/>
                        <m:ctrlPr>
                          <a:rPr lang="es-MX" sz="1600" i="1">
                            <a:latin typeface="Cambria Math" panose="02040503050406030204" pitchFamily="18" charset="0"/>
                            <a:ea typeface="Cambria Math" panose="02040503050406030204" pitchFamily="18" charset="0"/>
                          </a:rPr>
                        </m:ctrlPr>
                      </m:dPr>
                      <m:e>
                        <m:f>
                          <m:fPr>
                            <m:ctrlPr>
                              <a:rPr lang="es-MX" sz="1600" i="1">
                                <a:latin typeface="Cambria Math" panose="02040503050406030204" pitchFamily="18" charset="0"/>
                                <a:ea typeface="Cambria Math" panose="02040503050406030204" pitchFamily="18" charset="0"/>
                              </a:rPr>
                            </m:ctrlPr>
                          </m:fPr>
                          <m:num>
                            <m:sSup>
                              <m:sSupPr>
                                <m:ctrlPr>
                                  <a:rPr lang="es-MX" sz="1600" i="1">
                                    <a:latin typeface="Cambria Math" panose="02040503050406030204" pitchFamily="18" charset="0"/>
                                    <a:ea typeface="Cambria Math" panose="02040503050406030204" pitchFamily="18" charset="0"/>
                                  </a:rPr>
                                </m:ctrlPr>
                              </m:sSupPr>
                              <m:e>
                                <m:r>
                                  <a:rPr lang="es-MX" sz="1600" i="1">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1+1,10%</m:t>
                                </m:r>
                                <m:r>
                                  <a:rPr lang="es-MX" sz="1600" i="1">
                                    <a:latin typeface="Cambria Math" panose="02040503050406030204" pitchFamily="18" charset="0"/>
                                    <a:ea typeface="Cambria Math" panose="02040503050406030204" pitchFamily="18" charset="0"/>
                                  </a:rPr>
                                  <m:t>)</m:t>
                                </m:r>
                              </m:e>
                              <m:sup>
                                <m:r>
                                  <a:rPr lang="es-MX" sz="1600" b="0" i="1" smtClean="0">
                                    <a:latin typeface="Cambria Math" panose="02040503050406030204" pitchFamily="18" charset="0"/>
                                    <a:ea typeface="Cambria Math" panose="02040503050406030204" pitchFamily="18" charset="0"/>
                                  </a:rPr>
                                  <m:t>10</m:t>
                                </m:r>
                              </m:sup>
                            </m:sSup>
                            <m:r>
                              <a:rPr lang="es-MX" sz="1600" i="1">
                                <a:latin typeface="Cambria Math" panose="02040503050406030204" pitchFamily="18" charset="0"/>
                                <a:ea typeface="Cambria Math" panose="02040503050406030204" pitchFamily="18" charset="0"/>
                              </a:rPr>
                              <m:t>−1</m:t>
                            </m:r>
                          </m:num>
                          <m:den>
                            <m:r>
                              <a:rPr lang="es-MX" sz="1600" b="0" i="1" smtClean="0">
                                <a:latin typeface="Cambria Math" panose="02040503050406030204" pitchFamily="18" charset="0"/>
                                <a:ea typeface="Cambria Math" panose="02040503050406030204" pitchFamily="18" charset="0"/>
                              </a:rPr>
                              <m:t>1,10%</m:t>
                            </m:r>
                          </m:den>
                        </m:f>
                      </m:e>
                    </m:d>
                  </m:oMath>
                </a14:m>
                <a:endParaRPr lang="es-MX" sz="1600" b="0" dirty="0">
                  <a:latin typeface="Cambria Math" panose="02040503050406030204" pitchFamily="18" charset="0"/>
                  <a:ea typeface="Cambria Math" panose="02040503050406030204" pitchFamily="18" charset="0"/>
                </a:endParaRPr>
              </a:p>
              <a:p>
                <a:endParaRPr lang="es-MX" sz="1600" dirty="0">
                  <a:latin typeface="Cambria Math" panose="02040503050406030204" pitchFamily="18" charset="0"/>
                  <a:ea typeface="Cambria Math" panose="02040503050406030204" pitchFamily="18" charset="0"/>
                </a:endParaRPr>
              </a:p>
            </p:txBody>
          </p:sp>
        </mc:Choice>
        <mc:Fallback xmlns="">
          <p:sp>
            <p:nvSpPr>
              <p:cNvPr id="7" name="CuadroTexto 6">
                <a:extLst>
                  <a:ext uri="{FF2B5EF4-FFF2-40B4-BE49-F238E27FC236}">
                    <a16:creationId xmlns:a16="http://schemas.microsoft.com/office/drawing/2014/main" id="{276051FB-75E2-577A-B6D6-0CD51699C0ED}"/>
                  </a:ext>
                </a:extLst>
              </p:cNvPr>
              <p:cNvSpPr txBox="1">
                <a:spLocks noRot="1" noChangeAspect="1" noMove="1" noResize="1" noEditPoints="1" noAdjustHandles="1" noChangeArrowheads="1" noChangeShapeType="1" noTextEdit="1"/>
              </p:cNvSpPr>
              <p:nvPr/>
            </p:nvSpPr>
            <p:spPr>
              <a:xfrm>
                <a:off x="325160" y="3932040"/>
                <a:ext cx="11669733" cy="692434"/>
              </a:xfrm>
              <a:prstGeom prst="rect">
                <a:avLst/>
              </a:prstGeom>
              <a:blipFill>
                <a:blip r:embed="rId8"/>
                <a:stretch>
                  <a:fillRect l="-574"/>
                </a:stretch>
              </a:blipFill>
            </p:spPr>
            <p:txBody>
              <a:bodyPr/>
              <a:lstStyle/>
              <a:p>
                <a:r>
                  <a:rPr lang="en-US">
                    <a:noFill/>
                  </a:rPr>
                  <a:t> </a:t>
                </a:r>
              </a:p>
            </p:txBody>
          </p:sp>
        </mc:Fallback>
      </mc:AlternateContent>
    </p:spTree>
    <p:extLst>
      <p:ext uri="{BB962C8B-B14F-4D97-AF65-F5344CB8AC3E}">
        <p14:creationId xmlns:p14="http://schemas.microsoft.com/office/powerpoint/2010/main" val="3086473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18" grpId="0"/>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09208-99B9-2E5F-39D2-3E8CDEF5D558}"/>
            </a:ext>
          </a:extLst>
        </p:cNvPr>
        <p:cNvGrpSpPr/>
        <p:nvPr/>
      </p:nvGrpSpPr>
      <p:grpSpPr>
        <a:xfrm>
          <a:off x="0" y="0"/>
          <a:ext cx="0" cy="0"/>
          <a:chOff x="0" y="0"/>
          <a:chExt cx="0" cy="0"/>
        </a:xfrm>
      </p:grpSpPr>
      <p:sp>
        <p:nvSpPr>
          <p:cNvPr id="39" name="Content Placeholder 2">
            <a:extLst>
              <a:ext uri="{FF2B5EF4-FFF2-40B4-BE49-F238E27FC236}">
                <a16:creationId xmlns:a16="http://schemas.microsoft.com/office/drawing/2014/main" id="{A83A6D00-4ACE-CE24-D2E7-0C9ED624E88A}"/>
              </a:ext>
            </a:extLst>
          </p:cNvPr>
          <p:cNvSpPr>
            <a:spLocks noGrp="1"/>
          </p:cNvSpPr>
          <p:nvPr>
            <p:ph idx="1"/>
          </p:nvPr>
        </p:nvSpPr>
        <p:spPr>
          <a:xfrm>
            <a:off x="581191" y="1875750"/>
            <a:ext cx="10968843" cy="2261201"/>
          </a:xfrm>
        </p:spPr>
        <p:txBody>
          <a:bodyPr>
            <a:normAutofit/>
          </a:bodyPr>
          <a:lstStyle/>
          <a:p>
            <a:pPr algn="just"/>
            <a:r>
              <a:rPr lang="es-CO" sz="2400" dirty="0"/>
              <a:t>Al igual que vimos con las relaciones entre </a:t>
            </a:r>
            <a:r>
              <a:rPr lang="es-CO" sz="2400" b="1" dirty="0"/>
              <a:t>VP y VF</a:t>
            </a:r>
            <a:r>
              <a:rPr lang="es-CO" sz="2400" dirty="0"/>
              <a:t>, cuando existe más de un </a:t>
            </a:r>
            <a:r>
              <a:rPr lang="es-CO" sz="2400" b="1" dirty="0"/>
              <a:t>costo de oportunidad</a:t>
            </a:r>
            <a:r>
              <a:rPr lang="es-CO" sz="2400" dirty="0"/>
              <a:t> en una serie de flujos, debemos </a:t>
            </a:r>
            <a:r>
              <a:rPr lang="es-CO" sz="2400" b="1" dirty="0"/>
              <a:t>descomponer las expresiones matemáticas</a:t>
            </a:r>
            <a:r>
              <a:rPr lang="es-CO" sz="2400" dirty="0"/>
              <a:t> y calcular el VP o VF de cada serie de flujos utilizando el costo de oportunidad correspondiente.</a:t>
            </a:r>
          </a:p>
        </p:txBody>
      </p:sp>
      <p:sp>
        <p:nvSpPr>
          <p:cNvPr id="3" name="Rectángulo 2">
            <a:extLst>
              <a:ext uri="{FF2B5EF4-FFF2-40B4-BE49-F238E27FC236}">
                <a16:creationId xmlns:a16="http://schemas.microsoft.com/office/drawing/2014/main" id="{A2D6E487-B07D-C4E1-0D4C-D1C4E7FCDB8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2EB3117E-B9F6-2313-2F27-E7D0355AB7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0D4EF0A0-DC47-F27F-5166-207F7D04E58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D2DED056-E9A9-46D4-A4DD-09910C70734F}"/>
              </a:ext>
            </a:extLst>
          </p:cNvPr>
          <p:cNvSpPr>
            <a:spLocks noGrp="1"/>
          </p:cNvSpPr>
          <p:nvPr>
            <p:ph type="title"/>
          </p:nvPr>
        </p:nvSpPr>
        <p:spPr>
          <a:xfrm>
            <a:off x="581192" y="702156"/>
            <a:ext cx="11029616" cy="1013800"/>
          </a:xfrm>
        </p:spPr>
        <p:txBody>
          <a:bodyPr>
            <a:noAutofit/>
          </a:bodyPr>
          <a:lstStyle/>
          <a:p>
            <a:r>
              <a:rPr lang="es-ES" sz="3200" dirty="0">
                <a:latin typeface="Gill Sans MT (Títulos)"/>
              </a:rPr>
              <a:t>Series Uniformes o Anualidades con varios costos de oportunidad.</a:t>
            </a:r>
          </a:p>
        </p:txBody>
      </p:sp>
      <p:sp>
        <p:nvSpPr>
          <p:cNvPr id="2" name="Marcador de número de diapositiva 3">
            <a:extLst>
              <a:ext uri="{FF2B5EF4-FFF2-40B4-BE49-F238E27FC236}">
                <a16:creationId xmlns:a16="http://schemas.microsoft.com/office/drawing/2014/main" id="{1D498942-C33A-A64A-DE6B-02A47C3D93A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mj-lt"/>
              </a:rPr>
              <a:pPr/>
              <a:t>34</a:t>
            </a:fld>
            <a:endParaRPr lang="en-US" sz="2000" b="1">
              <a:latin typeface="+mj-lt"/>
            </a:endParaRPr>
          </a:p>
        </p:txBody>
      </p:sp>
    </p:spTree>
    <p:extLst>
      <p:ext uri="{BB962C8B-B14F-4D97-AF65-F5344CB8AC3E}">
        <p14:creationId xmlns:p14="http://schemas.microsoft.com/office/powerpoint/2010/main" val="21189785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45CD8-76DB-CFA0-637E-66272CF7287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D78E2F0-E005-930B-4E25-4A33C3D677F3}"/>
              </a:ext>
            </a:extLst>
          </p:cNvPr>
          <p:cNvSpPr>
            <a:spLocks noGrp="1"/>
          </p:cNvSpPr>
          <p:nvPr>
            <p:ph type="title"/>
          </p:nvPr>
        </p:nvSpPr>
        <p:spPr/>
        <p:txBody>
          <a:bodyPr>
            <a:normAutofit/>
          </a:bodyPr>
          <a:lstStyle/>
          <a:p>
            <a:r>
              <a:rPr lang="es-CO" sz="3200">
                <a:latin typeface="Gill Sans MT (Títulos)"/>
              </a:rPr>
              <a:t>AGENDA PROPUESTA</a:t>
            </a:r>
          </a:p>
        </p:txBody>
      </p:sp>
      <p:sp>
        <p:nvSpPr>
          <p:cNvPr id="4" name="Marcador de número de diapositiva 3">
            <a:extLst>
              <a:ext uri="{FF2B5EF4-FFF2-40B4-BE49-F238E27FC236}">
                <a16:creationId xmlns:a16="http://schemas.microsoft.com/office/drawing/2014/main" id="{9DF587E7-2A9B-E814-1F16-A5F10B2B8507}"/>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35</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374B4B6-D97E-7A6F-A82A-6E4D2362754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4A813F3E-B25D-BFE4-0B3E-A11C300818AE}"/>
              </a:ext>
            </a:extLst>
          </p:cNvPr>
          <p:cNvSpPr/>
          <p:nvPr/>
        </p:nvSpPr>
        <p:spPr>
          <a:xfrm>
            <a:off x="3173020" y="2503099"/>
            <a:ext cx="8540907" cy="4154984"/>
          </a:xfrm>
          <a:prstGeom prst="rect">
            <a:avLst/>
          </a:prstGeom>
        </p:spPr>
        <p:txBody>
          <a:bodyPr wrap="square" lIns="91440" tIns="45720" rIns="91440" bIns="45720" anchor="t">
            <a:spAutoFit/>
          </a:bodyPr>
          <a:lstStyle/>
          <a:p>
            <a:pPr marL="342900" indent="-342900">
              <a:buClr>
                <a:srgbClr val="48BE7A"/>
              </a:buClr>
              <a:buAutoNum type="arabicPeriod"/>
            </a:pPr>
            <a:endParaRPr lang="es-CO" sz="2400" dirty="0">
              <a:solidFill>
                <a:schemeClr val="bg2">
                  <a:lumMod val="90000"/>
                </a:schemeClr>
              </a:solidFill>
              <a:latin typeface="Gill Sans MT (Cuerpo)"/>
              <a:cs typeface="Arial"/>
            </a:endParaRPr>
          </a:p>
          <a:p>
            <a:pPr marL="342900" indent="-342900">
              <a:buClr>
                <a:srgbClr val="48BE7A"/>
              </a:buClr>
              <a:buAutoNum type="arabicPeriod"/>
            </a:pPr>
            <a:endParaRPr lang="es-CO" sz="2400" dirty="0">
              <a:solidFill>
                <a:schemeClr val="bg2">
                  <a:lumMod val="90000"/>
                </a:schemeClr>
              </a:solidFill>
              <a:latin typeface="Gill Sans MT (Cuerpo)"/>
              <a:cs typeface="Arial"/>
            </a:endParaRPr>
          </a:p>
          <a:p>
            <a:pPr marL="342900" indent="-342900">
              <a:buClr>
                <a:srgbClr val="48BE7A"/>
              </a:buClr>
              <a:buAutoNum type="arabicPeriod"/>
            </a:pPr>
            <a:r>
              <a:rPr lang="es-CO" sz="2400" dirty="0">
                <a:solidFill>
                  <a:schemeClr val="bg2">
                    <a:lumMod val="90000"/>
                  </a:schemeClr>
                </a:solidFill>
                <a:latin typeface="Gill Sans MT (Cuerpo)"/>
                <a:cs typeface="Arial"/>
              </a:rPr>
              <a:t>Gradiente Geométrico.</a:t>
            </a:r>
          </a:p>
          <a:p>
            <a:pPr marL="342900" indent="-342900">
              <a:buClr>
                <a:srgbClr val="48BE7A"/>
              </a:buClr>
              <a:buFontTx/>
              <a:buAutoNum type="arabicPeriod"/>
            </a:pPr>
            <a:endParaRPr lang="es-CO" sz="2400" dirty="0">
              <a:solidFill>
                <a:schemeClr val="bg2">
                  <a:lumMod val="90000"/>
                </a:schemeClr>
              </a:solidFill>
              <a:latin typeface="Gill Sans MT (Cuerpo)"/>
              <a:cs typeface="Arial"/>
            </a:endParaRPr>
          </a:p>
          <a:p>
            <a:pPr marL="342900" indent="-342900">
              <a:buClr>
                <a:srgbClr val="48BE7A"/>
              </a:buClr>
              <a:buFontTx/>
              <a:buAutoNum type="arabicPeriod"/>
            </a:pPr>
            <a:r>
              <a:rPr lang="es-CO" sz="2400">
                <a:solidFill>
                  <a:schemeClr val="bg2">
                    <a:lumMod val="90000"/>
                  </a:schemeClr>
                </a:solidFill>
                <a:latin typeface="Gill Sans MT (Cuerpo)"/>
                <a:cs typeface="Arial"/>
              </a:rPr>
              <a:t>Series Uniformes o Anualidades con varios costos de oportunidad.</a:t>
            </a:r>
          </a:p>
          <a:p>
            <a:pPr marL="342900" indent="-342900">
              <a:buClr>
                <a:srgbClr val="48BE7A"/>
              </a:buClr>
              <a:buFontTx/>
              <a:buAutoNum type="arabicPeriod"/>
            </a:pPr>
            <a:endParaRPr lang="es-CO" sz="2400">
              <a:solidFill>
                <a:schemeClr val="bg2">
                  <a:lumMod val="90000"/>
                </a:schemeClr>
              </a:solidFill>
              <a:latin typeface="Gill Sans MT (Cuerpo)"/>
              <a:cs typeface="Arial"/>
            </a:endParaRPr>
          </a:p>
          <a:p>
            <a:pPr marL="342900" indent="-342900">
              <a:buClr>
                <a:srgbClr val="48BE7A"/>
              </a:buClr>
              <a:buFontTx/>
              <a:buAutoNum type="arabicPeriod"/>
            </a:pPr>
            <a:r>
              <a:rPr lang="es-CO" sz="2400" dirty="0">
                <a:solidFill>
                  <a:schemeClr val="accent1"/>
                </a:solidFill>
                <a:latin typeface="Gill Sans MT (Cuerpo)"/>
                <a:cs typeface="Arial"/>
              </a:rPr>
              <a:t>Ejercicios de práctica.</a:t>
            </a:r>
          </a:p>
          <a:p>
            <a:pPr marL="342900" indent="-342900">
              <a:buClr>
                <a:srgbClr val="48BE7A"/>
              </a:buClr>
              <a:buFontTx/>
              <a:buAutoNum type="arabicPeriod"/>
            </a:pPr>
            <a:endParaRPr lang="es-CO" sz="2400" dirty="0">
              <a:solidFill>
                <a:schemeClr val="accent1"/>
              </a:solidFill>
              <a:latin typeface="Gill Sans MT (Cuerpo)"/>
              <a:cs typeface="Arial"/>
            </a:endParaRPr>
          </a:p>
          <a:p>
            <a:pPr marL="342900" indent="-342900">
              <a:buClr>
                <a:srgbClr val="48BE7A"/>
              </a:buClr>
              <a:buAutoNum type="arabicPeriod"/>
            </a:pPr>
            <a:endParaRPr lang="es-CO" sz="2400" dirty="0">
              <a:solidFill>
                <a:schemeClr val="accent1"/>
              </a:solidFill>
              <a:latin typeface="Gill Sans MT (Cuerpo)"/>
              <a:cs typeface="Arial"/>
            </a:endParaRPr>
          </a:p>
          <a:p>
            <a:pPr marL="342900" indent="-342900">
              <a:buClr>
                <a:srgbClr val="48BE7A"/>
              </a:buClr>
              <a:buAutoNum type="arabicPeriod"/>
            </a:pPr>
            <a:endParaRPr lang="es-CO" sz="2400" dirty="0">
              <a:solidFill>
                <a:schemeClr val="bg2">
                  <a:lumMod val="90000"/>
                </a:schemeClr>
              </a:solidFill>
              <a:latin typeface="Gill Sans MT (Cuerpo)"/>
              <a:cs typeface="Arial"/>
            </a:endParaRPr>
          </a:p>
        </p:txBody>
      </p:sp>
      <p:sp>
        <p:nvSpPr>
          <p:cNvPr id="3" name="Rectángulo 2">
            <a:extLst>
              <a:ext uri="{FF2B5EF4-FFF2-40B4-BE49-F238E27FC236}">
                <a16:creationId xmlns:a16="http://schemas.microsoft.com/office/drawing/2014/main" id="{165337A3-9309-1CEE-1DD7-CF35D5FB52F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C2598DC2-318E-9F8C-D5A9-D772D6E889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813DFB88-F5A4-598A-89B1-5F2427C6793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02467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sz="3200" dirty="0">
                <a:latin typeface="Gill Sans MT (Títulos)"/>
              </a:rPr>
              <a:t>COMBINACIONES DE Relaciones de Equivalencia </a:t>
            </a:r>
          </a:p>
        </p:txBody>
      </p:sp>
      <p:sp>
        <p:nvSpPr>
          <p:cNvPr id="3" name="Marcador de contenido 2"/>
          <p:cNvSpPr>
            <a:spLocks noGrp="1"/>
          </p:cNvSpPr>
          <p:nvPr>
            <p:ph idx="1"/>
          </p:nvPr>
        </p:nvSpPr>
        <p:spPr>
          <a:xfrm>
            <a:off x="1448809" y="2460396"/>
            <a:ext cx="6819068" cy="3678303"/>
          </a:xfrm>
        </p:spPr>
        <p:txBody>
          <a:bodyPr>
            <a:normAutofit/>
          </a:bodyPr>
          <a:lstStyle/>
          <a:p>
            <a:pPr marL="0" indent="0" algn="ctr">
              <a:buNone/>
            </a:pPr>
            <a:r>
              <a:rPr lang="es-ES" sz="2400" dirty="0">
                <a:solidFill>
                  <a:schemeClr val="tx1"/>
                </a:solidFill>
                <a:latin typeface="+mj-lt"/>
              </a:rPr>
              <a:t>Deberá ser claro que las fórmulas hasta aquí presentadas pueden utilizarse en </a:t>
            </a:r>
            <a:r>
              <a:rPr lang="es-ES" sz="2400" b="1" dirty="0">
                <a:solidFill>
                  <a:schemeClr val="tx1"/>
                </a:solidFill>
                <a:latin typeface="+mj-lt"/>
              </a:rPr>
              <a:t>combinaciones</a:t>
            </a:r>
            <a:r>
              <a:rPr lang="es-ES" sz="2400" dirty="0">
                <a:solidFill>
                  <a:schemeClr val="tx1"/>
                </a:solidFill>
                <a:latin typeface="+mj-lt"/>
              </a:rPr>
              <a:t>. </a:t>
            </a:r>
          </a:p>
          <a:p>
            <a:pPr marL="0" indent="0" algn="ctr">
              <a:buNone/>
            </a:pPr>
            <a:endParaRPr lang="es-ES" sz="2400" dirty="0">
              <a:solidFill>
                <a:schemeClr val="tx1"/>
              </a:solidFill>
              <a:latin typeface="+mj-lt"/>
            </a:endParaRPr>
          </a:p>
          <a:p>
            <a:pPr marL="0" indent="0" algn="ctr">
              <a:buNone/>
            </a:pPr>
            <a:r>
              <a:rPr lang="es-ES" sz="2400" dirty="0">
                <a:solidFill>
                  <a:schemeClr val="tx1"/>
                </a:solidFill>
                <a:latin typeface="+mj-lt"/>
              </a:rPr>
              <a:t>En otras palabras, </a:t>
            </a:r>
            <a:r>
              <a:rPr lang="es-ES" sz="2400" b="1" dirty="0">
                <a:solidFill>
                  <a:schemeClr val="tx1"/>
                </a:solidFill>
                <a:latin typeface="+mj-lt"/>
              </a:rPr>
              <a:t>pueden encontrarse operaciones y/o contratos financieros que requieran el uso combinado de una o más de nuestras formulas básicas</a:t>
            </a:r>
            <a:r>
              <a:rPr lang="es-ES" sz="2400" dirty="0">
                <a:solidFill>
                  <a:schemeClr val="tx1"/>
                </a:solidFill>
                <a:latin typeface="+mj-lt"/>
              </a:rPr>
              <a:t>.</a:t>
            </a:r>
          </a:p>
          <a:p>
            <a:pPr algn="ctr"/>
            <a:endParaRPr lang="es-ES" sz="2400" dirty="0">
              <a:solidFill>
                <a:schemeClr val="accent1"/>
              </a:solidFill>
              <a:latin typeface="+mj-lt"/>
            </a:endParaRPr>
          </a:p>
        </p:txBody>
      </p:sp>
      <p:sp>
        <p:nvSpPr>
          <p:cNvPr id="4" name="Marcador de número de diapositiva 3"/>
          <p:cNvSpPr>
            <a:spLocks noGrp="1"/>
          </p:cNvSpPr>
          <p:nvPr>
            <p:ph type="sldNum" sz="quarter" idx="12"/>
          </p:nvPr>
        </p:nvSpPr>
        <p:spPr/>
        <p:txBody>
          <a:bodyPr/>
          <a:lstStyle/>
          <a:p>
            <a:fld id="{5E3E23BA-6E79-2442-BA73-D218A5E297C3}" type="slidenum">
              <a:rPr lang="en-US" sz="1800" smtClean="0"/>
              <a:t>36</a:t>
            </a:fld>
            <a:endParaRPr lang="en-US" sz="1800"/>
          </a:p>
        </p:txBody>
      </p:sp>
      <p:sp>
        <p:nvSpPr>
          <p:cNvPr id="9" name="Rectángulo 8">
            <a:extLst>
              <a:ext uri="{FF2B5EF4-FFF2-40B4-BE49-F238E27FC236}">
                <a16:creationId xmlns:a16="http://schemas.microsoft.com/office/drawing/2014/main" id="{ECEE28E7-A3C0-E01B-F33C-78A97C1C8B9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06656817-87D3-C51D-D5C0-B3DE2CF696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5141EB29-5942-2D6A-63C9-F1A07C858E9D}"/>
              </a:ext>
            </a:extLst>
          </p:cNvPr>
          <p:cNvSpPr/>
          <p:nvPr/>
        </p:nvSpPr>
        <p:spPr>
          <a:xfrm>
            <a:off x="8634815"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7" name="Imagen 6">
            <a:extLst>
              <a:ext uri="{FF2B5EF4-FFF2-40B4-BE49-F238E27FC236}">
                <a16:creationId xmlns:a16="http://schemas.microsoft.com/office/drawing/2014/main" id="{1BE10F80-A326-8402-5A99-1D6E96FB918C}"/>
              </a:ext>
            </a:extLst>
          </p:cNvPr>
          <p:cNvPicPr>
            <a:picLocks noChangeAspect="1"/>
          </p:cNvPicPr>
          <p:nvPr/>
        </p:nvPicPr>
        <p:blipFill>
          <a:blip r:embed="rId3"/>
          <a:stretch>
            <a:fillRect/>
          </a:stretch>
        </p:blipFill>
        <p:spPr>
          <a:xfrm>
            <a:off x="8454252" y="2912420"/>
            <a:ext cx="2724539" cy="2142896"/>
          </a:xfrm>
          <a:prstGeom prst="rect">
            <a:avLst/>
          </a:prstGeom>
        </p:spPr>
      </p:pic>
    </p:spTree>
    <p:extLst>
      <p:ext uri="{BB962C8B-B14F-4D97-AF65-F5344CB8AC3E}">
        <p14:creationId xmlns:p14="http://schemas.microsoft.com/office/powerpoint/2010/main" val="12374862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a:t> </a:t>
            </a:r>
            <a:r>
              <a:rPr lang="es-MX" sz="3200"/>
              <a:t>EJERCICIOS DE PRÁCTICA</a:t>
            </a:r>
            <a:endParaRPr lang="es-ES_tradnl" sz="3200"/>
          </a:p>
        </p:txBody>
      </p:sp>
      <p:sp>
        <p:nvSpPr>
          <p:cNvPr id="3" name="Content Placeholder 2"/>
          <p:cNvSpPr>
            <a:spLocks noGrp="1"/>
          </p:cNvSpPr>
          <p:nvPr>
            <p:ph idx="1"/>
          </p:nvPr>
        </p:nvSpPr>
        <p:spPr>
          <a:xfrm>
            <a:off x="562136" y="2539896"/>
            <a:ext cx="5021260" cy="514090"/>
          </a:xfrm>
        </p:spPr>
        <p:txBody>
          <a:bodyPr>
            <a:normAutofit/>
          </a:bodyPr>
          <a:lstStyle/>
          <a:p>
            <a:pPr marL="0" indent="0" algn="just">
              <a:buNone/>
            </a:pPr>
            <a:r>
              <a:rPr lang="es-ES_tradnl" sz="2400">
                <a:latin typeface="+mj-lt"/>
              </a:rPr>
              <a:t>Si su costo de oportunidad es 8% E.A.</a:t>
            </a:r>
          </a:p>
        </p:txBody>
      </p:sp>
      <p:sp>
        <p:nvSpPr>
          <p:cNvPr id="4" name="Slide Number Placeholder 3"/>
          <p:cNvSpPr>
            <a:spLocks noGrp="1"/>
          </p:cNvSpPr>
          <p:nvPr>
            <p:ph type="sldNum" sz="quarter" idx="12"/>
          </p:nvPr>
        </p:nvSpPr>
        <p:spPr/>
        <p:txBody>
          <a:bodyPr/>
          <a:lstStyle/>
          <a:p>
            <a:fld id="{5E3E23BA-6E79-2442-BA73-D218A5E297C3}" type="slidenum">
              <a:rPr lang="en-US" sz="1900" smtClean="0"/>
              <a:t>37</a:t>
            </a:fld>
            <a:endParaRPr lang="en-US" sz="1900"/>
          </a:p>
        </p:txBody>
      </p:sp>
      <p:grpSp>
        <p:nvGrpSpPr>
          <p:cNvPr id="6" name="Grupo 5"/>
          <p:cNvGrpSpPr/>
          <p:nvPr/>
        </p:nvGrpSpPr>
        <p:grpSpPr>
          <a:xfrm>
            <a:off x="1884237" y="3311949"/>
            <a:ext cx="8423526" cy="2002425"/>
            <a:chOff x="1491343" y="4176804"/>
            <a:chExt cx="7048165" cy="2150276"/>
          </a:xfrm>
        </p:grpSpPr>
        <p:cxnSp>
          <p:nvCxnSpPr>
            <p:cNvPr id="13" name="Straight Connector 12"/>
            <p:cNvCxnSpPr/>
            <p:nvPr/>
          </p:nvCxnSpPr>
          <p:spPr>
            <a:xfrm>
              <a:off x="1519511" y="4640650"/>
              <a:ext cx="6873849" cy="1224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24" name="Rectangle 23"/>
            <p:cNvSpPr>
              <a:spLocks/>
            </p:cNvSpPr>
            <p:nvPr/>
          </p:nvSpPr>
          <p:spPr bwMode="auto">
            <a:xfrm flipH="1">
              <a:off x="1491343" y="4204417"/>
              <a:ext cx="131729" cy="4594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mj-lt"/>
                </a:rPr>
                <a:t>0</a:t>
              </a:r>
            </a:p>
          </p:txBody>
        </p:sp>
        <p:sp>
          <p:nvSpPr>
            <p:cNvPr id="12" name="Rectangle 11"/>
            <p:cNvSpPr>
              <a:spLocks/>
            </p:cNvSpPr>
            <p:nvPr/>
          </p:nvSpPr>
          <p:spPr bwMode="auto">
            <a:xfrm>
              <a:off x="1924079" y="4195928"/>
              <a:ext cx="337060" cy="4594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mj-lt"/>
                </a:rPr>
                <a:t>1</a:t>
              </a:r>
            </a:p>
          </p:txBody>
        </p:sp>
        <p:sp>
          <p:nvSpPr>
            <p:cNvPr id="15" name="Rectangle 14"/>
            <p:cNvSpPr>
              <a:spLocks/>
            </p:cNvSpPr>
            <p:nvPr/>
          </p:nvSpPr>
          <p:spPr bwMode="auto">
            <a:xfrm>
              <a:off x="2484692" y="4195930"/>
              <a:ext cx="337060" cy="4594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mj-lt"/>
                </a:rPr>
                <a:t>2</a:t>
              </a:r>
            </a:p>
          </p:txBody>
        </p:sp>
        <p:sp>
          <p:nvSpPr>
            <p:cNvPr id="16" name="Rectangle 15"/>
            <p:cNvSpPr>
              <a:spLocks/>
            </p:cNvSpPr>
            <p:nvPr/>
          </p:nvSpPr>
          <p:spPr bwMode="auto">
            <a:xfrm>
              <a:off x="3048549" y="4195930"/>
              <a:ext cx="337060" cy="4594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mj-lt"/>
                </a:rPr>
                <a:t>3</a:t>
              </a:r>
            </a:p>
          </p:txBody>
        </p:sp>
        <p:sp>
          <p:nvSpPr>
            <p:cNvPr id="17" name="Rectangle 16"/>
            <p:cNvSpPr>
              <a:spLocks/>
            </p:cNvSpPr>
            <p:nvPr/>
          </p:nvSpPr>
          <p:spPr bwMode="auto">
            <a:xfrm>
              <a:off x="3655075" y="4195930"/>
              <a:ext cx="337060" cy="4594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mj-lt"/>
                </a:rPr>
                <a:t>4</a:t>
              </a:r>
            </a:p>
          </p:txBody>
        </p:sp>
        <p:sp>
          <p:nvSpPr>
            <p:cNvPr id="18" name="Rectangle 17"/>
            <p:cNvSpPr>
              <a:spLocks/>
            </p:cNvSpPr>
            <p:nvPr/>
          </p:nvSpPr>
          <p:spPr bwMode="auto">
            <a:xfrm>
              <a:off x="4258181" y="4176804"/>
              <a:ext cx="337060" cy="4594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mj-lt"/>
                </a:rPr>
                <a:t>5</a:t>
              </a:r>
            </a:p>
          </p:txBody>
        </p:sp>
        <p:sp>
          <p:nvSpPr>
            <p:cNvPr id="19" name="Rectangle 18"/>
            <p:cNvSpPr>
              <a:spLocks/>
            </p:cNvSpPr>
            <p:nvPr/>
          </p:nvSpPr>
          <p:spPr bwMode="auto">
            <a:xfrm>
              <a:off x="4777031" y="4195929"/>
              <a:ext cx="337060" cy="4594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mj-lt"/>
                </a:rPr>
                <a:t>6</a:t>
              </a:r>
            </a:p>
          </p:txBody>
        </p:sp>
        <p:sp>
          <p:nvSpPr>
            <p:cNvPr id="20" name="Rectangle 19"/>
            <p:cNvSpPr>
              <a:spLocks/>
            </p:cNvSpPr>
            <p:nvPr/>
          </p:nvSpPr>
          <p:spPr bwMode="auto">
            <a:xfrm>
              <a:off x="5383554" y="4195929"/>
              <a:ext cx="337060" cy="4594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mj-lt"/>
                </a:rPr>
                <a:t>7</a:t>
              </a:r>
            </a:p>
          </p:txBody>
        </p:sp>
        <p:sp>
          <p:nvSpPr>
            <p:cNvPr id="29" name="Rectangle 28"/>
            <p:cNvSpPr>
              <a:spLocks/>
            </p:cNvSpPr>
            <p:nvPr/>
          </p:nvSpPr>
          <p:spPr bwMode="auto">
            <a:xfrm>
              <a:off x="5938227" y="4195929"/>
              <a:ext cx="337060" cy="4594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mj-lt"/>
                </a:rPr>
                <a:t>8</a:t>
              </a:r>
            </a:p>
          </p:txBody>
        </p:sp>
        <p:sp>
          <p:nvSpPr>
            <p:cNvPr id="30" name="Rectangle 29"/>
            <p:cNvSpPr>
              <a:spLocks/>
            </p:cNvSpPr>
            <p:nvPr/>
          </p:nvSpPr>
          <p:spPr bwMode="auto">
            <a:xfrm>
              <a:off x="6532383" y="4204416"/>
              <a:ext cx="337060" cy="4594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mj-lt"/>
                </a:rPr>
                <a:t>9</a:t>
              </a:r>
            </a:p>
          </p:txBody>
        </p:sp>
        <p:sp>
          <p:nvSpPr>
            <p:cNvPr id="31" name="Rectangle 30"/>
            <p:cNvSpPr>
              <a:spLocks/>
            </p:cNvSpPr>
            <p:nvPr/>
          </p:nvSpPr>
          <p:spPr bwMode="auto">
            <a:xfrm>
              <a:off x="7153602" y="4195929"/>
              <a:ext cx="337060" cy="4594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mj-lt"/>
                </a:rPr>
                <a:t>10</a:t>
              </a:r>
            </a:p>
          </p:txBody>
        </p:sp>
        <p:sp>
          <p:nvSpPr>
            <p:cNvPr id="32" name="Rectangle 31"/>
            <p:cNvSpPr>
              <a:spLocks/>
            </p:cNvSpPr>
            <p:nvPr/>
          </p:nvSpPr>
          <p:spPr bwMode="auto">
            <a:xfrm>
              <a:off x="7656863" y="4195929"/>
              <a:ext cx="337060" cy="4594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mj-lt"/>
                </a:rPr>
                <a:t>11</a:t>
              </a:r>
            </a:p>
          </p:txBody>
        </p:sp>
        <p:sp>
          <p:nvSpPr>
            <p:cNvPr id="34" name="Rectangle 33"/>
            <p:cNvSpPr>
              <a:spLocks/>
            </p:cNvSpPr>
            <p:nvPr/>
          </p:nvSpPr>
          <p:spPr bwMode="auto">
            <a:xfrm>
              <a:off x="8202448" y="4176806"/>
              <a:ext cx="337060" cy="4594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mj-lt"/>
                </a:rPr>
                <a:t>12</a:t>
              </a:r>
            </a:p>
          </p:txBody>
        </p:sp>
        <p:cxnSp>
          <p:nvCxnSpPr>
            <p:cNvPr id="35" name="Straight Arrow Connector 34"/>
            <p:cNvCxnSpPr/>
            <p:nvPr/>
          </p:nvCxnSpPr>
          <p:spPr>
            <a:xfrm>
              <a:off x="1540640" y="4639623"/>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a:off x="8393360" y="4652891"/>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1540640" y="5260524"/>
              <a:ext cx="2905074" cy="13268"/>
            </a:xfrm>
            <a:prstGeom prst="straightConnector1">
              <a:avLst/>
            </a:prstGeom>
            <a:ln w="38100">
              <a:solidFill>
                <a:srgbClr val="FF0000"/>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38" name="Rectangle 37"/>
            <p:cNvSpPr>
              <a:spLocks/>
            </p:cNvSpPr>
            <p:nvPr/>
          </p:nvSpPr>
          <p:spPr bwMode="auto">
            <a:xfrm>
              <a:off x="1924079" y="4803523"/>
              <a:ext cx="1887166" cy="4594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b="1">
                  <a:solidFill>
                    <a:srgbClr val="FF0000"/>
                  </a:solidFill>
                  <a:latin typeface="+mj-lt"/>
                </a:rPr>
                <a:t>A = 400</a:t>
              </a:r>
            </a:p>
          </p:txBody>
        </p:sp>
        <p:cxnSp>
          <p:nvCxnSpPr>
            <p:cNvPr id="25" name="Straight Arrow Connector 24"/>
            <p:cNvCxnSpPr/>
            <p:nvPr/>
          </p:nvCxnSpPr>
          <p:spPr>
            <a:xfrm>
              <a:off x="4445714" y="4652891"/>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a:off x="5550650" y="4652891"/>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a:off x="5550650" y="5260524"/>
              <a:ext cx="2842710" cy="13268"/>
            </a:xfrm>
            <a:prstGeom prst="straightConnector1">
              <a:avLst/>
            </a:prstGeom>
            <a:ln w="38100">
              <a:solidFill>
                <a:srgbClr val="FF0000"/>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39" name="Rectangle 38"/>
            <p:cNvSpPr>
              <a:spLocks/>
            </p:cNvSpPr>
            <p:nvPr/>
          </p:nvSpPr>
          <p:spPr bwMode="auto">
            <a:xfrm>
              <a:off x="6106757" y="4832812"/>
              <a:ext cx="1887166" cy="4594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b="1">
                  <a:solidFill>
                    <a:srgbClr val="FF0000"/>
                  </a:solidFill>
                  <a:latin typeface="+mj-lt"/>
                </a:rPr>
                <a:t>A = 400</a:t>
              </a:r>
            </a:p>
          </p:txBody>
        </p:sp>
        <p:cxnSp>
          <p:nvCxnSpPr>
            <p:cNvPr id="40" name="Straight Arrow Connector 39"/>
            <p:cNvCxnSpPr/>
            <p:nvPr/>
          </p:nvCxnSpPr>
          <p:spPr>
            <a:xfrm>
              <a:off x="4960661" y="4652891"/>
              <a:ext cx="0" cy="1289915"/>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41" name="Rectangle 40"/>
            <p:cNvSpPr>
              <a:spLocks/>
            </p:cNvSpPr>
            <p:nvPr/>
          </p:nvSpPr>
          <p:spPr bwMode="auto">
            <a:xfrm>
              <a:off x="4017079" y="5867651"/>
              <a:ext cx="1887166" cy="4594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b="1">
                  <a:solidFill>
                    <a:srgbClr val="FF0000"/>
                  </a:solidFill>
                  <a:latin typeface="+mj-lt"/>
                </a:rPr>
                <a:t>600</a:t>
              </a:r>
            </a:p>
          </p:txBody>
        </p:sp>
      </p:grpSp>
      <p:sp>
        <p:nvSpPr>
          <p:cNvPr id="70" name="Rectángulo 69">
            <a:extLst>
              <a:ext uri="{FF2B5EF4-FFF2-40B4-BE49-F238E27FC236}">
                <a16:creationId xmlns:a16="http://schemas.microsoft.com/office/drawing/2014/main" id="{537F7C29-9EBA-467A-8CB0-240580B76081}"/>
              </a:ext>
            </a:extLst>
          </p:cNvPr>
          <p:cNvSpPr/>
          <p:nvPr/>
        </p:nvSpPr>
        <p:spPr>
          <a:xfrm>
            <a:off x="581192" y="2026344"/>
            <a:ext cx="1628972" cy="461665"/>
          </a:xfrm>
          <a:prstGeom prst="rect">
            <a:avLst/>
          </a:prstGeom>
        </p:spPr>
        <p:txBody>
          <a:bodyPr wrap="none">
            <a:spAutoFit/>
          </a:bodyPr>
          <a:lstStyle/>
          <a:p>
            <a:r>
              <a:rPr lang="es-ES_tradnl" sz="2400" b="1">
                <a:solidFill>
                  <a:srgbClr val="C00000"/>
                </a:solidFill>
                <a:latin typeface="+mj-lt"/>
              </a:rPr>
              <a:t>Ejemplo 1</a:t>
            </a:r>
            <a:endParaRPr lang="es-CO" sz="2400" b="1">
              <a:solidFill>
                <a:srgbClr val="C00000"/>
              </a:solidFill>
              <a:latin typeface="+mj-lt"/>
            </a:endParaRPr>
          </a:p>
        </p:txBody>
      </p:sp>
      <p:sp>
        <p:nvSpPr>
          <p:cNvPr id="5" name="Rectángulo 4">
            <a:extLst>
              <a:ext uri="{FF2B5EF4-FFF2-40B4-BE49-F238E27FC236}">
                <a16:creationId xmlns:a16="http://schemas.microsoft.com/office/drawing/2014/main" id="{FA77AF2E-23BF-2AAB-1EEC-2E577F34D42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1E8F9325-4E7E-8BA6-C92F-27D20372A1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A1FFE96A-F079-244B-FB47-9DAACAFFDB20}"/>
              </a:ext>
            </a:extLst>
          </p:cNvPr>
          <p:cNvSpPr/>
          <p:nvPr/>
        </p:nvSpPr>
        <p:spPr>
          <a:xfrm>
            <a:off x="8651415" y="144118"/>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CuadroTexto 10">
            <a:extLst>
              <a:ext uri="{FF2B5EF4-FFF2-40B4-BE49-F238E27FC236}">
                <a16:creationId xmlns:a16="http://schemas.microsoft.com/office/drawing/2014/main" id="{CC4EE717-3658-CB6D-D20D-9DAB14588E6E}"/>
              </a:ext>
            </a:extLst>
          </p:cNvPr>
          <p:cNvSpPr txBox="1"/>
          <p:nvPr/>
        </p:nvSpPr>
        <p:spPr>
          <a:xfrm>
            <a:off x="693368" y="5387207"/>
            <a:ext cx="10329458" cy="830997"/>
          </a:xfrm>
          <a:prstGeom prst="rect">
            <a:avLst/>
          </a:prstGeom>
          <a:noFill/>
        </p:spPr>
        <p:txBody>
          <a:bodyPr wrap="square" rtlCol="0">
            <a:spAutoFit/>
          </a:bodyPr>
          <a:lstStyle/>
          <a:p>
            <a:pPr algn="ctr"/>
            <a:r>
              <a:rPr lang="es-CO" sz="2400">
                <a:solidFill>
                  <a:schemeClr val="tx2"/>
                </a:solidFill>
              </a:rPr>
              <a:t>Suponiendo que los flujos son anuales, ¿A cuánto equivaldrían esta serie de pagos en el año 12?</a:t>
            </a:r>
          </a:p>
        </p:txBody>
      </p:sp>
    </p:spTree>
    <p:extLst>
      <p:ext uri="{BB962C8B-B14F-4D97-AF65-F5344CB8AC3E}">
        <p14:creationId xmlns:p14="http://schemas.microsoft.com/office/powerpoint/2010/main" val="3100077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sz="3200">
                <a:latin typeface="Gill Sans MT (Títulos)"/>
              </a:rPr>
              <a:t>COMBINACIONES DE </a:t>
            </a:r>
            <a:r>
              <a:rPr lang="es-ES_tradnl" sz="3200">
                <a:latin typeface="Gill Sans MT (Títulos)"/>
              </a:rPr>
              <a:t>Relaciones de Equivalencia </a:t>
            </a:r>
          </a:p>
        </p:txBody>
      </p:sp>
      <p:sp>
        <p:nvSpPr>
          <p:cNvPr id="133" name="Content Placeholder 2">
            <a:extLst>
              <a:ext uri="{FF2B5EF4-FFF2-40B4-BE49-F238E27FC236}">
                <a16:creationId xmlns:a16="http://schemas.microsoft.com/office/drawing/2014/main" id="{45BF9B57-D11D-4E23-9FE7-67534594394D}"/>
              </a:ext>
            </a:extLst>
          </p:cNvPr>
          <p:cNvSpPr>
            <a:spLocks noGrp="1"/>
          </p:cNvSpPr>
          <p:nvPr>
            <p:ph idx="1"/>
          </p:nvPr>
        </p:nvSpPr>
        <p:spPr>
          <a:xfrm>
            <a:off x="631120" y="2429088"/>
            <a:ext cx="5021260" cy="514090"/>
          </a:xfrm>
        </p:spPr>
        <p:txBody>
          <a:bodyPr>
            <a:normAutofit fontScale="85000" lnSpcReduction="10000"/>
          </a:bodyPr>
          <a:lstStyle/>
          <a:p>
            <a:pPr marL="0" indent="0" algn="just">
              <a:buNone/>
            </a:pPr>
            <a:r>
              <a:rPr lang="es-ES_tradnl" sz="2800"/>
              <a:t>Si su costo de oportunidad es 8% E.A.</a:t>
            </a:r>
          </a:p>
        </p:txBody>
      </p:sp>
      <p:sp>
        <p:nvSpPr>
          <p:cNvPr id="4" name="Slide Number Placeholder 3"/>
          <p:cNvSpPr>
            <a:spLocks noGrp="1"/>
          </p:cNvSpPr>
          <p:nvPr>
            <p:ph type="sldNum" sz="quarter" idx="12"/>
          </p:nvPr>
        </p:nvSpPr>
        <p:spPr/>
        <p:txBody>
          <a:bodyPr/>
          <a:lstStyle/>
          <a:p>
            <a:fld id="{5E3E23BA-6E79-2442-BA73-D218A5E297C3}" type="slidenum">
              <a:rPr lang="en-US" sz="1800" smtClean="0"/>
              <a:t>38</a:t>
            </a:fld>
            <a:endParaRPr lang="en-US" sz="1800"/>
          </a:p>
        </p:txBody>
      </p:sp>
      <p:sp>
        <p:nvSpPr>
          <p:cNvPr id="6" name="CuadroTexto 5"/>
          <p:cNvSpPr txBox="1"/>
          <p:nvPr/>
        </p:nvSpPr>
        <p:spPr>
          <a:xfrm>
            <a:off x="1699835" y="4524545"/>
            <a:ext cx="1468672" cy="369332"/>
          </a:xfrm>
          <a:prstGeom prst="rect">
            <a:avLst/>
          </a:prstGeom>
          <a:noFill/>
        </p:spPr>
        <p:txBody>
          <a:bodyPr wrap="none" rtlCol="0">
            <a:spAutoFit/>
          </a:bodyPr>
          <a:lstStyle/>
          <a:p>
            <a:r>
              <a:rPr lang="es-CO" b="1">
                <a:solidFill>
                  <a:srgbClr val="D7A700"/>
                </a:solidFill>
              </a:rPr>
              <a:t>OPCIÓN 1)</a:t>
            </a:r>
          </a:p>
        </p:txBody>
      </p:sp>
      <p:grpSp>
        <p:nvGrpSpPr>
          <p:cNvPr id="80" name="Grupo 79"/>
          <p:cNvGrpSpPr/>
          <p:nvPr/>
        </p:nvGrpSpPr>
        <p:grpSpPr>
          <a:xfrm>
            <a:off x="2409443" y="5423715"/>
            <a:ext cx="3535405" cy="1057717"/>
            <a:chOff x="1491343" y="4227696"/>
            <a:chExt cx="7048165" cy="2048490"/>
          </a:xfrm>
        </p:grpSpPr>
        <p:cxnSp>
          <p:nvCxnSpPr>
            <p:cNvPr id="81" name="Straight Connector 12"/>
            <p:cNvCxnSpPr/>
            <p:nvPr/>
          </p:nvCxnSpPr>
          <p:spPr>
            <a:xfrm>
              <a:off x="1519511" y="4640650"/>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82" name="Rectangle 23"/>
            <p:cNvSpPr>
              <a:spLocks/>
            </p:cNvSpPr>
            <p:nvPr/>
          </p:nvSpPr>
          <p:spPr bwMode="auto">
            <a:xfrm flipH="1">
              <a:off x="1491343" y="4255308"/>
              <a:ext cx="13172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0</a:t>
              </a:r>
            </a:p>
          </p:txBody>
        </p:sp>
        <p:sp>
          <p:nvSpPr>
            <p:cNvPr id="83" name="Rectangle 11"/>
            <p:cNvSpPr>
              <a:spLocks/>
            </p:cNvSpPr>
            <p:nvPr/>
          </p:nvSpPr>
          <p:spPr bwMode="auto">
            <a:xfrm>
              <a:off x="1924077" y="4246819"/>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1</a:t>
              </a:r>
            </a:p>
          </p:txBody>
        </p:sp>
        <p:sp>
          <p:nvSpPr>
            <p:cNvPr id="84" name="Rectangle 14"/>
            <p:cNvSpPr>
              <a:spLocks/>
            </p:cNvSpPr>
            <p:nvPr/>
          </p:nvSpPr>
          <p:spPr bwMode="auto">
            <a:xfrm>
              <a:off x="2484691"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2</a:t>
              </a:r>
            </a:p>
          </p:txBody>
        </p:sp>
        <p:sp>
          <p:nvSpPr>
            <p:cNvPr id="85" name="Rectangle 15"/>
            <p:cNvSpPr>
              <a:spLocks/>
            </p:cNvSpPr>
            <p:nvPr/>
          </p:nvSpPr>
          <p:spPr bwMode="auto">
            <a:xfrm>
              <a:off x="3048550"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3</a:t>
              </a:r>
            </a:p>
          </p:txBody>
        </p:sp>
        <p:sp>
          <p:nvSpPr>
            <p:cNvPr id="86" name="Rectangle 16"/>
            <p:cNvSpPr>
              <a:spLocks/>
            </p:cNvSpPr>
            <p:nvPr/>
          </p:nvSpPr>
          <p:spPr bwMode="auto">
            <a:xfrm>
              <a:off x="3655073"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4</a:t>
              </a:r>
            </a:p>
          </p:txBody>
        </p:sp>
        <p:sp>
          <p:nvSpPr>
            <p:cNvPr id="87" name="Rectangle 17"/>
            <p:cNvSpPr>
              <a:spLocks/>
            </p:cNvSpPr>
            <p:nvPr/>
          </p:nvSpPr>
          <p:spPr bwMode="auto">
            <a:xfrm>
              <a:off x="4258181" y="4227696"/>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5</a:t>
              </a:r>
            </a:p>
          </p:txBody>
        </p:sp>
        <p:sp>
          <p:nvSpPr>
            <p:cNvPr id="88" name="Rectangle 18"/>
            <p:cNvSpPr>
              <a:spLocks/>
            </p:cNvSpPr>
            <p:nvPr/>
          </p:nvSpPr>
          <p:spPr bwMode="auto">
            <a:xfrm>
              <a:off x="4777032"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6</a:t>
              </a:r>
            </a:p>
          </p:txBody>
        </p:sp>
        <p:sp>
          <p:nvSpPr>
            <p:cNvPr id="89" name="Rectangle 19"/>
            <p:cNvSpPr>
              <a:spLocks/>
            </p:cNvSpPr>
            <p:nvPr/>
          </p:nvSpPr>
          <p:spPr bwMode="auto">
            <a:xfrm>
              <a:off x="5383556"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7</a:t>
              </a:r>
            </a:p>
          </p:txBody>
        </p:sp>
        <p:sp>
          <p:nvSpPr>
            <p:cNvPr id="90" name="Rectangle 28"/>
            <p:cNvSpPr>
              <a:spLocks/>
            </p:cNvSpPr>
            <p:nvPr/>
          </p:nvSpPr>
          <p:spPr bwMode="auto">
            <a:xfrm>
              <a:off x="5938226"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8</a:t>
              </a:r>
            </a:p>
          </p:txBody>
        </p:sp>
        <p:sp>
          <p:nvSpPr>
            <p:cNvPr id="91" name="Rectangle 29"/>
            <p:cNvSpPr>
              <a:spLocks/>
            </p:cNvSpPr>
            <p:nvPr/>
          </p:nvSpPr>
          <p:spPr bwMode="auto">
            <a:xfrm>
              <a:off x="6532383" y="4255308"/>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9</a:t>
              </a:r>
            </a:p>
          </p:txBody>
        </p:sp>
        <p:sp>
          <p:nvSpPr>
            <p:cNvPr id="92" name="Rectangle 30"/>
            <p:cNvSpPr>
              <a:spLocks/>
            </p:cNvSpPr>
            <p:nvPr/>
          </p:nvSpPr>
          <p:spPr bwMode="auto">
            <a:xfrm>
              <a:off x="7153601"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10</a:t>
              </a:r>
            </a:p>
          </p:txBody>
        </p:sp>
        <p:sp>
          <p:nvSpPr>
            <p:cNvPr id="93" name="Rectangle 31"/>
            <p:cNvSpPr>
              <a:spLocks/>
            </p:cNvSpPr>
            <p:nvPr/>
          </p:nvSpPr>
          <p:spPr bwMode="auto">
            <a:xfrm>
              <a:off x="7656864"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11</a:t>
              </a:r>
            </a:p>
          </p:txBody>
        </p:sp>
        <p:sp>
          <p:nvSpPr>
            <p:cNvPr id="94" name="Rectangle 33"/>
            <p:cNvSpPr>
              <a:spLocks/>
            </p:cNvSpPr>
            <p:nvPr/>
          </p:nvSpPr>
          <p:spPr bwMode="auto">
            <a:xfrm>
              <a:off x="8202449" y="4227696"/>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12</a:t>
              </a:r>
            </a:p>
          </p:txBody>
        </p:sp>
        <p:cxnSp>
          <p:nvCxnSpPr>
            <p:cNvPr id="95" name="Straight Arrow Connector 34"/>
            <p:cNvCxnSpPr/>
            <p:nvPr/>
          </p:nvCxnSpPr>
          <p:spPr>
            <a:xfrm>
              <a:off x="1540640" y="4639623"/>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6" name="Straight Arrow Connector 35"/>
            <p:cNvCxnSpPr/>
            <p:nvPr/>
          </p:nvCxnSpPr>
          <p:spPr>
            <a:xfrm>
              <a:off x="8393360" y="4652891"/>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7" name="Straight Arrow Connector 36"/>
            <p:cNvCxnSpPr/>
            <p:nvPr/>
          </p:nvCxnSpPr>
          <p:spPr>
            <a:xfrm>
              <a:off x="1540640" y="5260524"/>
              <a:ext cx="2905074" cy="13268"/>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98" name="Rectangle 37"/>
            <p:cNvSpPr>
              <a:spLocks/>
            </p:cNvSpPr>
            <p:nvPr/>
          </p:nvSpPr>
          <p:spPr bwMode="auto">
            <a:xfrm>
              <a:off x="1924077" y="4854415"/>
              <a:ext cx="1887167"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A = 400</a:t>
              </a:r>
            </a:p>
          </p:txBody>
        </p:sp>
        <p:cxnSp>
          <p:nvCxnSpPr>
            <p:cNvPr id="99" name="Straight Arrow Connector 24"/>
            <p:cNvCxnSpPr/>
            <p:nvPr/>
          </p:nvCxnSpPr>
          <p:spPr>
            <a:xfrm>
              <a:off x="4445714" y="4652891"/>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0" name="Straight Arrow Connector 25"/>
            <p:cNvCxnSpPr/>
            <p:nvPr/>
          </p:nvCxnSpPr>
          <p:spPr>
            <a:xfrm>
              <a:off x="5550650" y="4652891"/>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1" name="Straight Arrow Connector 32"/>
            <p:cNvCxnSpPr/>
            <p:nvPr/>
          </p:nvCxnSpPr>
          <p:spPr>
            <a:xfrm>
              <a:off x="5550650" y="5260524"/>
              <a:ext cx="2842710" cy="13268"/>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102" name="Rectangle 38"/>
            <p:cNvSpPr>
              <a:spLocks/>
            </p:cNvSpPr>
            <p:nvPr/>
          </p:nvSpPr>
          <p:spPr bwMode="auto">
            <a:xfrm>
              <a:off x="6106756" y="4883704"/>
              <a:ext cx="1887167"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A = 400</a:t>
              </a:r>
            </a:p>
          </p:txBody>
        </p:sp>
        <p:cxnSp>
          <p:nvCxnSpPr>
            <p:cNvPr id="103" name="Straight Arrow Connector 39"/>
            <p:cNvCxnSpPr/>
            <p:nvPr/>
          </p:nvCxnSpPr>
          <p:spPr>
            <a:xfrm>
              <a:off x="4960661" y="4652891"/>
              <a:ext cx="0" cy="1289915"/>
            </a:xfrm>
            <a:prstGeom prst="straightConnector1">
              <a:avLst/>
            </a:prstGeom>
            <a:ln>
              <a:solidFill>
                <a:srgbClr val="244A58"/>
              </a:solidFill>
              <a:tailEnd type="arrow"/>
            </a:ln>
          </p:spPr>
          <p:style>
            <a:lnRef idx="2">
              <a:schemeClr val="accent1"/>
            </a:lnRef>
            <a:fillRef idx="0">
              <a:schemeClr val="accent1"/>
            </a:fillRef>
            <a:effectRef idx="1">
              <a:schemeClr val="accent1"/>
            </a:effectRef>
            <a:fontRef idx="minor">
              <a:schemeClr val="tx1"/>
            </a:fontRef>
          </p:style>
        </p:cxnSp>
        <p:sp>
          <p:nvSpPr>
            <p:cNvPr id="104" name="Rectangle 40"/>
            <p:cNvSpPr>
              <a:spLocks/>
            </p:cNvSpPr>
            <p:nvPr/>
          </p:nvSpPr>
          <p:spPr bwMode="auto">
            <a:xfrm>
              <a:off x="4017078" y="5918542"/>
              <a:ext cx="1887167"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600</a:t>
              </a:r>
            </a:p>
          </p:txBody>
        </p:sp>
      </p:grpSp>
      <p:sp>
        <p:nvSpPr>
          <p:cNvPr id="7" name="Cerrar llave 6"/>
          <p:cNvSpPr/>
          <p:nvPr/>
        </p:nvSpPr>
        <p:spPr>
          <a:xfrm rot="5400000">
            <a:off x="3036223" y="5653249"/>
            <a:ext cx="308649" cy="109045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solidFill>
                <a:schemeClr val="accent1"/>
              </a:solidFill>
            </a:endParaRPr>
          </a:p>
        </p:txBody>
      </p:sp>
      <p:sp>
        <p:nvSpPr>
          <p:cNvPr id="105" name="Cerrar llave 104"/>
          <p:cNvSpPr/>
          <p:nvPr/>
        </p:nvSpPr>
        <p:spPr>
          <a:xfrm rot="5400000">
            <a:off x="5030929" y="5653249"/>
            <a:ext cx="308649" cy="109045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solidFill>
                <a:schemeClr val="accent1"/>
              </a:solidFill>
            </a:endParaRPr>
          </a:p>
        </p:txBody>
      </p:sp>
      <mc:AlternateContent xmlns:mc="http://schemas.openxmlformats.org/markup-compatibility/2006" xmlns:a14="http://schemas.microsoft.com/office/drawing/2010/main">
        <mc:Choice Requires="a14">
          <p:sp>
            <p:nvSpPr>
              <p:cNvPr id="24" name="Rectángulo 23"/>
              <p:cNvSpPr/>
              <p:nvPr/>
            </p:nvSpPr>
            <p:spPr>
              <a:xfrm>
                <a:off x="7754246" y="5458594"/>
                <a:ext cx="20024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O" b="1" i="0" smtClean="0">
                          <a:solidFill>
                            <a:schemeClr val="tx1"/>
                          </a:solidFill>
                          <a:latin typeface="Cambria Math" panose="02040503050406030204" pitchFamily="18" charset="0"/>
                        </a:rPr>
                        <m:t>𝐕</m:t>
                      </m:r>
                      <m:r>
                        <a:rPr lang="es-ES" b="1" i="0" smtClean="0">
                          <a:solidFill>
                            <a:schemeClr val="tx1"/>
                          </a:solidFill>
                          <a:latin typeface="Cambria Math" panose="02040503050406030204" pitchFamily="18" charset="0"/>
                        </a:rPr>
                        <m:t>𝐅</m:t>
                      </m:r>
                      <m:r>
                        <a:rPr lang="es-CO" b="1" i="0">
                          <a:solidFill>
                            <a:schemeClr val="tx1"/>
                          </a:solidFill>
                          <a:latin typeface="Cambria Math" panose="02040503050406030204" pitchFamily="18" charset="0"/>
                        </a:rPr>
                        <m:t>=−</m:t>
                      </m:r>
                      <m:r>
                        <a:rPr lang="es-CO" b="1" i="0">
                          <a:solidFill>
                            <a:schemeClr val="tx1"/>
                          </a:solidFill>
                          <a:latin typeface="Cambria Math" panose="02040503050406030204" pitchFamily="18" charset="0"/>
                        </a:rPr>
                        <m:t>𝟖</m:t>
                      </m:r>
                      <m:r>
                        <a:rPr lang="es-CO" b="1" i="0">
                          <a:solidFill>
                            <a:schemeClr val="tx1"/>
                          </a:solidFill>
                          <a:latin typeface="Cambria Math" panose="02040503050406030204" pitchFamily="18" charset="0"/>
                        </a:rPr>
                        <m:t>.</m:t>
                      </m:r>
                      <m:r>
                        <a:rPr lang="es-CO" b="1" i="0">
                          <a:solidFill>
                            <a:schemeClr val="tx1"/>
                          </a:solidFill>
                          <a:latin typeface="Cambria Math" panose="02040503050406030204" pitchFamily="18" charset="0"/>
                        </a:rPr>
                        <m:t>𝟗𝟏𝟓</m:t>
                      </m:r>
                      <m:r>
                        <a:rPr lang="es-CO" b="1" i="0">
                          <a:solidFill>
                            <a:schemeClr val="tx1"/>
                          </a:solidFill>
                          <a:latin typeface="Cambria Math" panose="02040503050406030204" pitchFamily="18" charset="0"/>
                        </a:rPr>
                        <m:t>,</m:t>
                      </m:r>
                      <m:r>
                        <a:rPr lang="es-CO" b="1" i="0">
                          <a:solidFill>
                            <a:schemeClr val="tx1"/>
                          </a:solidFill>
                          <a:latin typeface="Cambria Math" panose="02040503050406030204" pitchFamily="18" charset="0"/>
                        </a:rPr>
                        <m:t>𝟒𝟗</m:t>
                      </m:r>
                    </m:oMath>
                  </m:oMathPara>
                </a14:m>
                <a:endParaRPr lang="es-CO" b="1">
                  <a:solidFill>
                    <a:schemeClr val="tx1"/>
                  </a:solidFill>
                </a:endParaRPr>
              </a:p>
            </p:txBody>
          </p:sp>
        </mc:Choice>
        <mc:Fallback xmlns="">
          <p:sp>
            <p:nvSpPr>
              <p:cNvPr id="24" name="Rectángulo 23"/>
              <p:cNvSpPr>
                <a:spLocks noRot="1" noChangeAspect="1" noMove="1" noResize="1" noEditPoints="1" noAdjustHandles="1" noChangeArrowheads="1" noChangeShapeType="1" noTextEdit="1"/>
              </p:cNvSpPr>
              <p:nvPr/>
            </p:nvSpPr>
            <p:spPr>
              <a:xfrm>
                <a:off x="7754246" y="5458594"/>
                <a:ext cx="2002471" cy="369332"/>
              </a:xfrm>
              <a:prstGeom prst="rect">
                <a:avLst/>
              </a:prstGeom>
              <a:blipFill>
                <a:blip r:embed="rId3"/>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5227838" y="4789047"/>
                <a:ext cx="6542402" cy="58067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CO" sz="1400" i="0" smtClean="0">
                          <a:solidFill>
                            <a:schemeClr val="accent1"/>
                          </a:solidFill>
                          <a:latin typeface="Cambria Math" panose="02040503050406030204" pitchFamily="18" charset="0"/>
                        </a:rPr>
                        <m:t>V</m:t>
                      </m:r>
                      <m:r>
                        <m:rPr>
                          <m:sty m:val="p"/>
                        </m:rPr>
                        <a:rPr lang="es-ES" sz="1400" b="0" i="0" smtClean="0">
                          <a:solidFill>
                            <a:schemeClr val="accent1"/>
                          </a:solidFill>
                          <a:latin typeface="Cambria Math" panose="02040503050406030204" pitchFamily="18" charset="0"/>
                        </a:rPr>
                        <m:t>F</m:t>
                      </m:r>
                      <m:r>
                        <a:rPr lang="es-CO" sz="1400" i="0">
                          <a:solidFill>
                            <a:schemeClr val="accent1"/>
                          </a:solidFill>
                          <a:latin typeface="Cambria Math" panose="02040503050406030204" pitchFamily="18" charset="0"/>
                        </a:rPr>
                        <m:t>=−400</m:t>
                      </m:r>
                      <m:d>
                        <m:dPr>
                          <m:ctrlPr>
                            <a:rPr lang="es-CO" sz="1400" i="1">
                              <a:solidFill>
                                <a:schemeClr val="accent1"/>
                              </a:solidFill>
                              <a:latin typeface="Cambria Math" panose="02040503050406030204" pitchFamily="18" charset="0"/>
                            </a:rPr>
                          </m:ctrlPr>
                        </m:dPr>
                        <m:e>
                          <m:f>
                            <m:fPr>
                              <m:ctrlPr>
                                <a:rPr lang="es-CO" sz="1400" i="1">
                                  <a:solidFill>
                                    <a:schemeClr val="accent1"/>
                                  </a:solidFill>
                                  <a:latin typeface="Cambria Math" panose="02040503050406030204" pitchFamily="18" charset="0"/>
                                </a:rPr>
                              </m:ctrlPr>
                            </m:fPr>
                            <m:num>
                              <m:sSup>
                                <m:sSupPr>
                                  <m:ctrlPr>
                                    <a:rPr lang="es-CO" sz="1400" i="1">
                                      <a:solidFill>
                                        <a:schemeClr val="accent1"/>
                                      </a:solidFill>
                                      <a:latin typeface="Cambria Math" panose="02040503050406030204" pitchFamily="18" charset="0"/>
                                    </a:rPr>
                                  </m:ctrlPr>
                                </m:sSupPr>
                                <m:e>
                                  <m:d>
                                    <m:dPr>
                                      <m:ctrlPr>
                                        <a:rPr lang="es-CO" sz="1400" i="1">
                                          <a:solidFill>
                                            <a:schemeClr val="accent1"/>
                                          </a:solidFill>
                                          <a:latin typeface="Cambria Math" panose="02040503050406030204" pitchFamily="18" charset="0"/>
                                        </a:rPr>
                                      </m:ctrlPr>
                                    </m:dPr>
                                    <m:e>
                                      <m:r>
                                        <a:rPr lang="es-CO" sz="1400" i="0">
                                          <a:solidFill>
                                            <a:schemeClr val="accent1"/>
                                          </a:solidFill>
                                          <a:latin typeface="Cambria Math" panose="02040503050406030204" pitchFamily="18" charset="0"/>
                                        </a:rPr>
                                        <m:t>1+8%</m:t>
                                      </m:r>
                                    </m:e>
                                  </m:d>
                                </m:e>
                                <m:sup>
                                  <m:r>
                                    <a:rPr lang="es-CO" sz="1400" i="0">
                                      <a:solidFill>
                                        <a:schemeClr val="accent1"/>
                                      </a:solidFill>
                                      <a:latin typeface="Cambria Math" panose="02040503050406030204" pitchFamily="18" charset="0"/>
                                    </a:rPr>
                                    <m:t>6</m:t>
                                  </m:r>
                                </m:sup>
                              </m:sSup>
                              <m:r>
                                <a:rPr lang="es-CO" sz="1400" i="0">
                                  <a:solidFill>
                                    <a:schemeClr val="accent1"/>
                                  </a:solidFill>
                                  <a:latin typeface="Cambria Math" panose="02040503050406030204" pitchFamily="18" charset="0"/>
                                </a:rPr>
                                <m:t>−1</m:t>
                              </m:r>
                            </m:num>
                            <m:den>
                              <m:r>
                                <a:rPr lang="es-CO" sz="1400" i="0">
                                  <a:solidFill>
                                    <a:schemeClr val="accent1"/>
                                  </a:solidFill>
                                  <a:latin typeface="Cambria Math" panose="02040503050406030204" pitchFamily="18" charset="0"/>
                                </a:rPr>
                                <m:t>8%</m:t>
                              </m:r>
                            </m:den>
                          </m:f>
                        </m:e>
                      </m:d>
                      <m:sSup>
                        <m:sSupPr>
                          <m:ctrlPr>
                            <a:rPr lang="es-CO" sz="1400" i="1">
                              <a:solidFill>
                                <a:schemeClr val="accent1"/>
                              </a:solidFill>
                              <a:latin typeface="Cambria Math" panose="02040503050406030204" pitchFamily="18" charset="0"/>
                            </a:rPr>
                          </m:ctrlPr>
                        </m:sSupPr>
                        <m:e>
                          <m:d>
                            <m:dPr>
                              <m:ctrlPr>
                                <a:rPr lang="es-CO" sz="1400" i="1">
                                  <a:solidFill>
                                    <a:schemeClr val="accent1"/>
                                  </a:solidFill>
                                  <a:latin typeface="Cambria Math" panose="02040503050406030204" pitchFamily="18" charset="0"/>
                                </a:rPr>
                              </m:ctrlPr>
                            </m:dPr>
                            <m:e>
                              <m:r>
                                <a:rPr lang="es-CO" sz="1400" i="0">
                                  <a:solidFill>
                                    <a:schemeClr val="accent1"/>
                                  </a:solidFill>
                                  <a:latin typeface="Cambria Math" panose="02040503050406030204" pitchFamily="18" charset="0"/>
                                </a:rPr>
                                <m:t>1+8%</m:t>
                              </m:r>
                            </m:e>
                          </m:d>
                        </m:e>
                        <m:sup>
                          <m:r>
                            <a:rPr lang="es-CO" sz="1400" i="0">
                              <a:solidFill>
                                <a:schemeClr val="accent1"/>
                              </a:solidFill>
                              <a:latin typeface="Cambria Math" panose="02040503050406030204" pitchFamily="18" charset="0"/>
                            </a:rPr>
                            <m:t>7</m:t>
                          </m:r>
                        </m:sup>
                      </m:sSup>
                      <m:r>
                        <a:rPr lang="es-CO" sz="1400" i="0">
                          <a:solidFill>
                            <a:schemeClr val="accent1"/>
                          </a:solidFill>
                          <a:latin typeface="Cambria Math" panose="02040503050406030204" pitchFamily="18" charset="0"/>
                        </a:rPr>
                        <m:t>−600</m:t>
                      </m:r>
                      <m:sSup>
                        <m:sSupPr>
                          <m:ctrlPr>
                            <a:rPr lang="es-CO" sz="1400" i="1">
                              <a:solidFill>
                                <a:schemeClr val="accent1"/>
                              </a:solidFill>
                              <a:latin typeface="Cambria Math" panose="02040503050406030204" pitchFamily="18" charset="0"/>
                            </a:rPr>
                          </m:ctrlPr>
                        </m:sSupPr>
                        <m:e>
                          <m:d>
                            <m:dPr>
                              <m:ctrlPr>
                                <a:rPr lang="es-CO" sz="1400" i="1">
                                  <a:solidFill>
                                    <a:schemeClr val="accent1"/>
                                  </a:solidFill>
                                  <a:latin typeface="Cambria Math" panose="02040503050406030204" pitchFamily="18" charset="0"/>
                                </a:rPr>
                              </m:ctrlPr>
                            </m:dPr>
                            <m:e>
                              <m:r>
                                <a:rPr lang="es-CO" sz="1400" i="0">
                                  <a:solidFill>
                                    <a:schemeClr val="accent1"/>
                                  </a:solidFill>
                                  <a:latin typeface="Cambria Math" panose="02040503050406030204" pitchFamily="18" charset="0"/>
                                </a:rPr>
                                <m:t>1+8%</m:t>
                              </m:r>
                            </m:e>
                          </m:d>
                        </m:e>
                        <m:sup>
                          <m:r>
                            <a:rPr lang="es-CO" sz="1400" i="0">
                              <a:solidFill>
                                <a:schemeClr val="accent1"/>
                              </a:solidFill>
                              <a:latin typeface="Cambria Math" panose="02040503050406030204" pitchFamily="18" charset="0"/>
                            </a:rPr>
                            <m:t>6</m:t>
                          </m:r>
                        </m:sup>
                      </m:sSup>
                      <m:r>
                        <a:rPr lang="es-CO" sz="1400" i="0">
                          <a:solidFill>
                            <a:schemeClr val="accent1"/>
                          </a:solidFill>
                          <a:latin typeface="Cambria Math" panose="02040503050406030204" pitchFamily="18" charset="0"/>
                        </a:rPr>
                        <m:t>−400</m:t>
                      </m:r>
                      <m:d>
                        <m:dPr>
                          <m:ctrlPr>
                            <a:rPr lang="es-CO" sz="1400" i="1">
                              <a:solidFill>
                                <a:schemeClr val="accent1"/>
                              </a:solidFill>
                              <a:latin typeface="Cambria Math" panose="02040503050406030204" pitchFamily="18" charset="0"/>
                            </a:rPr>
                          </m:ctrlPr>
                        </m:dPr>
                        <m:e>
                          <m:f>
                            <m:fPr>
                              <m:ctrlPr>
                                <a:rPr lang="es-CO" sz="1400" i="1">
                                  <a:solidFill>
                                    <a:schemeClr val="accent1"/>
                                  </a:solidFill>
                                  <a:latin typeface="Cambria Math" panose="02040503050406030204" pitchFamily="18" charset="0"/>
                                </a:rPr>
                              </m:ctrlPr>
                            </m:fPr>
                            <m:num>
                              <m:sSup>
                                <m:sSupPr>
                                  <m:ctrlPr>
                                    <a:rPr lang="es-CO" sz="1400" i="1">
                                      <a:solidFill>
                                        <a:schemeClr val="accent1"/>
                                      </a:solidFill>
                                      <a:latin typeface="Cambria Math" panose="02040503050406030204" pitchFamily="18" charset="0"/>
                                    </a:rPr>
                                  </m:ctrlPr>
                                </m:sSupPr>
                                <m:e>
                                  <m:d>
                                    <m:dPr>
                                      <m:ctrlPr>
                                        <a:rPr lang="es-CO" sz="1400" i="1">
                                          <a:solidFill>
                                            <a:schemeClr val="accent1"/>
                                          </a:solidFill>
                                          <a:latin typeface="Cambria Math" panose="02040503050406030204" pitchFamily="18" charset="0"/>
                                        </a:rPr>
                                      </m:ctrlPr>
                                    </m:dPr>
                                    <m:e>
                                      <m:r>
                                        <a:rPr lang="es-CO" sz="1400" i="0">
                                          <a:solidFill>
                                            <a:schemeClr val="accent1"/>
                                          </a:solidFill>
                                          <a:latin typeface="Cambria Math" panose="02040503050406030204" pitchFamily="18" charset="0"/>
                                        </a:rPr>
                                        <m:t>1+8%</m:t>
                                      </m:r>
                                    </m:e>
                                  </m:d>
                                </m:e>
                                <m:sup>
                                  <m:r>
                                    <a:rPr lang="es-CO" sz="1400" i="0">
                                      <a:solidFill>
                                        <a:schemeClr val="accent1"/>
                                      </a:solidFill>
                                      <a:latin typeface="Cambria Math" panose="02040503050406030204" pitchFamily="18" charset="0"/>
                                    </a:rPr>
                                    <m:t>6</m:t>
                                  </m:r>
                                </m:sup>
                              </m:sSup>
                              <m:r>
                                <a:rPr lang="es-CO" sz="1400" i="0">
                                  <a:solidFill>
                                    <a:schemeClr val="accent1"/>
                                  </a:solidFill>
                                  <a:latin typeface="Cambria Math" panose="02040503050406030204" pitchFamily="18" charset="0"/>
                                </a:rPr>
                                <m:t>−1</m:t>
                              </m:r>
                            </m:num>
                            <m:den>
                              <m:r>
                                <a:rPr lang="es-CO" sz="1400" i="0">
                                  <a:solidFill>
                                    <a:schemeClr val="accent1"/>
                                  </a:solidFill>
                                  <a:latin typeface="Cambria Math" panose="02040503050406030204" pitchFamily="18" charset="0"/>
                                </a:rPr>
                                <m:t>8%</m:t>
                              </m:r>
                            </m:den>
                          </m:f>
                        </m:e>
                      </m:d>
                      <m:r>
                        <a:rPr lang="es-CO" sz="1400" i="0">
                          <a:solidFill>
                            <a:schemeClr val="accent1"/>
                          </a:solidFill>
                          <a:latin typeface="Cambria Math" panose="02040503050406030204" pitchFamily="18" charset="0"/>
                        </a:rPr>
                        <m:t> </m:t>
                      </m:r>
                    </m:oMath>
                  </m:oMathPara>
                </a14:m>
                <a:endParaRPr lang="es-CO" sz="1400">
                  <a:solidFill>
                    <a:schemeClr val="accent1"/>
                  </a:solidFill>
                </a:endParaRPr>
              </a:p>
            </p:txBody>
          </p:sp>
        </mc:Choice>
        <mc:Fallback xmlns="">
          <p:sp>
            <p:nvSpPr>
              <p:cNvPr id="5" name="Rectángulo 4"/>
              <p:cNvSpPr>
                <a:spLocks noRot="1" noChangeAspect="1" noMove="1" noResize="1" noEditPoints="1" noAdjustHandles="1" noChangeArrowheads="1" noChangeShapeType="1" noTextEdit="1"/>
              </p:cNvSpPr>
              <p:nvPr/>
            </p:nvSpPr>
            <p:spPr>
              <a:xfrm>
                <a:off x="5227838" y="4789047"/>
                <a:ext cx="6542402" cy="580672"/>
              </a:xfrm>
              <a:prstGeom prst="rect">
                <a:avLst/>
              </a:prstGeom>
              <a:blipFill>
                <a:blip r:embed="rId4"/>
                <a:stretch>
                  <a:fillRect/>
                </a:stretch>
              </a:blipFill>
            </p:spPr>
            <p:txBody>
              <a:bodyPr/>
              <a:lstStyle/>
              <a:p>
                <a:r>
                  <a:rPr lang="es-CO">
                    <a:noFill/>
                  </a:rPr>
                  <a:t> </a:t>
                </a:r>
              </a:p>
            </p:txBody>
          </p:sp>
        </mc:Fallback>
      </mc:AlternateContent>
      <p:cxnSp>
        <p:nvCxnSpPr>
          <p:cNvPr id="9" name="Conector curvado 8"/>
          <p:cNvCxnSpPr>
            <a:stCxn id="7" idx="1"/>
            <a:endCxn id="94" idx="3"/>
          </p:cNvCxnSpPr>
          <p:nvPr/>
        </p:nvCxnSpPr>
        <p:spPr>
          <a:xfrm rot="5400000" flipH="1" flipV="1">
            <a:off x="4149322" y="4557274"/>
            <a:ext cx="836751" cy="2754301"/>
          </a:xfrm>
          <a:prstGeom prst="curvedConnector4">
            <a:avLst>
              <a:gd name="adj1" fmla="val 2681"/>
              <a:gd name="adj2" fmla="val 1083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ector curvado 13"/>
          <p:cNvCxnSpPr>
            <a:stCxn id="104" idx="0"/>
            <a:endCxn id="94" idx="3"/>
          </p:cNvCxnSpPr>
          <p:nvPr/>
        </p:nvCxnSpPr>
        <p:spPr>
          <a:xfrm rot="5400000" flipH="1" flipV="1">
            <a:off x="4656902" y="5008820"/>
            <a:ext cx="780718" cy="1795172"/>
          </a:xfrm>
          <a:prstGeom prst="curvedConnector4">
            <a:avLst>
              <a:gd name="adj1" fmla="val 44087"/>
              <a:gd name="adj2" fmla="val 112734"/>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onector curvado 17"/>
          <p:cNvCxnSpPr>
            <a:stCxn id="105" idx="1"/>
            <a:endCxn id="94" idx="3"/>
          </p:cNvCxnSpPr>
          <p:nvPr/>
        </p:nvCxnSpPr>
        <p:spPr>
          <a:xfrm rot="5400000" flipH="1" flipV="1">
            <a:off x="5146675" y="5554627"/>
            <a:ext cx="836751" cy="759595"/>
          </a:xfrm>
          <a:prstGeom prst="curvedConnector4">
            <a:avLst>
              <a:gd name="adj1" fmla="val 2681"/>
              <a:gd name="adj2" fmla="val 130095"/>
            </a:avLst>
          </a:prstGeom>
          <a:ln>
            <a:tailEnd type="triangle"/>
          </a:ln>
        </p:spPr>
        <p:style>
          <a:lnRef idx="2">
            <a:schemeClr val="accent1"/>
          </a:lnRef>
          <a:fillRef idx="0">
            <a:schemeClr val="accent1"/>
          </a:fillRef>
          <a:effectRef idx="1">
            <a:schemeClr val="accent1"/>
          </a:effectRef>
          <a:fontRef idx="minor">
            <a:schemeClr val="tx1"/>
          </a:fontRef>
        </p:style>
      </p:cxnSp>
      <p:sp>
        <p:nvSpPr>
          <p:cNvPr id="132" name="Rectángulo 131">
            <a:extLst>
              <a:ext uri="{FF2B5EF4-FFF2-40B4-BE49-F238E27FC236}">
                <a16:creationId xmlns:a16="http://schemas.microsoft.com/office/drawing/2014/main" id="{40D25D1E-34C8-4381-9735-E5135A433CBE}"/>
              </a:ext>
            </a:extLst>
          </p:cNvPr>
          <p:cNvSpPr/>
          <p:nvPr/>
        </p:nvSpPr>
        <p:spPr>
          <a:xfrm>
            <a:off x="581192" y="2026344"/>
            <a:ext cx="1628972" cy="461665"/>
          </a:xfrm>
          <a:prstGeom prst="rect">
            <a:avLst/>
          </a:prstGeom>
        </p:spPr>
        <p:txBody>
          <a:bodyPr wrap="none">
            <a:spAutoFit/>
          </a:bodyPr>
          <a:lstStyle/>
          <a:p>
            <a:r>
              <a:rPr lang="es-ES_tradnl" sz="2400" b="1">
                <a:solidFill>
                  <a:srgbClr val="C00000"/>
                </a:solidFill>
              </a:rPr>
              <a:t>Ejemplo 1</a:t>
            </a:r>
            <a:endParaRPr lang="es-CO" sz="2400" b="1">
              <a:solidFill>
                <a:srgbClr val="C00000"/>
              </a:solidFill>
            </a:endParaRPr>
          </a:p>
        </p:txBody>
      </p:sp>
      <p:sp>
        <p:nvSpPr>
          <p:cNvPr id="134" name="CuadroTexto 133">
            <a:extLst>
              <a:ext uri="{FF2B5EF4-FFF2-40B4-BE49-F238E27FC236}">
                <a16:creationId xmlns:a16="http://schemas.microsoft.com/office/drawing/2014/main" id="{7576D094-F102-4C6B-9E9D-334718EE56FA}"/>
              </a:ext>
            </a:extLst>
          </p:cNvPr>
          <p:cNvSpPr txBox="1"/>
          <p:nvPr/>
        </p:nvSpPr>
        <p:spPr>
          <a:xfrm>
            <a:off x="8548300" y="2489696"/>
            <a:ext cx="2793324" cy="1631216"/>
          </a:xfrm>
          <a:prstGeom prst="rect">
            <a:avLst/>
          </a:prstGeom>
          <a:noFill/>
        </p:spPr>
        <p:txBody>
          <a:bodyPr wrap="square" rtlCol="0">
            <a:spAutoFit/>
          </a:bodyPr>
          <a:lstStyle/>
          <a:p>
            <a:pPr algn="ctr"/>
            <a:r>
              <a:rPr lang="es-CO" sz="2000">
                <a:solidFill>
                  <a:schemeClr val="accent3">
                    <a:lumMod val="75000"/>
                  </a:schemeClr>
                </a:solidFill>
              </a:rPr>
              <a:t>Suponiendo que los flujos son anuales, ¿A cuánto equivaldrían esta serie de pagos en el año 12?</a:t>
            </a:r>
          </a:p>
        </p:txBody>
      </p:sp>
      <p:grpSp>
        <p:nvGrpSpPr>
          <p:cNvPr id="69" name="Grupo 68">
            <a:extLst>
              <a:ext uri="{FF2B5EF4-FFF2-40B4-BE49-F238E27FC236}">
                <a16:creationId xmlns:a16="http://schemas.microsoft.com/office/drawing/2014/main" id="{1F724887-85F1-4856-BFE6-F36A3702DFEA}"/>
              </a:ext>
            </a:extLst>
          </p:cNvPr>
          <p:cNvGrpSpPr/>
          <p:nvPr/>
        </p:nvGrpSpPr>
        <p:grpSpPr>
          <a:xfrm>
            <a:off x="1852200" y="3382677"/>
            <a:ext cx="5391476" cy="1265666"/>
            <a:chOff x="1491343" y="4202329"/>
            <a:chExt cx="7048165" cy="2099227"/>
          </a:xfrm>
        </p:grpSpPr>
        <p:cxnSp>
          <p:nvCxnSpPr>
            <p:cNvPr id="70" name="Straight Connector 12">
              <a:extLst>
                <a:ext uri="{FF2B5EF4-FFF2-40B4-BE49-F238E27FC236}">
                  <a16:creationId xmlns:a16="http://schemas.microsoft.com/office/drawing/2014/main" id="{310A21C3-F14D-451F-8FF8-AC66B80D0F5E}"/>
                </a:ext>
              </a:extLst>
            </p:cNvPr>
            <p:cNvCxnSpPr/>
            <p:nvPr/>
          </p:nvCxnSpPr>
          <p:spPr>
            <a:xfrm>
              <a:off x="1519511" y="4640650"/>
              <a:ext cx="6873849" cy="1224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71" name="Rectangle 23">
              <a:extLst>
                <a:ext uri="{FF2B5EF4-FFF2-40B4-BE49-F238E27FC236}">
                  <a16:creationId xmlns:a16="http://schemas.microsoft.com/office/drawing/2014/main" id="{C018306E-979C-4A20-BDFC-5D7290852D15}"/>
                </a:ext>
              </a:extLst>
            </p:cNvPr>
            <p:cNvSpPr>
              <a:spLocks/>
            </p:cNvSpPr>
            <p:nvPr/>
          </p:nvSpPr>
          <p:spPr bwMode="auto">
            <a:xfrm flipH="1">
              <a:off x="1491343" y="4229942"/>
              <a:ext cx="131729"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0</a:t>
              </a:r>
            </a:p>
          </p:txBody>
        </p:sp>
        <p:sp>
          <p:nvSpPr>
            <p:cNvPr id="72" name="Rectangle 11">
              <a:extLst>
                <a:ext uri="{FF2B5EF4-FFF2-40B4-BE49-F238E27FC236}">
                  <a16:creationId xmlns:a16="http://schemas.microsoft.com/office/drawing/2014/main" id="{63FAAF92-7EF0-4D58-BB4C-91E07938FE59}"/>
                </a:ext>
              </a:extLst>
            </p:cNvPr>
            <p:cNvSpPr>
              <a:spLocks/>
            </p:cNvSpPr>
            <p:nvPr/>
          </p:nvSpPr>
          <p:spPr bwMode="auto">
            <a:xfrm>
              <a:off x="1924079"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1</a:t>
              </a:r>
            </a:p>
          </p:txBody>
        </p:sp>
        <p:sp>
          <p:nvSpPr>
            <p:cNvPr id="73" name="Rectangle 14">
              <a:extLst>
                <a:ext uri="{FF2B5EF4-FFF2-40B4-BE49-F238E27FC236}">
                  <a16:creationId xmlns:a16="http://schemas.microsoft.com/office/drawing/2014/main" id="{5A8B1400-73B3-40BD-9C78-54E484CBC527}"/>
                </a:ext>
              </a:extLst>
            </p:cNvPr>
            <p:cNvSpPr>
              <a:spLocks/>
            </p:cNvSpPr>
            <p:nvPr/>
          </p:nvSpPr>
          <p:spPr bwMode="auto">
            <a:xfrm>
              <a:off x="2484692"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2</a:t>
              </a:r>
            </a:p>
          </p:txBody>
        </p:sp>
        <p:sp>
          <p:nvSpPr>
            <p:cNvPr id="74" name="Rectangle 15">
              <a:extLst>
                <a:ext uri="{FF2B5EF4-FFF2-40B4-BE49-F238E27FC236}">
                  <a16:creationId xmlns:a16="http://schemas.microsoft.com/office/drawing/2014/main" id="{131726E5-0970-4690-94EA-B74AD8DCBDA0}"/>
                </a:ext>
              </a:extLst>
            </p:cNvPr>
            <p:cNvSpPr>
              <a:spLocks/>
            </p:cNvSpPr>
            <p:nvPr/>
          </p:nvSpPr>
          <p:spPr bwMode="auto">
            <a:xfrm>
              <a:off x="3048549"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3</a:t>
              </a:r>
            </a:p>
          </p:txBody>
        </p:sp>
        <p:sp>
          <p:nvSpPr>
            <p:cNvPr id="75" name="Rectangle 16">
              <a:extLst>
                <a:ext uri="{FF2B5EF4-FFF2-40B4-BE49-F238E27FC236}">
                  <a16:creationId xmlns:a16="http://schemas.microsoft.com/office/drawing/2014/main" id="{D7AA8BF1-8F65-4554-9719-5D3346BAC54C}"/>
                </a:ext>
              </a:extLst>
            </p:cNvPr>
            <p:cNvSpPr>
              <a:spLocks/>
            </p:cNvSpPr>
            <p:nvPr/>
          </p:nvSpPr>
          <p:spPr bwMode="auto">
            <a:xfrm>
              <a:off x="3655075"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4</a:t>
              </a:r>
            </a:p>
          </p:txBody>
        </p:sp>
        <p:sp>
          <p:nvSpPr>
            <p:cNvPr id="76" name="Rectangle 17">
              <a:extLst>
                <a:ext uri="{FF2B5EF4-FFF2-40B4-BE49-F238E27FC236}">
                  <a16:creationId xmlns:a16="http://schemas.microsoft.com/office/drawing/2014/main" id="{FC572DE7-A7ED-4EC4-B284-7ED5D2AB82E0}"/>
                </a:ext>
              </a:extLst>
            </p:cNvPr>
            <p:cNvSpPr>
              <a:spLocks/>
            </p:cNvSpPr>
            <p:nvPr/>
          </p:nvSpPr>
          <p:spPr bwMode="auto">
            <a:xfrm>
              <a:off x="4258181" y="4202329"/>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5</a:t>
              </a:r>
            </a:p>
          </p:txBody>
        </p:sp>
        <p:sp>
          <p:nvSpPr>
            <p:cNvPr id="77" name="Rectangle 18">
              <a:extLst>
                <a:ext uri="{FF2B5EF4-FFF2-40B4-BE49-F238E27FC236}">
                  <a16:creationId xmlns:a16="http://schemas.microsoft.com/office/drawing/2014/main" id="{463C17C2-7EF2-4775-941D-83E2539E9A1B}"/>
                </a:ext>
              </a:extLst>
            </p:cNvPr>
            <p:cNvSpPr>
              <a:spLocks/>
            </p:cNvSpPr>
            <p:nvPr/>
          </p:nvSpPr>
          <p:spPr bwMode="auto">
            <a:xfrm>
              <a:off x="4777031"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6</a:t>
              </a:r>
            </a:p>
          </p:txBody>
        </p:sp>
        <p:sp>
          <p:nvSpPr>
            <p:cNvPr id="78" name="Rectangle 19">
              <a:extLst>
                <a:ext uri="{FF2B5EF4-FFF2-40B4-BE49-F238E27FC236}">
                  <a16:creationId xmlns:a16="http://schemas.microsoft.com/office/drawing/2014/main" id="{1059780C-9936-4036-8BA1-1A880917B78D}"/>
                </a:ext>
              </a:extLst>
            </p:cNvPr>
            <p:cNvSpPr>
              <a:spLocks/>
            </p:cNvSpPr>
            <p:nvPr/>
          </p:nvSpPr>
          <p:spPr bwMode="auto">
            <a:xfrm>
              <a:off x="5383554"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7</a:t>
              </a:r>
            </a:p>
          </p:txBody>
        </p:sp>
        <p:sp>
          <p:nvSpPr>
            <p:cNvPr id="79" name="Rectangle 28">
              <a:extLst>
                <a:ext uri="{FF2B5EF4-FFF2-40B4-BE49-F238E27FC236}">
                  <a16:creationId xmlns:a16="http://schemas.microsoft.com/office/drawing/2014/main" id="{8F955316-0807-4D95-8AD4-766FDC2F64A4}"/>
                </a:ext>
              </a:extLst>
            </p:cNvPr>
            <p:cNvSpPr>
              <a:spLocks/>
            </p:cNvSpPr>
            <p:nvPr/>
          </p:nvSpPr>
          <p:spPr bwMode="auto">
            <a:xfrm>
              <a:off x="5938227"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8</a:t>
              </a:r>
            </a:p>
          </p:txBody>
        </p:sp>
        <p:sp>
          <p:nvSpPr>
            <p:cNvPr id="131" name="Rectangle 29">
              <a:extLst>
                <a:ext uri="{FF2B5EF4-FFF2-40B4-BE49-F238E27FC236}">
                  <a16:creationId xmlns:a16="http://schemas.microsoft.com/office/drawing/2014/main" id="{4B21EA1E-0C9D-4E4E-86C0-A7A84FAAB5D1}"/>
                </a:ext>
              </a:extLst>
            </p:cNvPr>
            <p:cNvSpPr>
              <a:spLocks/>
            </p:cNvSpPr>
            <p:nvPr/>
          </p:nvSpPr>
          <p:spPr bwMode="auto">
            <a:xfrm>
              <a:off x="6532383" y="4229941"/>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9</a:t>
              </a:r>
            </a:p>
          </p:txBody>
        </p:sp>
        <p:sp>
          <p:nvSpPr>
            <p:cNvPr id="139" name="Rectangle 30">
              <a:extLst>
                <a:ext uri="{FF2B5EF4-FFF2-40B4-BE49-F238E27FC236}">
                  <a16:creationId xmlns:a16="http://schemas.microsoft.com/office/drawing/2014/main" id="{B5F301FD-9AD2-41D4-A04E-2C614BC5869C}"/>
                </a:ext>
              </a:extLst>
            </p:cNvPr>
            <p:cNvSpPr>
              <a:spLocks/>
            </p:cNvSpPr>
            <p:nvPr/>
          </p:nvSpPr>
          <p:spPr bwMode="auto">
            <a:xfrm>
              <a:off x="7153602"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10</a:t>
              </a:r>
            </a:p>
          </p:txBody>
        </p:sp>
        <p:sp>
          <p:nvSpPr>
            <p:cNvPr id="140" name="Rectangle 31">
              <a:extLst>
                <a:ext uri="{FF2B5EF4-FFF2-40B4-BE49-F238E27FC236}">
                  <a16:creationId xmlns:a16="http://schemas.microsoft.com/office/drawing/2014/main" id="{E8CC8002-BA09-4EE4-9EED-CE3B7C0346F8}"/>
                </a:ext>
              </a:extLst>
            </p:cNvPr>
            <p:cNvSpPr>
              <a:spLocks/>
            </p:cNvSpPr>
            <p:nvPr/>
          </p:nvSpPr>
          <p:spPr bwMode="auto">
            <a:xfrm>
              <a:off x="7656863"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11</a:t>
              </a:r>
            </a:p>
          </p:txBody>
        </p:sp>
        <p:sp>
          <p:nvSpPr>
            <p:cNvPr id="141" name="Rectangle 33">
              <a:extLst>
                <a:ext uri="{FF2B5EF4-FFF2-40B4-BE49-F238E27FC236}">
                  <a16:creationId xmlns:a16="http://schemas.microsoft.com/office/drawing/2014/main" id="{ECBDC3BB-49AA-4FA6-9B42-760A4B565824}"/>
                </a:ext>
              </a:extLst>
            </p:cNvPr>
            <p:cNvSpPr>
              <a:spLocks/>
            </p:cNvSpPr>
            <p:nvPr/>
          </p:nvSpPr>
          <p:spPr bwMode="auto">
            <a:xfrm>
              <a:off x="8202448" y="4202329"/>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12</a:t>
              </a:r>
            </a:p>
          </p:txBody>
        </p:sp>
        <p:cxnSp>
          <p:nvCxnSpPr>
            <p:cNvPr id="142" name="Straight Arrow Connector 34">
              <a:extLst>
                <a:ext uri="{FF2B5EF4-FFF2-40B4-BE49-F238E27FC236}">
                  <a16:creationId xmlns:a16="http://schemas.microsoft.com/office/drawing/2014/main" id="{32663DCE-38AC-468F-96CE-60A17335AB77}"/>
                </a:ext>
              </a:extLst>
            </p:cNvPr>
            <p:cNvCxnSpPr/>
            <p:nvPr/>
          </p:nvCxnSpPr>
          <p:spPr>
            <a:xfrm>
              <a:off x="1540640" y="4639623"/>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43" name="Straight Arrow Connector 35">
              <a:extLst>
                <a:ext uri="{FF2B5EF4-FFF2-40B4-BE49-F238E27FC236}">
                  <a16:creationId xmlns:a16="http://schemas.microsoft.com/office/drawing/2014/main" id="{D39CB411-D8B6-4573-986B-318A8CF517F7}"/>
                </a:ext>
              </a:extLst>
            </p:cNvPr>
            <p:cNvCxnSpPr/>
            <p:nvPr/>
          </p:nvCxnSpPr>
          <p:spPr>
            <a:xfrm>
              <a:off x="8393360" y="4652891"/>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44" name="Straight Arrow Connector 36">
              <a:extLst>
                <a:ext uri="{FF2B5EF4-FFF2-40B4-BE49-F238E27FC236}">
                  <a16:creationId xmlns:a16="http://schemas.microsoft.com/office/drawing/2014/main" id="{90AB6DAB-2EE3-4BD7-B3B6-7B46F403D669}"/>
                </a:ext>
              </a:extLst>
            </p:cNvPr>
            <p:cNvCxnSpPr/>
            <p:nvPr/>
          </p:nvCxnSpPr>
          <p:spPr>
            <a:xfrm>
              <a:off x="1540640" y="5260524"/>
              <a:ext cx="2905074" cy="13268"/>
            </a:xfrm>
            <a:prstGeom prst="straightConnector1">
              <a:avLst/>
            </a:prstGeom>
            <a:ln w="38100">
              <a:solidFill>
                <a:srgbClr val="FF0000"/>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145" name="Rectangle 37">
              <a:extLst>
                <a:ext uri="{FF2B5EF4-FFF2-40B4-BE49-F238E27FC236}">
                  <a16:creationId xmlns:a16="http://schemas.microsoft.com/office/drawing/2014/main" id="{DE526D39-3A32-4C21-837E-560A4B64E8EC}"/>
                </a:ext>
              </a:extLst>
            </p:cNvPr>
            <p:cNvSpPr>
              <a:spLocks/>
            </p:cNvSpPr>
            <p:nvPr/>
          </p:nvSpPr>
          <p:spPr bwMode="auto">
            <a:xfrm>
              <a:off x="1924079" y="4829047"/>
              <a:ext cx="1887166"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rPr>
                <a:t>A = 400</a:t>
              </a:r>
            </a:p>
          </p:txBody>
        </p:sp>
        <p:cxnSp>
          <p:nvCxnSpPr>
            <p:cNvPr id="146" name="Straight Arrow Connector 24">
              <a:extLst>
                <a:ext uri="{FF2B5EF4-FFF2-40B4-BE49-F238E27FC236}">
                  <a16:creationId xmlns:a16="http://schemas.microsoft.com/office/drawing/2014/main" id="{6D1EFC33-F161-447D-87F0-A40329E7223F}"/>
                </a:ext>
              </a:extLst>
            </p:cNvPr>
            <p:cNvCxnSpPr/>
            <p:nvPr/>
          </p:nvCxnSpPr>
          <p:spPr>
            <a:xfrm>
              <a:off x="4445714" y="4652891"/>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47" name="Straight Arrow Connector 25">
              <a:extLst>
                <a:ext uri="{FF2B5EF4-FFF2-40B4-BE49-F238E27FC236}">
                  <a16:creationId xmlns:a16="http://schemas.microsoft.com/office/drawing/2014/main" id="{A2D58D3E-E81A-4AD8-9F73-7A20690B6221}"/>
                </a:ext>
              </a:extLst>
            </p:cNvPr>
            <p:cNvCxnSpPr/>
            <p:nvPr/>
          </p:nvCxnSpPr>
          <p:spPr>
            <a:xfrm>
              <a:off x="5550650" y="4652891"/>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48" name="Straight Arrow Connector 32">
              <a:extLst>
                <a:ext uri="{FF2B5EF4-FFF2-40B4-BE49-F238E27FC236}">
                  <a16:creationId xmlns:a16="http://schemas.microsoft.com/office/drawing/2014/main" id="{628874FD-3A52-4257-BC8D-027016921727}"/>
                </a:ext>
              </a:extLst>
            </p:cNvPr>
            <p:cNvCxnSpPr/>
            <p:nvPr/>
          </p:nvCxnSpPr>
          <p:spPr>
            <a:xfrm>
              <a:off x="5550650" y="5260524"/>
              <a:ext cx="2842710" cy="13268"/>
            </a:xfrm>
            <a:prstGeom prst="straightConnector1">
              <a:avLst/>
            </a:prstGeom>
            <a:ln w="38100">
              <a:solidFill>
                <a:srgbClr val="FF0000"/>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149" name="Rectangle 38">
              <a:extLst>
                <a:ext uri="{FF2B5EF4-FFF2-40B4-BE49-F238E27FC236}">
                  <a16:creationId xmlns:a16="http://schemas.microsoft.com/office/drawing/2014/main" id="{FF2790A1-DD28-4208-A73B-214EB2907667}"/>
                </a:ext>
              </a:extLst>
            </p:cNvPr>
            <p:cNvSpPr>
              <a:spLocks/>
            </p:cNvSpPr>
            <p:nvPr/>
          </p:nvSpPr>
          <p:spPr bwMode="auto">
            <a:xfrm>
              <a:off x="6106757" y="4858335"/>
              <a:ext cx="1887166"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rPr>
                <a:t>A = 400</a:t>
              </a:r>
            </a:p>
          </p:txBody>
        </p:sp>
        <p:cxnSp>
          <p:nvCxnSpPr>
            <p:cNvPr id="150" name="Straight Arrow Connector 39">
              <a:extLst>
                <a:ext uri="{FF2B5EF4-FFF2-40B4-BE49-F238E27FC236}">
                  <a16:creationId xmlns:a16="http://schemas.microsoft.com/office/drawing/2014/main" id="{D071856B-5466-49E3-ACB0-28EC8E87A7D8}"/>
                </a:ext>
              </a:extLst>
            </p:cNvPr>
            <p:cNvCxnSpPr/>
            <p:nvPr/>
          </p:nvCxnSpPr>
          <p:spPr>
            <a:xfrm>
              <a:off x="4960661" y="4652891"/>
              <a:ext cx="0" cy="1289915"/>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51" name="Rectangle 40">
              <a:extLst>
                <a:ext uri="{FF2B5EF4-FFF2-40B4-BE49-F238E27FC236}">
                  <a16:creationId xmlns:a16="http://schemas.microsoft.com/office/drawing/2014/main" id="{CF70543A-B090-49D3-9F0A-86ABE5C2FD95}"/>
                </a:ext>
              </a:extLst>
            </p:cNvPr>
            <p:cNvSpPr>
              <a:spLocks/>
            </p:cNvSpPr>
            <p:nvPr/>
          </p:nvSpPr>
          <p:spPr bwMode="auto">
            <a:xfrm>
              <a:off x="4017079" y="5893175"/>
              <a:ext cx="1887166"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rPr>
                <a:t>600</a:t>
              </a:r>
            </a:p>
          </p:txBody>
        </p:sp>
      </p:grpSp>
      <p:sp>
        <p:nvSpPr>
          <p:cNvPr id="3" name="Rectángulo 2">
            <a:extLst>
              <a:ext uri="{FF2B5EF4-FFF2-40B4-BE49-F238E27FC236}">
                <a16:creationId xmlns:a16="http://schemas.microsoft.com/office/drawing/2014/main" id="{D0F5D95D-FFE5-FD17-ADCE-3E11964825C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5FEC1869-248E-474D-A38F-5F1D8F9D8F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A313E75A-F710-98E9-6F6A-F710E68D37FD}"/>
              </a:ext>
            </a:extLst>
          </p:cNvPr>
          <p:cNvSpPr/>
          <p:nvPr/>
        </p:nvSpPr>
        <p:spPr>
          <a:xfrm>
            <a:off x="8548300" y="148523"/>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CuadroTexto 11">
            <a:extLst>
              <a:ext uri="{FF2B5EF4-FFF2-40B4-BE49-F238E27FC236}">
                <a16:creationId xmlns:a16="http://schemas.microsoft.com/office/drawing/2014/main" id="{EB48C9E4-EDA9-C37E-C203-9BB3446FBCE7}"/>
              </a:ext>
            </a:extLst>
          </p:cNvPr>
          <p:cNvSpPr txBox="1"/>
          <p:nvPr/>
        </p:nvSpPr>
        <p:spPr>
          <a:xfrm>
            <a:off x="7265371" y="3429000"/>
            <a:ext cx="1357485" cy="307777"/>
          </a:xfrm>
          <a:prstGeom prst="rect">
            <a:avLst/>
          </a:prstGeom>
          <a:noFill/>
        </p:spPr>
        <p:txBody>
          <a:bodyPr wrap="square">
            <a:spAutoFit/>
          </a:bodyPr>
          <a:lstStyle/>
          <a:p>
            <a:r>
              <a:rPr lang="es-ES" sz="1400" b="1">
                <a:solidFill>
                  <a:srgbClr val="D7A700"/>
                </a:solidFill>
              </a:rPr>
              <a:t>Años</a:t>
            </a:r>
            <a:endParaRPr lang="es-CO" sz="1400" b="1">
              <a:solidFill>
                <a:srgbClr val="D7A700"/>
              </a:solidFill>
            </a:endParaRPr>
          </a:p>
        </p:txBody>
      </p:sp>
    </p:spTree>
    <p:extLst>
      <p:ext uri="{BB962C8B-B14F-4D97-AF65-F5344CB8AC3E}">
        <p14:creationId xmlns:p14="http://schemas.microsoft.com/office/powerpoint/2010/main" val="324814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105" grpId="0" animBg="1"/>
      <p:bldP spid="24" grpId="0"/>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sz="3200">
                <a:latin typeface="Gill Sans MT (Títulos)"/>
              </a:rPr>
              <a:t>COMBINACIONES DE </a:t>
            </a:r>
            <a:r>
              <a:rPr lang="es-ES_tradnl" sz="3200">
                <a:latin typeface="Gill Sans MT (Títulos)"/>
              </a:rPr>
              <a:t>Relaciones de Equivalencia </a:t>
            </a:r>
          </a:p>
        </p:txBody>
      </p:sp>
      <p:sp>
        <p:nvSpPr>
          <p:cNvPr id="132" name="Content Placeholder 2">
            <a:extLst>
              <a:ext uri="{FF2B5EF4-FFF2-40B4-BE49-F238E27FC236}">
                <a16:creationId xmlns:a16="http://schemas.microsoft.com/office/drawing/2014/main" id="{860A7C5B-B0F1-4916-BBEC-6FFFD00C3EDC}"/>
              </a:ext>
            </a:extLst>
          </p:cNvPr>
          <p:cNvSpPr>
            <a:spLocks noGrp="1"/>
          </p:cNvSpPr>
          <p:nvPr>
            <p:ph idx="1"/>
          </p:nvPr>
        </p:nvSpPr>
        <p:spPr>
          <a:xfrm>
            <a:off x="687071" y="2537019"/>
            <a:ext cx="5021260" cy="514090"/>
          </a:xfrm>
        </p:spPr>
        <p:txBody>
          <a:bodyPr>
            <a:normAutofit/>
          </a:bodyPr>
          <a:lstStyle/>
          <a:p>
            <a:pPr marL="0" indent="0" algn="just">
              <a:buNone/>
            </a:pPr>
            <a:r>
              <a:rPr lang="es-ES_tradnl" sz="2400"/>
              <a:t>Si su costo de oportunidad es 8% E.A.</a:t>
            </a:r>
          </a:p>
        </p:txBody>
      </p:sp>
      <p:sp>
        <p:nvSpPr>
          <p:cNvPr id="4" name="Slide Number Placeholder 3"/>
          <p:cNvSpPr>
            <a:spLocks noGrp="1"/>
          </p:cNvSpPr>
          <p:nvPr>
            <p:ph type="sldNum" sz="quarter" idx="12"/>
          </p:nvPr>
        </p:nvSpPr>
        <p:spPr/>
        <p:txBody>
          <a:bodyPr/>
          <a:lstStyle/>
          <a:p>
            <a:fld id="{5E3E23BA-6E79-2442-BA73-D218A5E297C3}" type="slidenum">
              <a:rPr lang="en-US" sz="1800" smtClean="0"/>
              <a:t>39</a:t>
            </a:fld>
            <a:endParaRPr lang="en-US" sz="1800"/>
          </a:p>
        </p:txBody>
      </p:sp>
      <p:sp>
        <p:nvSpPr>
          <p:cNvPr id="6" name="CuadroTexto 5"/>
          <p:cNvSpPr txBox="1"/>
          <p:nvPr/>
        </p:nvSpPr>
        <p:spPr>
          <a:xfrm>
            <a:off x="1848888" y="4551928"/>
            <a:ext cx="1468672" cy="369332"/>
          </a:xfrm>
          <a:prstGeom prst="rect">
            <a:avLst/>
          </a:prstGeom>
          <a:noFill/>
        </p:spPr>
        <p:txBody>
          <a:bodyPr wrap="none" rtlCol="0">
            <a:spAutoFit/>
          </a:bodyPr>
          <a:lstStyle/>
          <a:p>
            <a:r>
              <a:rPr lang="es-CO" b="1">
                <a:solidFill>
                  <a:srgbClr val="D7A700"/>
                </a:solidFill>
              </a:rPr>
              <a:t>OPCIÓN 2)</a:t>
            </a:r>
          </a:p>
        </p:txBody>
      </p:sp>
      <mc:AlternateContent xmlns:mc="http://schemas.openxmlformats.org/markup-compatibility/2006" xmlns:a14="http://schemas.microsoft.com/office/drawing/2010/main">
        <mc:Choice Requires="a14">
          <p:sp>
            <p:nvSpPr>
              <p:cNvPr id="24" name="Rectángulo 23"/>
              <p:cNvSpPr/>
              <p:nvPr/>
            </p:nvSpPr>
            <p:spPr>
              <a:xfrm>
                <a:off x="7740140" y="5705860"/>
                <a:ext cx="20024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O" b="1" i="0" smtClean="0">
                          <a:solidFill>
                            <a:schemeClr val="tx1"/>
                          </a:solidFill>
                          <a:latin typeface="Cambria Math" panose="02040503050406030204" pitchFamily="18" charset="0"/>
                        </a:rPr>
                        <m:t>𝐕</m:t>
                      </m:r>
                      <m:r>
                        <a:rPr lang="es-ES" b="1" i="0" smtClean="0">
                          <a:solidFill>
                            <a:schemeClr val="tx1"/>
                          </a:solidFill>
                          <a:latin typeface="Cambria Math" panose="02040503050406030204" pitchFamily="18" charset="0"/>
                        </a:rPr>
                        <m:t>𝐅</m:t>
                      </m:r>
                      <m:r>
                        <a:rPr lang="es-CO" b="1" i="0">
                          <a:solidFill>
                            <a:schemeClr val="tx1"/>
                          </a:solidFill>
                          <a:latin typeface="Cambria Math" panose="02040503050406030204" pitchFamily="18" charset="0"/>
                        </a:rPr>
                        <m:t>=−</m:t>
                      </m:r>
                      <m:r>
                        <a:rPr lang="es-CO" b="1" i="0">
                          <a:solidFill>
                            <a:schemeClr val="tx1"/>
                          </a:solidFill>
                          <a:latin typeface="Cambria Math" panose="02040503050406030204" pitchFamily="18" charset="0"/>
                        </a:rPr>
                        <m:t>𝟖</m:t>
                      </m:r>
                      <m:r>
                        <a:rPr lang="es-CO" b="1" i="0">
                          <a:solidFill>
                            <a:schemeClr val="tx1"/>
                          </a:solidFill>
                          <a:latin typeface="Cambria Math" panose="02040503050406030204" pitchFamily="18" charset="0"/>
                        </a:rPr>
                        <m:t>.</m:t>
                      </m:r>
                      <m:r>
                        <a:rPr lang="es-CO" b="1" i="0">
                          <a:solidFill>
                            <a:schemeClr val="tx1"/>
                          </a:solidFill>
                          <a:latin typeface="Cambria Math" panose="02040503050406030204" pitchFamily="18" charset="0"/>
                        </a:rPr>
                        <m:t>𝟗𝟏𝟓</m:t>
                      </m:r>
                      <m:r>
                        <a:rPr lang="es-CO" b="1" i="0">
                          <a:solidFill>
                            <a:schemeClr val="tx1"/>
                          </a:solidFill>
                          <a:latin typeface="Cambria Math" panose="02040503050406030204" pitchFamily="18" charset="0"/>
                        </a:rPr>
                        <m:t>,</m:t>
                      </m:r>
                      <m:r>
                        <a:rPr lang="es-CO" b="1" i="0">
                          <a:solidFill>
                            <a:schemeClr val="tx1"/>
                          </a:solidFill>
                          <a:latin typeface="Cambria Math" panose="02040503050406030204" pitchFamily="18" charset="0"/>
                        </a:rPr>
                        <m:t>𝟒𝟗</m:t>
                      </m:r>
                    </m:oMath>
                  </m:oMathPara>
                </a14:m>
                <a:endParaRPr lang="es-CO" b="1">
                  <a:solidFill>
                    <a:schemeClr val="tx1"/>
                  </a:solidFill>
                </a:endParaRPr>
              </a:p>
            </p:txBody>
          </p:sp>
        </mc:Choice>
        <mc:Fallback xmlns="">
          <p:sp>
            <p:nvSpPr>
              <p:cNvPr id="24" name="Rectángulo 23"/>
              <p:cNvSpPr>
                <a:spLocks noRot="1" noChangeAspect="1" noMove="1" noResize="1" noEditPoints="1" noAdjustHandles="1" noChangeArrowheads="1" noChangeShapeType="1" noTextEdit="1"/>
              </p:cNvSpPr>
              <p:nvPr/>
            </p:nvSpPr>
            <p:spPr>
              <a:xfrm>
                <a:off x="7740140" y="5705860"/>
                <a:ext cx="2002471" cy="369332"/>
              </a:xfrm>
              <a:prstGeom prst="rect">
                <a:avLst/>
              </a:prstGeom>
              <a:blipFill>
                <a:blip r:embed="rId3"/>
                <a:stretch>
                  <a:fillRect/>
                </a:stretch>
              </a:blipFill>
            </p:spPr>
            <p:txBody>
              <a:bodyPr/>
              <a:lstStyle/>
              <a:p>
                <a:r>
                  <a:rPr lang="es-CO">
                    <a:noFill/>
                  </a:rPr>
                  <a:t> </a:t>
                </a:r>
              </a:p>
            </p:txBody>
          </p:sp>
        </mc:Fallback>
      </mc:AlternateContent>
      <p:grpSp>
        <p:nvGrpSpPr>
          <p:cNvPr id="106" name="Grupo 105"/>
          <p:cNvGrpSpPr/>
          <p:nvPr/>
        </p:nvGrpSpPr>
        <p:grpSpPr>
          <a:xfrm>
            <a:off x="2560595" y="5247280"/>
            <a:ext cx="3535405" cy="1057717"/>
            <a:chOff x="1491343" y="4227696"/>
            <a:chExt cx="7048165" cy="2048490"/>
          </a:xfrm>
        </p:grpSpPr>
        <p:cxnSp>
          <p:nvCxnSpPr>
            <p:cNvPr id="107" name="Straight Connector 12"/>
            <p:cNvCxnSpPr/>
            <p:nvPr/>
          </p:nvCxnSpPr>
          <p:spPr>
            <a:xfrm>
              <a:off x="1519511" y="4640650"/>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08" name="Rectangle 23"/>
            <p:cNvSpPr>
              <a:spLocks/>
            </p:cNvSpPr>
            <p:nvPr/>
          </p:nvSpPr>
          <p:spPr bwMode="auto">
            <a:xfrm flipH="1">
              <a:off x="1491343" y="4255308"/>
              <a:ext cx="13172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0</a:t>
              </a:r>
            </a:p>
          </p:txBody>
        </p:sp>
        <p:sp>
          <p:nvSpPr>
            <p:cNvPr id="109" name="Rectangle 11"/>
            <p:cNvSpPr>
              <a:spLocks/>
            </p:cNvSpPr>
            <p:nvPr/>
          </p:nvSpPr>
          <p:spPr bwMode="auto">
            <a:xfrm>
              <a:off x="1924077" y="4246819"/>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1</a:t>
              </a:r>
            </a:p>
          </p:txBody>
        </p:sp>
        <p:sp>
          <p:nvSpPr>
            <p:cNvPr id="110" name="Rectangle 14"/>
            <p:cNvSpPr>
              <a:spLocks/>
            </p:cNvSpPr>
            <p:nvPr/>
          </p:nvSpPr>
          <p:spPr bwMode="auto">
            <a:xfrm>
              <a:off x="2484691"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2</a:t>
              </a:r>
            </a:p>
          </p:txBody>
        </p:sp>
        <p:sp>
          <p:nvSpPr>
            <p:cNvPr id="111" name="Rectangle 15"/>
            <p:cNvSpPr>
              <a:spLocks/>
            </p:cNvSpPr>
            <p:nvPr/>
          </p:nvSpPr>
          <p:spPr bwMode="auto">
            <a:xfrm>
              <a:off x="3048550"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3</a:t>
              </a:r>
            </a:p>
          </p:txBody>
        </p:sp>
        <p:sp>
          <p:nvSpPr>
            <p:cNvPr id="112" name="Rectangle 16"/>
            <p:cNvSpPr>
              <a:spLocks/>
            </p:cNvSpPr>
            <p:nvPr/>
          </p:nvSpPr>
          <p:spPr bwMode="auto">
            <a:xfrm>
              <a:off x="3655073"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4</a:t>
              </a:r>
            </a:p>
          </p:txBody>
        </p:sp>
        <p:sp>
          <p:nvSpPr>
            <p:cNvPr id="113" name="Rectangle 17"/>
            <p:cNvSpPr>
              <a:spLocks/>
            </p:cNvSpPr>
            <p:nvPr/>
          </p:nvSpPr>
          <p:spPr bwMode="auto">
            <a:xfrm>
              <a:off x="4258181" y="4227696"/>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5</a:t>
              </a:r>
            </a:p>
          </p:txBody>
        </p:sp>
        <p:sp>
          <p:nvSpPr>
            <p:cNvPr id="114" name="Rectangle 18"/>
            <p:cNvSpPr>
              <a:spLocks/>
            </p:cNvSpPr>
            <p:nvPr/>
          </p:nvSpPr>
          <p:spPr bwMode="auto">
            <a:xfrm>
              <a:off x="4777032"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6</a:t>
              </a:r>
            </a:p>
          </p:txBody>
        </p:sp>
        <p:sp>
          <p:nvSpPr>
            <p:cNvPr id="115" name="Rectangle 19"/>
            <p:cNvSpPr>
              <a:spLocks/>
            </p:cNvSpPr>
            <p:nvPr/>
          </p:nvSpPr>
          <p:spPr bwMode="auto">
            <a:xfrm>
              <a:off x="5383556"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7</a:t>
              </a:r>
            </a:p>
          </p:txBody>
        </p:sp>
        <p:sp>
          <p:nvSpPr>
            <p:cNvPr id="116" name="Rectangle 28"/>
            <p:cNvSpPr>
              <a:spLocks/>
            </p:cNvSpPr>
            <p:nvPr/>
          </p:nvSpPr>
          <p:spPr bwMode="auto">
            <a:xfrm>
              <a:off x="5938226"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8</a:t>
              </a:r>
            </a:p>
          </p:txBody>
        </p:sp>
        <p:sp>
          <p:nvSpPr>
            <p:cNvPr id="117" name="Rectangle 29"/>
            <p:cNvSpPr>
              <a:spLocks/>
            </p:cNvSpPr>
            <p:nvPr/>
          </p:nvSpPr>
          <p:spPr bwMode="auto">
            <a:xfrm>
              <a:off x="6532383" y="4255308"/>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9</a:t>
              </a:r>
            </a:p>
          </p:txBody>
        </p:sp>
        <p:sp>
          <p:nvSpPr>
            <p:cNvPr id="118" name="Rectangle 30"/>
            <p:cNvSpPr>
              <a:spLocks/>
            </p:cNvSpPr>
            <p:nvPr/>
          </p:nvSpPr>
          <p:spPr bwMode="auto">
            <a:xfrm>
              <a:off x="7153601"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10</a:t>
              </a:r>
            </a:p>
          </p:txBody>
        </p:sp>
        <p:sp>
          <p:nvSpPr>
            <p:cNvPr id="119" name="Rectangle 31"/>
            <p:cNvSpPr>
              <a:spLocks/>
            </p:cNvSpPr>
            <p:nvPr/>
          </p:nvSpPr>
          <p:spPr bwMode="auto">
            <a:xfrm>
              <a:off x="7656864"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11</a:t>
              </a:r>
            </a:p>
          </p:txBody>
        </p:sp>
        <p:sp>
          <p:nvSpPr>
            <p:cNvPr id="120" name="Rectangle 33"/>
            <p:cNvSpPr>
              <a:spLocks/>
            </p:cNvSpPr>
            <p:nvPr/>
          </p:nvSpPr>
          <p:spPr bwMode="auto">
            <a:xfrm>
              <a:off x="8202449" y="4227696"/>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12</a:t>
              </a:r>
            </a:p>
          </p:txBody>
        </p:sp>
        <p:cxnSp>
          <p:nvCxnSpPr>
            <p:cNvPr id="121" name="Straight Arrow Connector 34"/>
            <p:cNvCxnSpPr/>
            <p:nvPr/>
          </p:nvCxnSpPr>
          <p:spPr>
            <a:xfrm>
              <a:off x="1540640" y="4639623"/>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22" name="Straight Arrow Connector 35"/>
            <p:cNvCxnSpPr/>
            <p:nvPr/>
          </p:nvCxnSpPr>
          <p:spPr>
            <a:xfrm>
              <a:off x="8393360" y="4652891"/>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23" name="Straight Arrow Connector 36"/>
            <p:cNvCxnSpPr/>
            <p:nvPr/>
          </p:nvCxnSpPr>
          <p:spPr>
            <a:xfrm>
              <a:off x="1540641" y="5260524"/>
              <a:ext cx="4010010" cy="0"/>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124" name="Straight Arrow Connector 32"/>
            <p:cNvCxnSpPr/>
            <p:nvPr/>
          </p:nvCxnSpPr>
          <p:spPr>
            <a:xfrm>
              <a:off x="5550650" y="5260524"/>
              <a:ext cx="2842710" cy="13268"/>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125" name="Rectangle 38"/>
            <p:cNvSpPr>
              <a:spLocks/>
            </p:cNvSpPr>
            <p:nvPr/>
          </p:nvSpPr>
          <p:spPr bwMode="auto">
            <a:xfrm>
              <a:off x="4016414" y="4775091"/>
              <a:ext cx="1887167"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A = 400</a:t>
              </a:r>
            </a:p>
          </p:txBody>
        </p:sp>
        <p:cxnSp>
          <p:nvCxnSpPr>
            <p:cNvPr id="126" name="Straight Arrow Connector 39"/>
            <p:cNvCxnSpPr/>
            <p:nvPr/>
          </p:nvCxnSpPr>
          <p:spPr>
            <a:xfrm>
              <a:off x="4960660" y="5273792"/>
              <a:ext cx="0" cy="669015"/>
            </a:xfrm>
            <a:prstGeom prst="straightConnector1">
              <a:avLst/>
            </a:prstGeom>
            <a:ln>
              <a:solidFill>
                <a:srgbClr val="244A58"/>
              </a:solidFill>
              <a:tailEnd type="arrow"/>
            </a:ln>
          </p:spPr>
          <p:style>
            <a:lnRef idx="2">
              <a:schemeClr val="accent1"/>
            </a:lnRef>
            <a:fillRef idx="0">
              <a:schemeClr val="accent1"/>
            </a:fillRef>
            <a:effectRef idx="1">
              <a:schemeClr val="accent1"/>
            </a:effectRef>
            <a:fontRef idx="minor">
              <a:schemeClr val="tx1"/>
            </a:fontRef>
          </p:style>
        </p:cxnSp>
        <p:sp>
          <p:nvSpPr>
            <p:cNvPr id="127" name="Rectangle 40"/>
            <p:cNvSpPr>
              <a:spLocks/>
            </p:cNvSpPr>
            <p:nvPr/>
          </p:nvSpPr>
          <p:spPr bwMode="auto">
            <a:xfrm>
              <a:off x="4017078" y="5918542"/>
              <a:ext cx="1887167"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rPr>
                <a:t>200</a:t>
              </a:r>
            </a:p>
          </p:txBody>
        </p:sp>
      </p:grpSp>
      <mc:AlternateContent xmlns:mc="http://schemas.openxmlformats.org/markup-compatibility/2006" xmlns:a14="http://schemas.microsoft.com/office/drawing/2010/main">
        <mc:Choice Requires="a14">
          <p:sp>
            <p:nvSpPr>
              <p:cNvPr id="11" name="Rectángulo 10"/>
              <p:cNvSpPr/>
              <p:nvPr/>
            </p:nvSpPr>
            <p:spPr>
              <a:xfrm>
                <a:off x="6369671" y="4879302"/>
                <a:ext cx="4572000" cy="580672"/>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r>
                        <m:rPr>
                          <m:sty m:val="p"/>
                        </m:rPr>
                        <a:rPr lang="es-CO" sz="1400" i="0" smtClean="0">
                          <a:solidFill>
                            <a:schemeClr val="accent1"/>
                          </a:solidFill>
                          <a:latin typeface="Cambria Math" panose="02040503050406030204" pitchFamily="18" charset="0"/>
                        </a:rPr>
                        <m:t>V</m:t>
                      </m:r>
                      <m:r>
                        <m:rPr>
                          <m:sty m:val="p"/>
                        </m:rPr>
                        <a:rPr lang="es-ES" sz="1400" b="0" i="0" smtClean="0">
                          <a:solidFill>
                            <a:schemeClr val="accent1"/>
                          </a:solidFill>
                          <a:latin typeface="Cambria Math" panose="02040503050406030204" pitchFamily="18" charset="0"/>
                        </a:rPr>
                        <m:t>F</m:t>
                      </m:r>
                      <m:r>
                        <a:rPr lang="es-CO" sz="1400" i="0">
                          <a:solidFill>
                            <a:schemeClr val="accent1"/>
                          </a:solidFill>
                          <a:latin typeface="Cambria Math" panose="02040503050406030204" pitchFamily="18" charset="0"/>
                        </a:rPr>
                        <m:t>=−400</m:t>
                      </m:r>
                      <m:d>
                        <m:dPr>
                          <m:ctrlPr>
                            <a:rPr lang="es-CO" sz="1400" i="1">
                              <a:solidFill>
                                <a:schemeClr val="accent1"/>
                              </a:solidFill>
                              <a:latin typeface="Cambria Math" panose="02040503050406030204" pitchFamily="18" charset="0"/>
                            </a:rPr>
                          </m:ctrlPr>
                        </m:dPr>
                        <m:e>
                          <m:f>
                            <m:fPr>
                              <m:ctrlPr>
                                <a:rPr lang="es-CO" sz="1400" i="1">
                                  <a:solidFill>
                                    <a:schemeClr val="accent1"/>
                                  </a:solidFill>
                                  <a:latin typeface="Cambria Math" panose="02040503050406030204" pitchFamily="18" charset="0"/>
                                </a:rPr>
                              </m:ctrlPr>
                            </m:fPr>
                            <m:num>
                              <m:sSup>
                                <m:sSupPr>
                                  <m:ctrlPr>
                                    <a:rPr lang="es-CO" sz="1400" i="1">
                                      <a:solidFill>
                                        <a:schemeClr val="accent1"/>
                                      </a:solidFill>
                                      <a:latin typeface="Cambria Math" panose="02040503050406030204" pitchFamily="18" charset="0"/>
                                    </a:rPr>
                                  </m:ctrlPr>
                                </m:sSupPr>
                                <m:e>
                                  <m:d>
                                    <m:dPr>
                                      <m:ctrlPr>
                                        <a:rPr lang="es-CO" sz="1400" i="1">
                                          <a:solidFill>
                                            <a:schemeClr val="accent1"/>
                                          </a:solidFill>
                                          <a:latin typeface="Cambria Math" panose="02040503050406030204" pitchFamily="18" charset="0"/>
                                        </a:rPr>
                                      </m:ctrlPr>
                                    </m:dPr>
                                    <m:e>
                                      <m:r>
                                        <a:rPr lang="es-CO" sz="1400" i="0">
                                          <a:solidFill>
                                            <a:schemeClr val="accent1"/>
                                          </a:solidFill>
                                          <a:latin typeface="Cambria Math" panose="02040503050406030204" pitchFamily="18" charset="0"/>
                                        </a:rPr>
                                        <m:t>1+8%</m:t>
                                      </m:r>
                                    </m:e>
                                  </m:d>
                                </m:e>
                                <m:sup>
                                  <m:r>
                                    <a:rPr lang="es-CO" sz="1400" i="0">
                                      <a:solidFill>
                                        <a:schemeClr val="accent1"/>
                                      </a:solidFill>
                                      <a:latin typeface="Cambria Math" panose="02040503050406030204" pitchFamily="18" charset="0"/>
                                    </a:rPr>
                                    <m:t>13</m:t>
                                  </m:r>
                                </m:sup>
                              </m:sSup>
                              <m:r>
                                <a:rPr lang="es-CO" sz="1400" i="0">
                                  <a:solidFill>
                                    <a:schemeClr val="accent1"/>
                                  </a:solidFill>
                                  <a:latin typeface="Cambria Math" panose="02040503050406030204" pitchFamily="18" charset="0"/>
                                </a:rPr>
                                <m:t>−1</m:t>
                              </m:r>
                            </m:num>
                            <m:den>
                              <m:r>
                                <a:rPr lang="es-CO" sz="1400" i="0">
                                  <a:solidFill>
                                    <a:schemeClr val="accent1"/>
                                  </a:solidFill>
                                  <a:latin typeface="Cambria Math" panose="02040503050406030204" pitchFamily="18" charset="0"/>
                                </a:rPr>
                                <m:t>8%</m:t>
                              </m:r>
                            </m:den>
                          </m:f>
                        </m:e>
                      </m:d>
                      <m:r>
                        <a:rPr lang="es-CO" sz="1400" i="0">
                          <a:solidFill>
                            <a:schemeClr val="accent1"/>
                          </a:solidFill>
                          <a:latin typeface="Cambria Math" panose="02040503050406030204" pitchFamily="18" charset="0"/>
                        </a:rPr>
                        <m:t>−200</m:t>
                      </m:r>
                      <m:sSup>
                        <m:sSupPr>
                          <m:ctrlPr>
                            <a:rPr lang="es-CO" sz="1400" i="1">
                              <a:solidFill>
                                <a:schemeClr val="accent1"/>
                              </a:solidFill>
                              <a:latin typeface="Cambria Math" panose="02040503050406030204" pitchFamily="18" charset="0"/>
                            </a:rPr>
                          </m:ctrlPr>
                        </m:sSupPr>
                        <m:e>
                          <m:d>
                            <m:dPr>
                              <m:ctrlPr>
                                <a:rPr lang="es-CO" sz="1400" i="1">
                                  <a:solidFill>
                                    <a:schemeClr val="accent1"/>
                                  </a:solidFill>
                                  <a:latin typeface="Cambria Math" panose="02040503050406030204" pitchFamily="18" charset="0"/>
                                </a:rPr>
                              </m:ctrlPr>
                            </m:dPr>
                            <m:e>
                              <m:r>
                                <a:rPr lang="es-CO" sz="1400" i="0">
                                  <a:solidFill>
                                    <a:schemeClr val="accent1"/>
                                  </a:solidFill>
                                  <a:latin typeface="Cambria Math" panose="02040503050406030204" pitchFamily="18" charset="0"/>
                                </a:rPr>
                                <m:t>1+8%</m:t>
                              </m:r>
                            </m:e>
                          </m:d>
                        </m:e>
                        <m:sup>
                          <m:r>
                            <a:rPr lang="es-CO" sz="1400" i="0">
                              <a:solidFill>
                                <a:schemeClr val="accent1"/>
                              </a:solidFill>
                              <a:latin typeface="Cambria Math" panose="02040503050406030204" pitchFamily="18" charset="0"/>
                            </a:rPr>
                            <m:t>6</m:t>
                          </m:r>
                        </m:sup>
                      </m:sSup>
                      <m:r>
                        <a:rPr lang="es-CO" sz="1400" i="0">
                          <a:solidFill>
                            <a:schemeClr val="accent1"/>
                          </a:solidFill>
                          <a:latin typeface="Cambria Math" panose="02040503050406030204" pitchFamily="18" charset="0"/>
                        </a:rPr>
                        <m:t> </m:t>
                      </m:r>
                    </m:oMath>
                  </m:oMathPara>
                </a14:m>
                <a:endParaRPr lang="es-CO" sz="1400">
                  <a:solidFill>
                    <a:schemeClr val="accent1"/>
                  </a:solidFill>
                </a:endParaRPr>
              </a:p>
            </p:txBody>
          </p:sp>
        </mc:Choice>
        <mc:Fallback xmlns="">
          <p:sp>
            <p:nvSpPr>
              <p:cNvPr id="11" name="Rectángulo 10"/>
              <p:cNvSpPr>
                <a:spLocks noRot="1" noChangeAspect="1" noMove="1" noResize="1" noEditPoints="1" noAdjustHandles="1" noChangeArrowheads="1" noChangeShapeType="1" noTextEdit="1"/>
              </p:cNvSpPr>
              <p:nvPr/>
            </p:nvSpPr>
            <p:spPr>
              <a:xfrm>
                <a:off x="6369671" y="4879302"/>
                <a:ext cx="4572000" cy="580672"/>
              </a:xfrm>
              <a:prstGeom prst="rect">
                <a:avLst/>
              </a:prstGeom>
              <a:blipFill>
                <a:blip r:embed="rId4"/>
                <a:stretch>
                  <a:fillRect/>
                </a:stretch>
              </a:blipFill>
            </p:spPr>
            <p:txBody>
              <a:bodyPr/>
              <a:lstStyle/>
              <a:p>
                <a:r>
                  <a:rPr lang="es-CO">
                    <a:noFill/>
                  </a:rPr>
                  <a:t> </a:t>
                </a:r>
              </a:p>
            </p:txBody>
          </p:sp>
        </mc:Fallback>
      </mc:AlternateContent>
      <p:sp>
        <p:nvSpPr>
          <p:cNvPr id="131" name="Rectángulo 130">
            <a:extLst>
              <a:ext uri="{FF2B5EF4-FFF2-40B4-BE49-F238E27FC236}">
                <a16:creationId xmlns:a16="http://schemas.microsoft.com/office/drawing/2014/main" id="{84CF7F3C-7569-4C3D-B8B2-F1B263A3EBB7}"/>
              </a:ext>
            </a:extLst>
          </p:cNvPr>
          <p:cNvSpPr/>
          <p:nvPr/>
        </p:nvSpPr>
        <p:spPr>
          <a:xfrm>
            <a:off x="581192" y="2026344"/>
            <a:ext cx="1628972" cy="461665"/>
          </a:xfrm>
          <a:prstGeom prst="rect">
            <a:avLst/>
          </a:prstGeom>
        </p:spPr>
        <p:txBody>
          <a:bodyPr wrap="none">
            <a:spAutoFit/>
          </a:bodyPr>
          <a:lstStyle/>
          <a:p>
            <a:r>
              <a:rPr lang="es-ES_tradnl" sz="2400" b="1">
                <a:solidFill>
                  <a:srgbClr val="C00000"/>
                </a:solidFill>
              </a:rPr>
              <a:t>Ejemplo 1</a:t>
            </a:r>
            <a:endParaRPr lang="es-CO" sz="2400" b="1">
              <a:solidFill>
                <a:srgbClr val="C00000"/>
              </a:solidFill>
            </a:endParaRPr>
          </a:p>
        </p:txBody>
      </p:sp>
      <p:sp>
        <p:nvSpPr>
          <p:cNvPr id="133" name="CuadroTexto 132">
            <a:extLst>
              <a:ext uri="{FF2B5EF4-FFF2-40B4-BE49-F238E27FC236}">
                <a16:creationId xmlns:a16="http://schemas.microsoft.com/office/drawing/2014/main" id="{E37A4728-2616-40BB-897D-E182BC6182E5}"/>
              </a:ext>
            </a:extLst>
          </p:cNvPr>
          <p:cNvSpPr txBox="1"/>
          <p:nvPr/>
        </p:nvSpPr>
        <p:spPr>
          <a:xfrm>
            <a:off x="8580037" y="2402319"/>
            <a:ext cx="2793324" cy="1631216"/>
          </a:xfrm>
          <a:prstGeom prst="rect">
            <a:avLst/>
          </a:prstGeom>
          <a:noFill/>
        </p:spPr>
        <p:txBody>
          <a:bodyPr wrap="square" rtlCol="0">
            <a:spAutoFit/>
          </a:bodyPr>
          <a:lstStyle/>
          <a:p>
            <a:pPr algn="ctr"/>
            <a:r>
              <a:rPr lang="es-CO" sz="2000">
                <a:solidFill>
                  <a:schemeClr val="accent3">
                    <a:lumMod val="75000"/>
                  </a:schemeClr>
                </a:solidFill>
              </a:rPr>
              <a:t>Suponiendo que los flujos son anuales, ¿A cuánto equivaldrían esta serie de pagos en el año 12?</a:t>
            </a:r>
          </a:p>
        </p:txBody>
      </p:sp>
      <p:grpSp>
        <p:nvGrpSpPr>
          <p:cNvPr id="61" name="Grupo 60">
            <a:extLst>
              <a:ext uri="{FF2B5EF4-FFF2-40B4-BE49-F238E27FC236}">
                <a16:creationId xmlns:a16="http://schemas.microsoft.com/office/drawing/2014/main" id="{51428983-3C44-4356-841D-78C6D8183AF5}"/>
              </a:ext>
            </a:extLst>
          </p:cNvPr>
          <p:cNvGrpSpPr/>
          <p:nvPr/>
        </p:nvGrpSpPr>
        <p:grpSpPr>
          <a:xfrm>
            <a:off x="1852200" y="3382677"/>
            <a:ext cx="5391476" cy="1265666"/>
            <a:chOff x="1491343" y="4202329"/>
            <a:chExt cx="7048165" cy="2099227"/>
          </a:xfrm>
        </p:grpSpPr>
        <p:cxnSp>
          <p:nvCxnSpPr>
            <p:cNvPr id="62" name="Straight Connector 12">
              <a:extLst>
                <a:ext uri="{FF2B5EF4-FFF2-40B4-BE49-F238E27FC236}">
                  <a16:creationId xmlns:a16="http://schemas.microsoft.com/office/drawing/2014/main" id="{1159D15B-7DBE-4E50-A3B2-C741E599F641}"/>
                </a:ext>
              </a:extLst>
            </p:cNvPr>
            <p:cNvCxnSpPr/>
            <p:nvPr/>
          </p:nvCxnSpPr>
          <p:spPr>
            <a:xfrm>
              <a:off x="1519511" y="4640650"/>
              <a:ext cx="6873849" cy="1224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63" name="Rectangle 23">
              <a:extLst>
                <a:ext uri="{FF2B5EF4-FFF2-40B4-BE49-F238E27FC236}">
                  <a16:creationId xmlns:a16="http://schemas.microsoft.com/office/drawing/2014/main" id="{4439C1E2-479A-4AA5-83D1-B0DAB279FC0F}"/>
                </a:ext>
              </a:extLst>
            </p:cNvPr>
            <p:cNvSpPr>
              <a:spLocks/>
            </p:cNvSpPr>
            <p:nvPr/>
          </p:nvSpPr>
          <p:spPr bwMode="auto">
            <a:xfrm flipH="1">
              <a:off x="1491343" y="4229942"/>
              <a:ext cx="131729"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0</a:t>
              </a:r>
            </a:p>
          </p:txBody>
        </p:sp>
        <p:sp>
          <p:nvSpPr>
            <p:cNvPr id="64" name="Rectangle 11">
              <a:extLst>
                <a:ext uri="{FF2B5EF4-FFF2-40B4-BE49-F238E27FC236}">
                  <a16:creationId xmlns:a16="http://schemas.microsoft.com/office/drawing/2014/main" id="{80A53727-C611-4F6E-BFCE-32649024A9C3}"/>
                </a:ext>
              </a:extLst>
            </p:cNvPr>
            <p:cNvSpPr>
              <a:spLocks/>
            </p:cNvSpPr>
            <p:nvPr/>
          </p:nvSpPr>
          <p:spPr bwMode="auto">
            <a:xfrm>
              <a:off x="1924079"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1</a:t>
              </a:r>
            </a:p>
          </p:txBody>
        </p:sp>
        <p:sp>
          <p:nvSpPr>
            <p:cNvPr id="65" name="Rectangle 14">
              <a:extLst>
                <a:ext uri="{FF2B5EF4-FFF2-40B4-BE49-F238E27FC236}">
                  <a16:creationId xmlns:a16="http://schemas.microsoft.com/office/drawing/2014/main" id="{FE9FEE22-3A65-4B38-A247-E07ED7DD95DB}"/>
                </a:ext>
              </a:extLst>
            </p:cNvPr>
            <p:cNvSpPr>
              <a:spLocks/>
            </p:cNvSpPr>
            <p:nvPr/>
          </p:nvSpPr>
          <p:spPr bwMode="auto">
            <a:xfrm>
              <a:off x="2484692"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2</a:t>
              </a:r>
            </a:p>
          </p:txBody>
        </p:sp>
        <p:sp>
          <p:nvSpPr>
            <p:cNvPr id="66" name="Rectangle 15">
              <a:extLst>
                <a:ext uri="{FF2B5EF4-FFF2-40B4-BE49-F238E27FC236}">
                  <a16:creationId xmlns:a16="http://schemas.microsoft.com/office/drawing/2014/main" id="{1CB8648A-E128-4C9D-9AE0-8EAD183EE6CD}"/>
                </a:ext>
              </a:extLst>
            </p:cNvPr>
            <p:cNvSpPr>
              <a:spLocks/>
            </p:cNvSpPr>
            <p:nvPr/>
          </p:nvSpPr>
          <p:spPr bwMode="auto">
            <a:xfrm>
              <a:off x="3048549"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3</a:t>
              </a:r>
            </a:p>
          </p:txBody>
        </p:sp>
        <p:sp>
          <p:nvSpPr>
            <p:cNvPr id="67" name="Rectangle 16">
              <a:extLst>
                <a:ext uri="{FF2B5EF4-FFF2-40B4-BE49-F238E27FC236}">
                  <a16:creationId xmlns:a16="http://schemas.microsoft.com/office/drawing/2014/main" id="{72E208C7-DA93-4EBC-91D6-E14FFB61E0C9}"/>
                </a:ext>
              </a:extLst>
            </p:cNvPr>
            <p:cNvSpPr>
              <a:spLocks/>
            </p:cNvSpPr>
            <p:nvPr/>
          </p:nvSpPr>
          <p:spPr bwMode="auto">
            <a:xfrm>
              <a:off x="3655075"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4</a:t>
              </a:r>
            </a:p>
          </p:txBody>
        </p:sp>
        <p:sp>
          <p:nvSpPr>
            <p:cNvPr id="68" name="Rectangle 17">
              <a:extLst>
                <a:ext uri="{FF2B5EF4-FFF2-40B4-BE49-F238E27FC236}">
                  <a16:creationId xmlns:a16="http://schemas.microsoft.com/office/drawing/2014/main" id="{A05DBAA4-2F10-4E6B-A8D4-C43DD42F7DC8}"/>
                </a:ext>
              </a:extLst>
            </p:cNvPr>
            <p:cNvSpPr>
              <a:spLocks/>
            </p:cNvSpPr>
            <p:nvPr/>
          </p:nvSpPr>
          <p:spPr bwMode="auto">
            <a:xfrm>
              <a:off x="4258181" y="4202329"/>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5</a:t>
              </a:r>
            </a:p>
          </p:txBody>
        </p:sp>
        <p:sp>
          <p:nvSpPr>
            <p:cNvPr id="69" name="Rectangle 18">
              <a:extLst>
                <a:ext uri="{FF2B5EF4-FFF2-40B4-BE49-F238E27FC236}">
                  <a16:creationId xmlns:a16="http://schemas.microsoft.com/office/drawing/2014/main" id="{CFB37C7F-DF96-402F-98A2-2AD67C693330}"/>
                </a:ext>
              </a:extLst>
            </p:cNvPr>
            <p:cNvSpPr>
              <a:spLocks/>
            </p:cNvSpPr>
            <p:nvPr/>
          </p:nvSpPr>
          <p:spPr bwMode="auto">
            <a:xfrm>
              <a:off x="4777031"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6</a:t>
              </a:r>
            </a:p>
          </p:txBody>
        </p:sp>
        <p:sp>
          <p:nvSpPr>
            <p:cNvPr id="70" name="Rectangle 19">
              <a:extLst>
                <a:ext uri="{FF2B5EF4-FFF2-40B4-BE49-F238E27FC236}">
                  <a16:creationId xmlns:a16="http://schemas.microsoft.com/office/drawing/2014/main" id="{533C9E55-D8D0-4218-B405-C8C343FF2296}"/>
                </a:ext>
              </a:extLst>
            </p:cNvPr>
            <p:cNvSpPr>
              <a:spLocks/>
            </p:cNvSpPr>
            <p:nvPr/>
          </p:nvSpPr>
          <p:spPr bwMode="auto">
            <a:xfrm>
              <a:off x="5383554"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7</a:t>
              </a:r>
            </a:p>
          </p:txBody>
        </p:sp>
        <p:sp>
          <p:nvSpPr>
            <p:cNvPr id="71" name="Rectangle 28">
              <a:extLst>
                <a:ext uri="{FF2B5EF4-FFF2-40B4-BE49-F238E27FC236}">
                  <a16:creationId xmlns:a16="http://schemas.microsoft.com/office/drawing/2014/main" id="{DD1D75B7-B8F4-486B-B21F-03B580956337}"/>
                </a:ext>
              </a:extLst>
            </p:cNvPr>
            <p:cNvSpPr>
              <a:spLocks/>
            </p:cNvSpPr>
            <p:nvPr/>
          </p:nvSpPr>
          <p:spPr bwMode="auto">
            <a:xfrm>
              <a:off x="5938227"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8</a:t>
              </a:r>
            </a:p>
          </p:txBody>
        </p:sp>
        <p:sp>
          <p:nvSpPr>
            <p:cNvPr id="72" name="Rectangle 29">
              <a:extLst>
                <a:ext uri="{FF2B5EF4-FFF2-40B4-BE49-F238E27FC236}">
                  <a16:creationId xmlns:a16="http://schemas.microsoft.com/office/drawing/2014/main" id="{4292D3AC-DE2B-4AC4-8884-0270847808AD}"/>
                </a:ext>
              </a:extLst>
            </p:cNvPr>
            <p:cNvSpPr>
              <a:spLocks/>
            </p:cNvSpPr>
            <p:nvPr/>
          </p:nvSpPr>
          <p:spPr bwMode="auto">
            <a:xfrm>
              <a:off x="6532383" y="4229941"/>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9</a:t>
              </a:r>
            </a:p>
          </p:txBody>
        </p:sp>
        <p:sp>
          <p:nvSpPr>
            <p:cNvPr id="73" name="Rectangle 30">
              <a:extLst>
                <a:ext uri="{FF2B5EF4-FFF2-40B4-BE49-F238E27FC236}">
                  <a16:creationId xmlns:a16="http://schemas.microsoft.com/office/drawing/2014/main" id="{8099B9FD-9842-4E59-8FE3-8BD711D7E7AC}"/>
                </a:ext>
              </a:extLst>
            </p:cNvPr>
            <p:cNvSpPr>
              <a:spLocks/>
            </p:cNvSpPr>
            <p:nvPr/>
          </p:nvSpPr>
          <p:spPr bwMode="auto">
            <a:xfrm>
              <a:off x="7153602"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10</a:t>
              </a:r>
            </a:p>
          </p:txBody>
        </p:sp>
        <p:sp>
          <p:nvSpPr>
            <p:cNvPr id="74" name="Rectangle 31">
              <a:extLst>
                <a:ext uri="{FF2B5EF4-FFF2-40B4-BE49-F238E27FC236}">
                  <a16:creationId xmlns:a16="http://schemas.microsoft.com/office/drawing/2014/main" id="{DBDF7C26-8F07-498E-A368-069B6B44209A}"/>
                </a:ext>
              </a:extLst>
            </p:cNvPr>
            <p:cNvSpPr>
              <a:spLocks/>
            </p:cNvSpPr>
            <p:nvPr/>
          </p:nvSpPr>
          <p:spPr bwMode="auto">
            <a:xfrm>
              <a:off x="7656863"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11</a:t>
              </a:r>
            </a:p>
          </p:txBody>
        </p:sp>
        <p:sp>
          <p:nvSpPr>
            <p:cNvPr id="75" name="Rectangle 33">
              <a:extLst>
                <a:ext uri="{FF2B5EF4-FFF2-40B4-BE49-F238E27FC236}">
                  <a16:creationId xmlns:a16="http://schemas.microsoft.com/office/drawing/2014/main" id="{C0E46240-96D1-426E-8FD6-6CDB386BE032}"/>
                </a:ext>
              </a:extLst>
            </p:cNvPr>
            <p:cNvSpPr>
              <a:spLocks/>
            </p:cNvSpPr>
            <p:nvPr/>
          </p:nvSpPr>
          <p:spPr bwMode="auto">
            <a:xfrm>
              <a:off x="8202448" y="4202329"/>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12</a:t>
              </a:r>
            </a:p>
          </p:txBody>
        </p:sp>
        <p:cxnSp>
          <p:nvCxnSpPr>
            <p:cNvPr id="76" name="Straight Arrow Connector 34">
              <a:extLst>
                <a:ext uri="{FF2B5EF4-FFF2-40B4-BE49-F238E27FC236}">
                  <a16:creationId xmlns:a16="http://schemas.microsoft.com/office/drawing/2014/main" id="{590DB801-9452-4EE7-A949-AA9F9ED5EAE5}"/>
                </a:ext>
              </a:extLst>
            </p:cNvPr>
            <p:cNvCxnSpPr/>
            <p:nvPr/>
          </p:nvCxnSpPr>
          <p:spPr>
            <a:xfrm>
              <a:off x="1540640" y="4639623"/>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77" name="Straight Arrow Connector 35">
              <a:extLst>
                <a:ext uri="{FF2B5EF4-FFF2-40B4-BE49-F238E27FC236}">
                  <a16:creationId xmlns:a16="http://schemas.microsoft.com/office/drawing/2014/main" id="{EA4BDF63-0212-4773-8997-F965F4C9D0FE}"/>
                </a:ext>
              </a:extLst>
            </p:cNvPr>
            <p:cNvCxnSpPr/>
            <p:nvPr/>
          </p:nvCxnSpPr>
          <p:spPr>
            <a:xfrm>
              <a:off x="8393360" y="4652891"/>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78" name="Straight Arrow Connector 36">
              <a:extLst>
                <a:ext uri="{FF2B5EF4-FFF2-40B4-BE49-F238E27FC236}">
                  <a16:creationId xmlns:a16="http://schemas.microsoft.com/office/drawing/2014/main" id="{5D60BBEE-2940-4C1B-BA2D-DDA0CD97E769}"/>
                </a:ext>
              </a:extLst>
            </p:cNvPr>
            <p:cNvCxnSpPr/>
            <p:nvPr/>
          </p:nvCxnSpPr>
          <p:spPr>
            <a:xfrm>
              <a:off x="1540640" y="5260524"/>
              <a:ext cx="2905074" cy="13268"/>
            </a:xfrm>
            <a:prstGeom prst="straightConnector1">
              <a:avLst/>
            </a:prstGeom>
            <a:ln w="38100">
              <a:solidFill>
                <a:srgbClr val="FF0000"/>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9" name="Rectangle 37">
              <a:extLst>
                <a:ext uri="{FF2B5EF4-FFF2-40B4-BE49-F238E27FC236}">
                  <a16:creationId xmlns:a16="http://schemas.microsoft.com/office/drawing/2014/main" id="{3F1CA453-C1DC-49A0-8011-E13F672B51B1}"/>
                </a:ext>
              </a:extLst>
            </p:cNvPr>
            <p:cNvSpPr>
              <a:spLocks/>
            </p:cNvSpPr>
            <p:nvPr/>
          </p:nvSpPr>
          <p:spPr bwMode="auto">
            <a:xfrm>
              <a:off x="1924079" y="4829047"/>
              <a:ext cx="1887166"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rPr>
                <a:t>A = 400</a:t>
              </a:r>
            </a:p>
          </p:txBody>
        </p:sp>
        <p:cxnSp>
          <p:nvCxnSpPr>
            <p:cNvPr id="80" name="Straight Arrow Connector 24">
              <a:extLst>
                <a:ext uri="{FF2B5EF4-FFF2-40B4-BE49-F238E27FC236}">
                  <a16:creationId xmlns:a16="http://schemas.microsoft.com/office/drawing/2014/main" id="{11C29049-2F59-4446-9615-6231EDAAEB2C}"/>
                </a:ext>
              </a:extLst>
            </p:cNvPr>
            <p:cNvCxnSpPr/>
            <p:nvPr/>
          </p:nvCxnSpPr>
          <p:spPr>
            <a:xfrm>
              <a:off x="4445714" y="4652891"/>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81" name="Straight Arrow Connector 25">
              <a:extLst>
                <a:ext uri="{FF2B5EF4-FFF2-40B4-BE49-F238E27FC236}">
                  <a16:creationId xmlns:a16="http://schemas.microsoft.com/office/drawing/2014/main" id="{BC8AFCE5-F83F-47AF-8B9D-5F7D05EFFB8E}"/>
                </a:ext>
              </a:extLst>
            </p:cNvPr>
            <p:cNvCxnSpPr/>
            <p:nvPr/>
          </p:nvCxnSpPr>
          <p:spPr>
            <a:xfrm>
              <a:off x="5550650" y="4652891"/>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82" name="Straight Arrow Connector 32">
              <a:extLst>
                <a:ext uri="{FF2B5EF4-FFF2-40B4-BE49-F238E27FC236}">
                  <a16:creationId xmlns:a16="http://schemas.microsoft.com/office/drawing/2014/main" id="{F5719F74-D2EC-422A-8408-62D0741C01D0}"/>
                </a:ext>
              </a:extLst>
            </p:cNvPr>
            <p:cNvCxnSpPr/>
            <p:nvPr/>
          </p:nvCxnSpPr>
          <p:spPr>
            <a:xfrm>
              <a:off x="5550650" y="5260524"/>
              <a:ext cx="2842710" cy="13268"/>
            </a:xfrm>
            <a:prstGeom prst="straightConnector1">
              <a:avLst/>
            </a:prstGeom>
            <a:ln w="38100">
              <a:solidFill>
                <a:srgbClr val="FF0000"/>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130" name="Rectangle 38">
              <a:extLst>
                <a:ext uri="{FF2B5EF4-FFF2-40B4-BE49-F238E27FC236}">
                  <a16:creationId xmlns:a16="http://schemas.microsoft.com/office/drawing/2014/main" id="{1A3F5A69-E47D-44D3-9FD8-1955E244F8E3}"/>
                </a:ext>
              </a:extLst>
            </p:cNvPr>
            <p:cNvSpPr>
              <a:spLocks/>
            </p:cNvSpPr>
            <p:nvPr/>
          </p:nvSpPr>
          <p:spPr bwMode="auto">
            <a:xfrm>
              <a:off x="6106757" y="4858335"/>
              <a:ext cx="1887166"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rPr>
                <a:t>A = 400</a:t>
              </a:r>
            </a:p>
          </p:txBody>
        </p:sp>
        <p:cxnSp>
          <p:nvCxnSpPr>
            <p:cNvPr id="138" name="Straight Arrow Connector 39">
              <a:extLst>
                <a:ext uri="{FF2B5EF4-FFF2-40B4-BE49-F238E27FC236}">
                  <a16:creationId xmlns:a16="http://schemas.microsoft.com/office/drawing/2014/main" id="{CEE60EA4-ED88-4143-91CB-63A130665813}"/>
                </a:ext>
              </a:extLst>
            </p:cNvPr>
            <p:cNvCxnSpPr/>
            <p:nvPr/>
          </p:nvCxnSpPr>
          <p:spPr>
            <a:xfrm>
              <a:off x="4960661" y="4652891"/>
              <a:ext cx="0" cy="1289915"/>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39" name="Rectangle 40">
              <a:extLst>
                <a:ext uri="{FF2B5EF4-FFF2-40B4-BE49-F238E27FC236}">
                  <a16:creationId xmlns:a16="http://schemas.microsoft.com/office/drawing/2014/main" id="{FA0B4FE6-9E21-4D14-802B-93A7E11701D7}"/>
                </a:ext>
              </a:extLst>
            </p:cNvPr>
            <p:cNvSpPr>
              <a:spLocks/>
            </p:cNvSpPr>
            <p:nvPr/>
          </p:nvSpPr>
          <p:spPr bwMode="auto">
            <a:xfrm>
              <a:off x="4017079" y="5893175"/>
              <a:ext cx="1887166"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rPr>
                <a:t>600</a:t>
              </a:r>
            </a:p>
          </p:txBody>
        </p:sp>
      </p:grpSp>
      <p:sp>
        <p:nvSpPr>
          <p:cNvPr id="3" name="Rectángulo 2">
            <a:extLst>
              <a:ext uri="{FF2B5EF4-FFF2-40B4-BE49-F238E27FC236}">
                <a16:creationId xmlns:a16="http://schemas.microsoft.com/office/drawing/2014/main" id="{39F36CF4-9DC8-4DDF-CB9D-4ED4F0FDC07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3F395D74-E5C6-8611-D620-8F4A772206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0939C9BC-BFCB-9AC5-5C37-3028F3CCDF4E}"/>
              </a:ext>
            </a:extLst>
          </p:cNvPr>
          <p:cNvSpPr/>
          <p:nvPr/>
        </p:nvSpPr>
        <p:spPr>
          <a:xfrm>
            <a:off x="8580037" y="130158"/>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CuadroTexto 8">
            <a:extLst>
              <a:ext uri="{FF2B5EF4-FFF2-40B4-BE49-F238E27FC236}">
                <a16:creationId xmlns:a16="http://schemas.microsoft.com/office/drawing/2014/main" id="{F9D14299-5936-E9FD-90D6-E72A5155B2C5}"/>
              </a:ext>
            </a:extLst>
          </p:cNvPr>
          <p:cNvSpPr txBox="1"/>
          <p:nvPr/>
        </p:nvSpPr>
        <p:spPr>
          <a:xfrm>
            <a:off x="7265371" y="3429000"/>
            <a:ext cx="1357485" cy="307777"/>
          </a:xfrm>
          <a:prstGeom prst="rect">
            <a:avLst/>
          </a:prstGeom>
          <a:noFill/>
        </p:spPr>
        <p:txBody>
          <a:bodyPr wrap="square">
            <a:spAutoFit/>
          </a:bodyPr>
          <a:lstStyle/>
          <a:p>
            <a:r>
              <a:rPr lang="es-ES" sz="1400" b="1">
                <a:solidFill>
                  <a:srgbClr val="D7A700"/>
                </a:solidFill>
              </a:rPr>
              <a:t>Años</a:t>
            </a:r>
            <a:endParaRPr lang="es-CO" sz="1400" b="1">
              <a:solidFill>
                <a:srgbClr val="D7A700"/>
              </a:solidFill>
            </a:endParaRPr>
          </a:p>
        </p:txBody>
      </p:sp>
    </p:spTree>
    <p:extLst>
      <p:ext uri="{BB962C8B-B14F-4D97-AF65-F5344CB8AC3E}">
        <p14:creationId xmlns:p14="http://schemas.microsoft.com/office/powerpoint/2010/main" val="3981616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4" grpId="0"/>
      <p:bldP spid="1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2"/>
          <p:cNvSpPr>
            <a:spLocks noGrp="1"/>
          </p:cNvSpPr>
          <p:nvPr>
            <p:ph idx="1"/>
          </p:nvPr>
        </p:nvSpPr>
        <p:spPr>
          <a:xfrm>
            <a:off x="574373" y="1953356"/>
            <a:ext cx="10968843" cy="922553"/>
          </a:xfrm>
        </p:spPr>
        <p:txBody>
          <a:bodyPr>
            <a:noAutofit/>
          </a:bodyPr>
          <a:lstStyle/>
          <a:p>
            <a:pPr marL="0" indent="0" algn="just">
              <a:buNone/>
            </a:pPr>
            <a:r>
              <a:rPr lang="es-ES_tradnl" sz="2400" b="1" dirty="0">
                <a:solidFill>
                  <a:srgbClr val="C00000"/>
                </a:solidFill>
              </a:rPr>
              <a:t>Ejemplo 2</a:t>
            </a:r>
            <a:endParaRPr lang="es-CO" sz="2400" b="1" dirty="0">
              <a:solidFill>
                <a:srgbClr val="C00000"/>
              </a:solidFill>
            </a:endParaRPr>
          </a:p>
          <a:p>
            <a:pPr marL="0" indent="0" algn="just">
              <a:buNone/>
            </a:pPr>
            <a:r>
              <a:rPr lang="es-ES" sz="2400" dirty="0"/>
              <a:t>Imagínese unos flujos como los qué se muestran a continuación. Pero con un costo de oportunidad diferente del periodo 1 al 3 y otro en los periodos 4 y 5</a:t>
            </a:r>
          </a:p>
        </p:txBody>
      </p:sp>
      <p:cxnSp>
        <p:nvCxnSpPr>
          <p:cNvPr id="6" name="Straight Connector 6"/>
          <p:cNvCxnSpPr/>
          <p:nvPr/>
        </p:nvCxnSpPr>
        <p:spPr>
          <a:xfrm flipV="1">
            <a:off x="2996194" y="5368311"/>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9"/>
          <p:cNvCxnSpPr>
            <a:cxnSpLocks/>
          </p:cNvCxnSpPr>
          <p:nvPr/>
        </p:nvCxnSpPr>
        <p:spPr>
          <a:xfrm flipV="1">
            <a:off x="8081558" y="506390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35"/>
          <p:cNvSpPr>
            <a:spLocks/>
          </p:cNvSpPr>
          <p:nvPr/>
        </p:nvSpPr>
        <p:spPr bwMode="auto">
          <a:xfrm>
            <a:off x="2932072" y="5375592"/>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 name="Rectangle 36"/>
          <p:cNvSpPr>
            <a:spLocks/>
          </p:cNvSpPr>
          <p:nvPr/>
        </p:nvSpPr>
        <p:spPr bwMode="auto">
          <a:xfrm>
            <a:off x="3745357" y="53507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0" name="Rectangle 37"/>
          <p:cNvSpPr>
            <a:spLocks/>
          </p:cNvSpPr>
          <p:nvPr/>
        </p:nvSpPr>
        <p:spPr bwMode="auto">
          <a:xfrm>
            <a:off x="4833845" y="53507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 name="Rectangle 38"/>
          <p:cNvSpPr>
            <a:spLocks/>
          </p:cNvSpPr>
          <p:nvPr/>
        </p:nvSpPr>
        <p:spPr bwMode="auto">
          <a:xfrm>
            <a:off x="5893319" y="536472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2" name="Rectangle 39"/>
          <p:cNvSpPr>
            <a:spLocks/>
          </p:cNvSpPr>
          <p:nvPr/>
        </p:nvSpPr>
        <p:spPr bwMode="auto">
          <a:xfrm>
            <a:off x="6899181" y="538117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3" name="Rectangle 40"/>
          <p:cNvSpPr>
            <a:spLocks/>
          </p:cNvSpPr>
          <p:nvPr/>
        </p:nvSpPr>
        <p:spPr bwMode="auto">
          <a:xfrm>
            <a:off x="7972610" y="53507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5" name="Rectangle 35"/>
          <p:cNvSpPr>
            <a:spLocks/>
          </p:cNvSpPr>
          <p:nvPr/>
        </p:nvSpPr>
        <p:spPr bwMode="auto">
          <a:xfrm>
            <a:off x="8023852" y="4763919"/>
            <a:ext cx="11381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7" name="Rectangle 35"/>
          <p:cNvSpPr>
            <a:spLocks/>
          </p:cNvSpPr>
          <p:nvPr/>
        </p:nvSpPr>
        <p:spPr bwMode="auto">
          <a:xfrm>
            <a:off x="6912059" y="4480980"/>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a:t>
            </a:r>
          </a:p>
        </p:txBody>
      </p:sp>
      <p:sp>
        <p:nvSpPr>
          <p:cNvPr id="18" name="Rectangle 35"/>
          <p:cNvSpPr>
            <a:spLocks/>
          </p:cNvSpPr>
          <p:nvPr/>
        </p:nvSpPr>
        <p:spPr bwMode="auto">
          <a:xfrm>
            <a:off x="5930555" y="4199740"/>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19" name="Rectangle 35"/>
          <p:cNvSpPr>
            <a:spLocks/>
          </p:cNvSpPr>
          <p:nvPr/>
        </p:nvSpPr>
        <p:spPr bwMode="auto">
          <a:xfrm>
            <a:off x="4867760" y="3938614"/>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sp>
        <p:nvSpPr>
          <p:cNvPr id="20" name="Rectangle 35"/>
          <p:cNvSpPr>
            <a:spLocks/>
          </p:cNvSpPr>
          <p:nvPr/>
        </p:nvSpPr>
        <p:spPr bwMode="auto">
          <a:xfrm>
            <a:off x="3782063" y="3293706"/>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cxnSp>
        <p:nvCxnSpPr>
          <p:cNvPr id="21" name="Straight Arrow Connector 9"/>
          <p:cNvCxnSpPr/>
          <p:nvPr/>
        </p:nvCxnSpPr>
        <p:spPr>
          <a:xfrm flipV="1">
            <a:off x="7026421" y="4879695"/>
            <a:ext cx="0" cy="49785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9"/>
          <p:cNvCxnSpPr/>
          <p:nvPr/>
        </p:nvCxnSpPr>
        <p:spPr>
          <a:xfrm flipV="1">
            <a:off x="4994499" y="4293613"/>
            <a:ext cx="0" cy="108669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9"/>
          <p:cNvCxnSpPr/>
          <p:nvPr/>
        </p:nvCxnSpPr>
        <p:spPr>
          <a:xfrm flipV="1">
            <a:off x="6058795" y="4521194"/>
            <a:ext cx="0" cy="82798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3910303" y="3716236"/>
            <a:ext cx="0" cy="16700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 name="Abrir llave 2">
            <a:extLst>
              <a:ext uri="{FF2B5EF4-FFF2-40B4-BE49-F238E27FC236}">
                <a16:creationId xmlns:a16="http://schemas.microsoft.com/office/drawing/2014/main" id="{71009633-4C17-1DAF-1FB8-EDAD253E2DDE}"/>
              </a:ext>
            </a:extLst>
          </p:cNvPr>
          <p:cNvSpPr/>
          <p:nvPr/>
        </p:nvSpPr>
        <p:spPr>
          <a:xfrm rot="16200000">
            <a:off x="4842567" y="4768116"/>
            <a:ext cx="288632" cy="237145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p>
        </p:txBody>
      </p:sp>
      <p:sp>
        <p:nvSpPr>
          <p:cNvPr id="16" name="Abrir llave 15">
            <a:extLst>
              <a:ext uri="{FF2B5EF4-FFF2-40B4-BE49-F238E27FC236}">
                <a16:creationId xmlns:a16="http://schemas.microsoft.com/office/drawing/2014/main" id="{D5387356-A9DC-6482-438B-73F02B437AC1}"/>
              </a:ext>
            </a:extLst>
          </p:cNvPr>
          <p:cNvSpPr/>
          <p:nvPr/>
        </p:nvSpPr>
        <p:spPr>
          <a:xfrm rot="16200000">
            <a:off x="7512999" y="5293110"/>
            <a:ext cx="246220" cy="134712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p>
        </p:txBody>
      </p:sp>
      <p:sp>
        <p:nvSpPr>
          <p:cNvPr id="22" name="Content Placeholder 2">
            <a:extLst>
              <a:ext uri="{FF2B5EF4-FFF2-40B4-BE49-F238E27FC236}">
                <a16:creationId xmlns:a16="http://schemas.microsoft.com/office/drawing/2014/main" id="{02F72702-765B-85C6-FBC4-819F2A849BDB}"/>
              </a:ext>
            </a:extLst>
          </p:cNvPr>
          <p:cNvSpPr txBox="1">
            <a:spLocks/>
          </p:cNvSpPr>
          <p:nvPr/>
        </p:nvSpPr>
        <p:spPr>
          <a:xfrm>
            <a:off x="4423727" y="6168862"/>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a:t>CO= 10%</a:t>
            </a:r>
          </a:p>
        </p:txBody>
      </p:sp>
      <p:sp>
        <p:nvSpPr>
          <p:cNvPr id="24" name="Content Placeholder 2">
            <a:extLst>
              <a:ext uri="{FF2B5EF4-FFF2-40B4-BE49-F238E27FC236}">
                <a16:creationId xmlns:a16="http://schemas.microsoft.com/office/drawing/2014/main" id="{7974454A-7C7C-2F88-A8DA-A9C97CA71849}"/>
              </a:ext>
            </a:extLst>
          </p:cNvPr>
          <p:cNvSpPr txBox="1">
            <a:spLocks/>
          </p:cNvSpPr>
          <p:nvPr/>
        </p:nvSpPr>
        <p:spPr>
          <a:xfrm>
            <a:off x="7000436" y="6138699"/>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a:t>CO= 5%</a:t>
            </a:r>
          </a:p>
        </p:txBody>
      </p:sp>
      <p:sp>
        <p:nvSpPr>
          <p:cNvPr id="14" name="Rectángulo 13">
            <a:extLst>
              <a:ext uri="{FF2B5EF4-FFF2-40B4-BE49-F238E27FC236}">
                <a16:creationId xmlns:a16="http://schemas.microsoft.com/office/drawing/2014/main" id="{5463620F-EC1F-7D89-BE0A-CC7F43CA736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3" name="Picture 2" descr="Clientes y aliados | Centro de Evaluación | Uniandes">
            <a:extLst>
              <a:ext uri="{FF2B5EF4-FFF2-40B4-BE49-F238E27FC236}">
                <a16:creationId xmlns:a16="http://schemas.microsoft.com/office/drawing/2014/main" id="{D64BF077-89AC-7AF8-55AE-D2EF90F8B1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4B63CEA3-D378-37A0-149D-F9B52DA5A04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0" name="Título 1">
            <a:extLst>
              <a:ext uri="{FF2B5EF4-FFF2-40B4-BE49-F238E27FC236}">
                <a16:creationId xmlns:a16="http://schemas.microsoft.com/office/drawing/2014/main" id="{D069220C-653D-10EB-5984-D2B5DB7D6C48}"/>
              </a:ext>
            </a:extLst>
          </p:cNvPr>
          <p:cNvSpPr>
            <a:spLocks noGrp="1"/>
          </p:cNvSpPr>
          <p:nvPr>
            <p:ph type="title"/>
          </p:nvPr>
        </p:nvSpPr>
        <p:spPr>
          <a:xfrm>
            <a:off x="581192" y="702156"/>
            <a:ext cx="11029616" cy="1013800"/>
          </a:xfrm>
        </p:spPr>
        <p:txBody>
          <a:bodyPr>
            <a:noAutofit/>
          </a:bodyPr>
          <a:lstStyle/>
          <a:p>
            <a:r>
              <a:rPr lang="es-ES" sz="3200" dirty="0">
                <a:latin typeface="Gill Sans MT (Títulos)"/>
              </a:rPr>
              <a:t>EJERCICIOS DE PRÁCTICA.</a:t>
            </a:r>
          </a:p>
        </p:txBody>
      </p:sp>
      <p:sp>
        <p:nvSpPr>
          <p:cNvPr id="2" name="Marcador de número de diapositiva 3">
            <a:extLst>
              <a:ext uri="{FF2B5EF4-FFF2-40B4-BE49-F238E27FC236}">
                <a16:creationId xmlns:a16="http://schemas.microsoft.com/office/drawing/2014/main" id="{B1CA2C6B-9F93-0AF0-77A7-627058684CF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mj-lt"/>
              </a:rPr>
              <a:pPr/>
              <a:t>40</a:t>
            </a:fld>
            <a:endParaRPr lang="en-US" sz="2000" b="1">
              <a:latin typeface="+mj-lt"/>
            </a:endParaRPr>
          </a:p>
        </p:txBody>
      </p:sp>
    </p:spTree>
    <p:extLst>
      <p:ext uri="{BB962C8B-B14F-4D97-AF65-F5344CB8AC3E}">
        <p14:creationId xmlns:p14="http://schemas.microsoft.com/office/powerpoint/2010/main" val="8355756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ontent Placeholder 2">
            <a:extLst>
              <a:ext uri="{FF2B5EF4-FFF2-40B4-BE49-F238E27FC236}">
                <a16:creationId xmlns:a16="http://schemas.microsoft.com/office/drawing/2014/main" id="{A867B502-4F79-5DC0-BEDB-E071DFDE4C7E}"/>
              </a:ext>
            </a:extLst>
          </p:cNvPr>
          <p:cNvSpPr>
            <a:spLocks noGrp="1"/>
          </p:cNvSpPr>
          <p:nvPr>
            <p:ph idx="1"/>
          </p:nvPr>
        </p:nvSpPr>
        <p:spPr>
          <a:xfrm>
            <a:off x="2181700" y="5528297"/>
            <a:ext cx="7610476" cy="922553"/>
          </a:xfrm>
        </p:spPr>
        <p:txBody>
          <a:bodyPr>
            <a:normAutofit/>
          </a:bodyPr>
          <a:lstStyle/>
          <a:p>
            <a:pPr marL="0" indent="0" algn="ctr">
              <a:buNone/>
            </a:pPr>
            <a:r>
              <a:rPr lang="es-ES" sz="2400"/>
              <a:t>¿Como se halla el VP (t=0) de estos flujos?</a:t>
            </a:r>
          </a:p>
        </p:txBody>
      </p:sp>
      <p:cxnSp>
        <p:nvCxnSpPr>
          <p:cNvPr id="6" name="Straight Connector 6"/>
          <p:cNvCxnSpPr/>
          <p:nvPr/>
        </p:nvCxnSpPr>
        <p:spPr>
          <a:xfrm flipV="1">
            <a:off x="2800464" y="4182733"/>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9"/>
          <p:cNvCxnSpPr>
            <a:cxnSpLocks/>
          </p:cNvCxnSpPr>
          <p:nvPr/>
        </p:nvCxnSpPr>
        <p:spPr>
          <a:xfrm flipV="1">
            <a:off x="7885828" y="387832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35"/>
          <p:cNvSpPr>
            <a:spLocks/>
          </p:cNvSpPr>
          <p:nvPr/>
        </p:nvSpPr>
        <p:spPr bwMode="auto">
          <a:xfrm>
            <a:off x="2736342" y="4190014"/>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 name="Rectangle 36"/>
          <p:cNvSpPr>
            <a:spLocks/>
          </p:cNvSpPr>
          <p:nvPr/>
        </p:nvSpPr>
        <p:spPr bwMode="auto">
          <a:xfrm>
            <a:off x="3549627" y="41651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0" name="Rectangle 37"/>
          <p:cNvSpPr>
            <a:spLocks/>
          </p:cNvSpPr>
          <p:nvPr/>
        </p:nvSpPr>
        <p:spPr bwMode="auto">
          <a:xfrm>
            <a:off x="4638115" y="41651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 name="Rectangle 38"/>
          <p:cNvSpPr>
            <a:spLocks/>
          </p:cNvSpPr>
          <p:nvPr/>
        </p:nvSpPr>
        <p:spPr bwMode="auto">
          <a:xfrm>
            <a:off x="5697589" y="417914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2" name="Rectangle 39"/>
          <p:cNvSpPr>
            <a:spLocks/>
          </p:cNvSpPr>
          <p:nvPr/>
        </p:nvSpPr>
        <p:spPr bwMode="auto">
          <a:xfrm>
            <a:off x="6703451" y="419559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3" name="Rectangle 40"/>
          <p:cNvSpPr>
            <a:spLocks/>
          </p:cNvSpPr>
          <p:nvPr/>
        </p:nvSpPr>
        <p:spPr bwMode="auto">
          <a:xfrm>
            <a:off x="7776880" y="41651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5" name="Rectangle 35"/>
          <p:cNvSpPr>
            <a:spLocks/>
          </p:cNvSpPr>
          <p:nvPr/>
        </p:nvSpPr>
        <p:spPr bwMode="auto">
          <a:xfrm>
            <a:off x="7828122" y="3578341"/>
            <a:ext cx="11381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7" name="Rectangle 35"/>
          <p:cNvSpPr>
            <a:spLocks/>
          </p:cNvSpPr>
          <p:nvPr/>
        </p:nvSpPr>
        <p:spPr bwMode="auto">
          <a:xfrm>
            <a:off x="6716329" y="329540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a:t>
            </a:r>
          </a:p>
        </p:txBody>
      </p:sp>
      <p:sp>
        <p:nvSpPr>
          <p:cNvPr id="18" name="Rectangle 35"/>
          <p:cNvSpPr>
            <a:spLocks/>
          </p:cNvSpPr>
          <p:nvPr/>
        </p:nvSpPr>
        <p:spPr bwMode="auto">
          <a:xfrm>
            <a:off x="5734825" y="301416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19" name="Rectangle 35"/>
          <p:cNvSpPr>
            <a:spLocks/>
          </p:cNvSpPr>
          <p:nvPr/>
        </p:nvSpPr>
        <p:spPr bwMode="auto">
          <a:xfrm>
            <a:off x="4672030" y="2753036"/>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sp>
        <p:nvSpPr>
          <p:cNvPr id="20" name="Rectangle 35"/>
          <p:cNvSpPr>
            <a:spLocks/>
          </p:cNvSpPr>
          <p:nvPr/>
        </p:nvSpPr>
        <p:spPr bwMode="auto">
          <a:xfrm>
            <a:off x="3586333" y="2108128"/>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cxnSp>
        <p:nvCxnSpPr>
          <p:cNvPr id="21" name="Straight Arrow Connector 9"/>
          <p:cNvCxnSpPr/>
          <p:nvPr/>
        </p:nvCxnSpPr>
        <p:spPr>
          <a:xfrm flipV="1">
            <a:off x="6830691" y="3694117"/>
            <a:ext cx="0" cy="49785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9"/>
          <p:cNvCxnSpPr/>
          <p:nvPr/>
        </p:nvCxnSpPr>
        <p:spPr>
          <a:xfrm flipV="1">
            <a:off x="4798769" y="3108035"/>
            <a:ext cx="0" cy="108669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9"/>
          <p:cNvCxnSpPr/>
          <p:nvPr/>
        </p:nvCxnSpPr>
        <p:spPr>
          <a:xfrm flipV="1">
            <a:off x="5863065" y="3335616"/>
            <a:ext cx="0" cy="82798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3714573" y="2530658"/>
            <a:ext cx="0" cy="16700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 name="Abrir llave 2">
            <a:extLst>
              <a:ext uri="{FF2B5EF4-FFF2-40B4-BE49-F238E27FC236}">
                <a16:creationId xmlns:a16="http://schemas.microsoft.com/office/drawing/2014/main" id="{71009633-4C17-1DAF-1FB8-EDAD253E2DDE}"/>
              </a:ext>
            </a:extLst>
          </p:cNvPr>
          <p:cNvSpPr/>
          <p:nvPr/>
        </p:nvSpPr>
        <p:spPr>
          <a:xfrm rot="16200000">
            <a:off x="4646837" y="3582538"/>
            <a:ext cx="288632" cy="237145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p>
        </p:txBody>
      </p:sp>
      <p:sp>
        <p:nvSpPr>
          <p:cNvPr id="16" name="Abrir llave 15">
            <a:extLst>
              <a:ext uri="{FF2B5EF4-FFF2-40B4-BE49-F238E27FC236}">
                <a16:creationId xmlns:a16="http://schemas.microsoft.com/office/drawing/2014/main" id="{D5387356-A9DC-6482-438B-73F02B437AC1}"/>
              </a:ext>
            </a:extLst>
          </p:cNvPr>
          <p:cNvSpPr/>
          <p:nvPr/>
        </p:nvSpPr>
        <p:spPr>
          <a:xfrm rot="16200000">
            <a:off x="7317269" y="4107532"/>
            <a:ext cx="246220" cy="134712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p>
        </p:txBody>
      </p:sp>
      <p:sp>
        <p:nvSpPr>
          <p:cNvPr id="22" name="Content Placeholder 2">
            <a:extLst>
              <a:ext uri="{FF2B5EF4-FFF2-40B4-BE49-F238E27FC236}">
                <a16:creationId xmlns:a16="http://schemas.microsoft.com/office/drawing/2014/main" id="{02F72702-765B-85C6-FBC4-819F2A849BDB}"/>
              </a:ext>
            </a:extLst>
          </p:cNvPr>
          <p:cNvSpPr txBox="1">
            <a:spLocks/>
          </p:cNvSpPr>
          <p:nvPr/>
        </p:nvSpPr>
        <p:spPr>
          <a:xfrm>
            <a:off x="4227997" y="4983284"/>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dirty="0"/>
              <a:t>CO= 10%</a:t>
            </a:r>
          </a:p>
        </p:txBody>
      </p:sp>
      <p:sp>
        <p:nvSpPr>
          <p:cNvPr id="24" name="Content Placeholder 2">
            <a:extLst>
              <a:ext uri="{FF2B5EF4-FFF2-40B4-BE49-F238E27FC236}">
                <a16:creationId xmlns:a16="http://schemas.microsoft.com/office/drawing/2014/main" id="{7974454A-7C7C-2F88-A8DA-A9C97CA71849}"/>
              </a:ext>
            </a:extLst>
          </p:cNvPr>
          <p:cNvSpPr txBox="1">
            <a:spLocks/>
          </p:cNvSpPr>
          <p:nvPr/>
        </p:nvSpPr>
        <p:spPr>
          <a:xfrm>
            <a:off x="6804706" y="4953121"/>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a:t>CO= 5%</a:t>
            </a:r>
          </a:p>
        </p:txBody>
      </p:sp>
      <p:sp>
        <p:nvSpPr>
          <p:cNvPr id="14" name="Rectángulo 13">
            <a:extLst>
              <a:ext uri="{FF2B5EF4-FFF2-40B4-BE49-F238E27FC236}">
                <a16:creationId xmlns:a16="http://schemas.microsoft.com/office/drawing/2014/main" id="{5B958E5E-0B7B-1800-8F99-A4173733AB3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5" name="Picture 2" descr="Clientes y aliados | Centro de Evaluación | Uniandes">
            <a:extLst>
              <a:ext uri="{FF2B5EF4-FFF2-40B4-BE49-F238E27FC236}">
                <a16:creationId xmlns:a16="http://schemas.microsoft.com/office/drawing/2014/main" id="{A152346A-75FB-E69B-353A-F292DC2F92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6" name="Rectángulo 25">
            <a:extLst>
              <a:ext uri="{FF2B5EF4-FFF2-40B4-BE49-F238E27FC236}">
                <a16:creationId xmlns:a16="http://schemas.microsoft.com/office/drawing/2014/main" id="{7E0587F7-10E4-2248-B6D0-25A9E477776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3" name="Título 1">
            <a:extLst>
              <a:ext uri="{FF2B5EF4-FFF2-40B4-BE49-F238E27FC236}">
                <a16:creationId xmlns:a16="http://schemas.microsoft.com/office/drawing/2014/main" id="{9AB66699-C348-A27F-8D98-2615CB83D358}"/>
              </a:ext>
            </a:extLst>
          </p:cNvPr>
          <p:cNvSpPr>
            <a:spLocks noGrp="1"/>
          </p:cNvSpPr>
          <p:nvPr>
            <p:ph type="title"/>
          </p:nvPr>
        </p:nvSpPr>
        <p:spPr>
          <a:xfrm>
            <a:off x="581192" y="702156"/>
            <a:ext cx="11029616" cy="1013800"/>
          </a:xfrm>
        </p:spPr>
        <p:txBody>
          <a:bodyPr>
            <a:noAutofit/>
          </a:bodyPr>
          <a:lstStyle/>
          <a:p>
            <a:r>
              <a:rPr lang="es-ES" sz="3200" dirty="0">
                <a:latin typeface="Gill Sans MT (Títulos)"/>
              </a:rPr>
              <a:t>EJERCICIOS DE PRÁCTICA.</a:t>
            </a:r>
          </a:p>
        </p:txBody>
      </p:sp>
      <p:sp>
        <p:nvSpPr>
          <p:cNvPr id="2" name="Marcador de número de diapositiva 3">
            <a:extLst>
              <a:ext uri="{FF2B5EF4-FFF2-40B4-BE49-F238E27FC236}">
                <a16:creationId xmlns:a16="http://schemas.microsoft.com/office/drawing/2014/main" id="{77E161D6-F769-212D-6B49-3C7A70298D2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mj-lt"/>
              </a:rPr>
              <a:pPr/>
              <a:t>41</a:t>
            </a:fld>
            <a:endParaRPr lang="en-US" sz="2000" b="1">
              <a:latin typeface="+mj-lt"/>
            </a:endParaRPr>
          </a:p>
        </p:txBody>
      </p:sp>
    </p:spTree>
    <p:extLst>
      <p:ext uri="{BB962C8B-B14F-4D97-AF65-F5344CB8AC3E}">
        <p14:creationId xmlns:p14="http://schemas.microsoft.com/office/powerpoint/2010/main" val="20039002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ontent Placeholder 2">
            <a:extLst>
              <a:ext uri="{FF2B5EF4-FFF2-40B4-BE49-F238E27FC236}">
                <a16:creationId xmlns:a16="http://schemas.microsoft.com/office/drawing/2014/main" id="{A867B502-4F79-5DC0-BEDB-E071DFDE4C7E}"/>
              </a:ext>
            </a:extLst>
          </p:cNvPr>
          <p:cNvSpPr>
            <a:spLocks noGrp="1"/>
          </p:cNvSpPr>
          <p:nvPr>
            <p:ph idx="1"/>
          </p:nvPr>
        </p:nvSpPr>
        <p:spPr>
          <a:xfrm>
            <a:off x="641965" y="5528297"/>
            <a:ext cx="10908070" cy="922553"/>
          </a:xfrm>
        </p:spPr>
        <p:txBody>
          <a:bodyPr>
            <a:normAutofit/>
          </a:bodyPr>
          <a:lstStyle/>
          <a:p>
            <a:pPr marL="0" indent="0" algn="ctr">
              <a:buNone/>
            </a:pPr>
            <a:r>
              <a:rPr lang="es-ES" sz="2400" dirty="0"/>
              <a:t>Se llevan los flujos cobijados por la ultima tasa al periodo anterior de donde comienza dicha tasa. En este caso al periodo 3.</a:t>
            </a:r>
          </a:p>
        </p:txBody>
      </p:sp>
      <p:cxnSp>
        <p:nvCxnSpPr>
          <p:cNvPr id="6" name="Straight Connector 6"/>
          <p:cNvCxnSpPr/>
          <p:nvPr/>
        </p:nvCxnSpPr>
        <p:spPr>
          <a:xfrm flipV="1">
            <a:off x="2800464" y="4182733"/>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9"/>
          <p:cNvCxnSpPr>
            <a:cxnSpLocks/>
          </p:cNvCxnSpPr>
          <p:nvPr/>
        </p:nvCxnSpPr>
        <p:spPr>
          <a:xfrm flipV="1">
            <a:off x="7885828" y="387832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35"/>
          <p:cNvSpPr>
            <a:spLocks/>
          </p:cNvSpPr>
          <p:nvPr/>
        </p:nvSpPr>
        <p:spPr bwMode="auto">
          <a:xfrm>
            <a:off x="2736342" y="4190014"/>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 name="Rectangle 36"/>
          <p:cNvSpPr>
            <a:spLocks/>
          </p:cNvSpPr>
          <p:nvPr/>
        </p:nvSpPr>
        <p:spPr bwMode="auto">
          <a:xfrm>
            <a:off x="3549627" y="41651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0" name="Rectangle 37"/>
          <p:cNvSpPr>
            <a:spLocks/>
          </p:cNvSpPr>
          <p:nvPr/>
        </p:nvSpPr>
        <p:spPr bwMode="auto">
          <a:xfrm>
            <a:off x="4638115" y="41651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 name="Rectangle 38"/>
          <p:cNvSpPr>
            <a:spLocks/>
          </p:cNvSpPr>
          <p:nvPr/>
        </p:nvSpPr>
        <p:spPr bwMode="auto">
          <a:xfrm>
            <a:off x="5697589" y="417914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2" name="Rectangle 39"/>
          <p:cNvSpPr>
            <a:spLocks/>
          </p:cNvSpPr>
          <p:nvPr/>
        </p:nvSpPr>
        <p:spPr bwMode="auto">
          <a:xfrm>
            <a:off x="6703451" y="419559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3" name="Rectangle 40"/>
          <p:cNvSpPr>
            <a:spLocks/>
          </p:cNvSpPr>
          <p:nvPr/>
        </p:nvSpPr>
        <p:spPr bwMode="auto">
          <a:xfrm>
            <a:off x="7776880" y="41651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5" name="Rectangle 35"/>
          <p:cNvSpPr>
            <a:spLocks/>
          </p:cNvSpPr>
          <p:nvPr/>
        </p:nvSpPr>
        <p:spPr bwMode="auto">
          <a:xfrm>
            <a:off x="7828122" y="3578341"/>
            <a:ext cx="11381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7" name="Rectangle 35"/>
          <p:cNvSpPr>
            <a:spLocks/>
          </p:cNvSpPr>
          <p:nvPr/>
        </p:nvSpPr>
        <p:spPr bwMode="auto">
          <a:xfrm>
            <a:off x="6716329" y="329540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a:t>
            </a:r>
          </a:p>
        </p:txBody>
      </p:sp>
      <p:sp>
        <p:nvSpPr>
          <p:cNvPr id="18" name="Rectangle 35"/>
          <p:cNvSpPr>
            <a:spLocks/>
          </p:cNvSpPr>
          <p:nvPr/>
        </p:nvSpPr>
        <p:spPr bwMode="auto">
          <a:xfrm>
            <a:off x="5734825" y="301416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19" name="Rectangle 35"/>
          <p:cNvSpPr>
            <a:spLocks/>
          </p:cNvSpPr>
          <p:nvPr/>
        </p:nvSpPr>
        <p:spPr bwMode="auto">
          <a:xfrm>
            <a:off x="4672030" y="2753036"/>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sp>
        <p:nvSpPr>
          <p:cNvPr id="20" name="Rectangle 35"/>
          <p:cNvSpPr>
            <a:spLocks/>
          </p:cNvSpPr>
          <p:nvPr/>
        </p:nvSpPr>
        <p:spPr bwMode="auto">
          <a:xfrm>
            <a:off x="3586333" y="2108128"/>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cxnSp>
        <p:nvCxnSpPr>
          <p:cNvPr id="21" name="Straight Arrow Connector 9"/>
          <p:cNvCxnSpPr/>
          <p:nvPr/>
        </p:nvCxnSpPr>
        <p:spPr>
          <a:xfrm flipV="1">
            <a:off x="6830691" y="3694117"/>
            <a:ext cx="0" cy="49785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9"/>
          <p:cNvCxnSpPr/>
          <p:nvPr/>
        </p:nvCxnSpPr>
        <p:spPr>
          <a:xfrm flipV="1">
            <a:off x="4798769" y="3108035"/>
            <a:ext cx="0" cy="108669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9"/>
          <p:cNvCxnSpPr/>
          <p:nvPr/>
        </p:nvCxnSpPr>
        <p:spPr>
          <a:xfrm flipV="1">
            <a:off x="5863065" y="3335616"/>
            <a:ext cx="0" cy="82798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3714573" y="2530658"/>
            <a:ext cx="0" cy="16700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 name="Abrir llave 2">
            <a:extLst>
              <a:ext uri="{FF2B5EF4-FFF2-40B4-BE49-F238E27FC236}">
                <a16:creationId xmlns:a16="http://schemas.microsoft.com/office/drawing/2014/main" id="{71009633-4C17-1DAF-1FB8-EDAD253E2DDE}"/>
              </a:ext>
            </a:extLst>
          </p:cNvPr>
          <p:cNvSpPr/>
          <p:nvPr/>
        </p:nvSpPr>
        <p:spPr>
          <a:xfrm rot="16200000">
            <a:off x="4646837" y="3582538"/>
            <a:ext cx="288632" cy="237145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p>
        </p:txBody>
      </p:sp>
      <p:sp>
        <p:nvSpPr>
          <p:cNvPr id="16" name="Abrir llave 15">
            <a:extLst>
              <a:ext uri="{FF2B5EF4-FFF2-40B4-BE49-F238E27FC236}">
                <a16:creationId xmlns:a16="http://schemas.microsoft.com/office/drawing/2014/main" id="{D5387356-A9DC-6482-438B-73F02B437AC1}"/>
              </a:ext>
            </a:extLst>
          </p:cNvPr>
          <p:cNvSpPr/>
          <p:nvPr/>
        </p:nvSpPr>
        <p:spPr>
          <a:xfrm rot="16200000">
            <a:off x="7317269" y="4107532"/>
            <a:ext cx="246220" cy="134712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p>
        </p:txBody>
      </p:sp>
      <p:sp>
        <p:nvSpPr>
          <p:cNvPr id="22" name="Content Placeholder 2">
            <a:extLst>
              <a:ext uri="{FF2B5EF4-FFF2-40B4-BE49-F238E27FC236}">
                <a16:creationId xmlns:a16="http://schemas.microsoft.com/office/drawing/2014/main" id="{02F72702-765B-85C6-FBC4-819F2A849BDB}"/>
              </a:ext>
            </a:extLst>
          </p:cNvPr>
          <p:cNvSpPr txBox="1">
            <a:spLocks/>
          </p:cNvSpPr>
          <p:nvPr/>
        </p:nvSpPr>
        <p:spPr>
          <a:xfrm>
            <a:off x="4227997" y="4983284"/>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a:t>CO= 10%</a:t>
            </a:r>
          </a:p>
        </p:txBody>
      </p:sp>
      <p:sp>
        <p:nvSpPr>
          <p:cNvPr id="24" name="Content Placeholder 2">
            <a:extLst>
              <a:ext uri="{FF2B5EF4-FFF2-40B4-BE49-F238E27FC236}">
                <a16:creationId xmlns:a16="http://schemas.microsoft.com/office/drawing/2014/main" id="{7974454A-7C7C-2F88-A8DA-A9C97CA71849}"/>
              </a:ext>
            </a:extLst>
          </p:cNvPr>
          <p:cNvSpPr txBox="1">
            <a:spLocks/>
          </p:cNvSpPr>
          <p:nvPr/>
        </p:nvSpPr>
        <p:spPr>
          <a:xfrm>
            <a:off x="6804706" y="4953121"/>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a:t>CO= 5%</a:t>
            </a:r>
          </a:p>
        </p:txBody>
      </p:sp>
      <p:cxnSp>
        <p:nvCxnSpPr>
          <p:cNvPr id="14" name="Conector: curvado 13">
            <a:extLst>
              <a:ext uri="{FF2B5EF4-FFF2-40B4-BE49-F238E27FC236}">
                <a16:creationId xmlns:a16="http://schemas.microsoft.com/office/drawing/2014/main" id="{017A6E2E-B9CB-2E77-FA0B-94AEB5B95DBD}"/>
              </a:ext>
            </a:extLst>
          </p:cNvPr>
          <p:cNvCxnSpPr>
            <a:cxnSpLocks/>
          </p:cNvCxnSpPr>
          <p:nvPr/>
        </p:nvCxnSpPr>
        <p:spPr>
          <a:xfrm rot="16200000" flipV="1">
            <a:off x="6213198" y="2664030"/>
            <a:ext cx="281240" cy="981504"/>
          </a:xfrm>
          <a:prstGeom prst="curvedConnector3">
            <a:avLst>
              <a:gd name="adj1" fmla="val 18128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onector: curvado 24">
            <a:extLst>
              <a:ext uri="{FF2B5EF4-FFF2-40B4-BE49-F238E27FC236}">
                <a16:creationId xmlns:a16="http://schemas.microsoft.com/office/drawing/2014/main" id="{29429857-2FFA-3DF4-13E5-A4F72FA75C25}"/>
              </a:ext>
            </a:extLst>
          </p:cNvPr>
          <p:cNvCxnSpPr>
            <a:cxnSpLocks/>
          </p:cNvCxnSpPr>
          <p:nvPr/>
        </p:nvCxnSpPr>
        <p:spPr>
          <a:xfrm rot="16200000" flipV="1">
            <a:off x="6591959" y="2285270"/>
            <a:ext cx="564179" cy="2021963"/>
          </a:xfrm>
          <a:prstGeom prst="curvedConnector3">
            <a:avLst>
              <a:gd name="adj1" fmla="val 140519"/>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Rectángulo 25">
            <a:extLst>
              <a:ext uri="{FF2B5EF4-FFF2-40B4-BE49-F238E27FC236}">
                <a16:creationId xmlns:a16="http://schemas.microsoft.com/office/drawing/2014/main" id="{7A9BBE12-EE3D-CD63-F1A0-FA5594C6639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0" name="Picture 2" descr="Clientes y aliados | Centro de Evaluación | Uniandes">
            <a:extLst>
              <a:ext uri="{FF2B5EF4-FFF2-40B4-BE49-F238E27FC236}">
                <a16:creationId xmlns:a16="http://schemas.microsoft.com/office/drawing/2014/main" id="{EADEFFF4-0154-579F-F0E9-D2F21B0652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1" name="Rectángulo 30">
            <a:extLst>
              <a:ext uri="{FF2B5EF4-FFF2-40B4-BE49-F238E27FC236}">
                <a16:creationId xmlns:a16="http://schemas.microsoft.com/office/drawing/2014/main" id="{2CC18C6F-4681-BFBB-C097-DEC2D890128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3" name="Título 1">
            <a:extLst>
              <a:ext uri="{FF2B5EF4-FFF2-40B4-BE49-F238E27FC236}">
                <a16:creationId xmlns:a16="http://schemas.microsoft.com/office/drawing/2014/main" id="{669238F9-A4ED-7A55-0B06-3F683425184F}"/>
              </a:ext>
            </a:extLst>
          </p:cNvPr>
          <p:cNvSpPr>
            <a:spLocks noGrp="1"/>
          </p:cNvSpPr>
          <p:nvPr>
            <p:ph type="title"/>
          </p:nvPr>
        </p:nvSpPr>
        <p:spPr>
          <a:xfrm>
            <a:off x="581192" y="702156"/>
            <a:ext cx="11029616" cy="1013800"/>
          </a:xfrm>
        </p:spPr>
        <p:txBody>
          <a:bodyPr>
            <a:noAutofit/>
          </a:bodyPr>
          <a:lstStyle/>
          <a:p>
            <a:r>
              <a:rPr lang="es-ES" sz="3200" dirty="0">
                <a:latin typeface="Gill Sans MT (Títulos)"/>
              </a:rPr>
              <a:t>EJERCICIOS DE PRÁCTICA.</a:t>
            </a:r>
          </a:p>
        </p:txBody>
      </p:sp>
      <p:sp>
        <p:nvSpPr>
          <p:cNvPr id="2" name="Marcador de número de diapositiva 3">
            <a:extLst>
              <a:ext uri="{FF2B5EF4-FFF2-40B4-BE49-F238E27FC236}">
                <a16:creationId xmlns:a16="http://schemas.microsoft.com/office/drawing/2014/main" id="{31E5A924-DE9B-BBD5-8035-02A7C4E1309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mj-lt"/>
              </a:rPr>
              <a:pPr/>
              <a:t>42</a:t>
            </a:fld>
            <a:endParaRPr lang="en-US" sz="2000" b="1">
              <a:latin typeface="+mj-lt"/>
            </a:endParaRPr>
          </a:p>
        </p:txBody>
      </p:sp>
    </p:spTree>
    <p:extLst>
      <p:ext uri="{BB962C8B-B14F-4D97-AF65-F5344CB8AC3E}">
        <p14:creationId xmlns:p14="http://schemas.microsoft.com/office/powerpoint/2010/main" val="29352409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6"/>
          <p:cNvCxnSpPr/>
          <p:nvPr/>
        </p:nvCxnSpPr>
        <p:spPr>
          <a:xfrm flipV="1">
            <a:off x="2800464" y="4182733"/>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8" name="Rectangle 35"/>
          <p:cNvSpPr>
            <a:spLocks/>
          </p:cNvSpPr>
          <p:nvPr/>
        </p:nvSpPr>
        <p:spPr bwMode="auto">
          <a:xfrm>
            <a:off x="2736342" y="4190014"/>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 name="Rectangle 36"/>
          <p:cNvSpPr>
            <a:spLocks/>
          </p:cNvSpPr>
          <p:nvPr/>
        </p:nvSpPr>
        <p:spPr bwMode="auto">
          <a:xfrm>
            <a:off x="3549627" y="41651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0" name="Rectangle 37"/>
          <p:cNvSpPr>
            <a:spLocks/>
          </p:cNvSpPr>
          <p:nvPr/>
        </p:nvSpPr>
        <p:spPr bwMode="auto">
          <a:xfrm>
            <a:off x="4638115" y="41651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 name="Rectangle 38"/>
          <p:cNvSpPr>
            <a:spLocks/>
          </p:cNvSpPr>
          <p:nvPr/>
        </p:nvSpPr>
        <p:spPr bwMode="auto">
          <a:xfrm>
            <a:off x="5697589" y="417914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2" name="Rectangle 39"/>
          <p:cNvSpPr>
            <a:spLocks/>
          </p:cNvSpPr>
          <p:nvPr/>
        </p:nvSpPr>
        <p:spPr bwMode="auto">
          <a:xfrm>
            <a:off x="6703451" y="419559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3" name="Rectangle 40"/>
          <p:cNvSpPr>
            <a:spLocks/>
          </p:cNvSpPr>
          <p:nvPr/>
        </p:nvSpPr>
        <p:spPr bwMode="auto">
          <a:xfrm>
            <a:off x="7776880" y="41651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8" name="Rectangle 35"/>
          <p:cNvSpPr>
            <a:spLocks/>
          </p:cNvSpPr>
          <p:nvPr/>
        </p:nvSpPr>
        <p:spPr bwMode="auto">
          <a:xfrm>
            <a:off x="5931957" y="3327867"/>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19" name="Rectangle 35"/>
          <p:cNvSpPr>
            <a:spLocks/>
          </p:cNvSpPr>
          <p:nvPr/>
        </p:nvSpPr>
        <p:spPr bwMode="auto">
          <a:xfrm>
            <a:off x="4672030" y="2753036"/>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sp>
        <p:nvSpPr>
          <p:cNvPr id="20" name="Rectangle 35"/>
          <p:cNvSpPr>
            <a:spLocks/>
          </p:cNvSpPr>
          <p:nvPr/>
        </p:nvSpPr>
        <p:spPr bwMode="auto">
          <a:xfrm>
            <a:off x="3586333" y="2108128"/>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cxnSp>
        <p:nvCxnSpPr>
          <p:cNvPr id="27" name="Straight Arrow Connector 9"/>
          <p:cNvCxnSpPr/>
          <p:nvPr/>
        </p:nvCxnSpPr>
        <p:spPr>
          <a:xfrm flipV="1">
            <a:off x="4798769" y="3108035"/>
            <a:ext cx="0" cy="108669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9"/>
          <p:cNvCxnSpPr/>
          <p:nvPr/>
        </p:nvCxnSpPr>
        <p:spPr>
          <a:xfrm flipV="1">
            <a:off x="5863065" y="3335616"/>
            <a:ext cx="0" cy="82798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3714573" y="2530658"/>
            <a:ext cx="0" cy="16700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 name="Abrir llave 2">
            <a:extLst>
              <a:ext uri="{FF2B5EF4-FFF2-40B4-BE49-F238E27FC236}">
                <a16:creationId xmlns:a16="http://schemas.microsoft.com/office/drawing/2014/main" id="{71009633-4C17-1DAF-1FB8-EDAD253E2DDE}"/>
              </a:ext>
            </a:extLst>
          </p:cNvPr>
          <p:cNvSpPr/>
          <p:nvPr/>
        </p:nvSpPr>
        <p:spPr>
          <a:xfrm rot="16200000">
            <a:off x="4646837" y="3582538"/>
            <a:ext cx="288632" cy="237145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p>
        </p:txBody>
      </p:sp>
      <p:sp>
        <p:nvSpPr>
          <p:cNvPr id="16" name="Abrir llave 15">
            <a:extLst>
              <a:ext uri="{FF2B5EF4-FFF2-40B4-BE49-F238E27FC236}">
                <a16:creationId xmlns:a16="http://schemas.microsoft.com/office/drawing/2014/main" id="{D5387356-A9DC-6482-438B-73F02B437AC1}"/>
              </a:ext>
            </a:extLst>
          </p:cNvPr>
          <p:cNvSpPr/>
          <p:nvPr/>
        </p:nvSpPr>
        <p:spPr>
          <a:xfrm rot="16200000">
            <a:off x="7317269" y="4107532"/>
            <a:ext cx="246220" cy="134712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p>
        </p:txBody>
      </p:sp>
      <p:sp>
        <p:nvSpPr>
          <p:cNvPr id="22" name="Content Placeholder 2">
            <a:extLst>
              <a:ext uri="{FF2B5EF4-FFF2-40B4-BE49-F238E27FC236}">
                <a16:creationId xmlns:a16="http://schemas.microsoft.com/office/drawing/2014/main" id="{02F72702-765B-85C6-FBC4-819F2A849BDB}"/>
              </a:ext>
            </a:extLst>
          </p:cNvPr>
          <p:cNvSpPr txBox="1">
            <a:spLocks/>
          </p:cNvSpPr>
          <p:nvPr/>
        </p:nvSpPr>
        <p:spPr>
          <a:xfrm>
            <a:off x="4227997" y="4983284"/>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a:t>CO= 10%</a:t>
            </a:r>
          </a:p>
        </p:txBody>
      </p:sp>
      <p:sp>
        <p:nvSpPr>
          <p:cNvPr id="24" name="Content Placeholder 2">
            <a:extLst>
              <a:ext uri="{FF2B5EF4-FFF2-40B4-BE49-F238E27FC236}">
                <a16:creationId xmlns:a16="http://schemas.microsoft.com/office/drawing/2014/main" id="{7974454A-7C7C-2F88-A8DA-A9C97CA71849}"/>
              </a:ext>
            </a:extLst>
          </p:cNvPr>
          <p:cNvSpPr txBox="1">
            <a:spLocks/>
          </p:cNvSpPr>
          <p:nvPr/>
        </p:nvSpPr>
        <p:spPr>
          <a:xfrm>
            <a:off x="6804706" y="4953121"/>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a:t>CO= 5%</a:t>
            </a:r>
          </a:p>
        </p:txBody>
      </p:sp>
      <p:cxnSp>
        <p:nvCxnSpPr>
          <p:cNvPr id="5" name="Straight Arrow Connector 9">
            <a:extLst>
              <a:ext uri="{FF2B5EF4-FFF2-40B4-BE49-F238E27FC236}">
                <a16:creationId xmlns:a16="http://schemas.microsoft.com/office/drawing/2014/main" id="{D6FF764B-10AA-9BBA-C577-5CFECDBD29BC}"/>
              </a:ext>
            </a:extLst>
          </p:cNvPr>
          <p:cNvCxnSpPr>
            <a:cxnSpLocks/>
          </p:cNvCxnSpPr>
          <p:nvPr/>
        </p:nvCxnSpPr>
        <p:spPr>
          <a:xfrm flipV="1">
            <a:off x="5863065" y="2704290"/>
            <a:ext cx="0" cy="654355"/>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35">
            <a:extLst>
              <a:ext uri="{FF2B5EF4-FFF2-40B4-BE49-F238E27FC236}">
                <a16:creationId xmlns:a16="http://schemas.microsoft.com/office/drawing/2014/main" id="{957F0500-2EEA-1A16-53CB-D0AD79865DF7}"/>
              </a:ext>
            </a:extLst>
          </p:cNvPr>
          <p:cNvSpPr>
            <a:spLocks/>
          </p:cNvSpPr>
          <p:nvPr/>
        </p:nvSpPr>
        <p:spPr bwMode="auto">
          <a:xfrm>
            <a:off x="5894756" y="2653878"/>
            <a:ext cx="56906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14,06</a:t>
            </a:r>
          </a:p>
        </p:txBody>
      </p:sp>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9CA165BD-7C4C-EA01-FAC4-218CE098C121}"/>
                  </a:ext>
                </a:extLst>
              </p:cNvPr>
              <p:cNvSpPr txBox="1"/>
              <p:nvPr/>
            </p:nvSpPr>
            <p:spPr>
              <a:xfrm>
                <a:off x="3212948" y="5670967"/>
                <a:ext cx="5300234" cy="753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400" i="1">
                          <a:latin typeface="Cambria Math" panose="02040503050406030204" pitchFamily="18" charset="0"/>
                        </a:rPr>
                        <m:t>𝐷𝑜𝑛𝑑𝑒</m:t>
                      </m:r>
                      <m:r>
                        <a:rPr lang="es-CO" sz="2400" i="1">
                          <a:latin typeface="Cambria Math" panose="02040503050406030204" pitchFamily="18" charset="0"/>
                        </a:rPr>
                        <m:t> 14,06=</m:t>
                      </m:r>
                      <m:f>
                        <m:fPr>
                          <m:ctrlPr>
                            <a:rPr lang="es-CO" sz="2400" i="1">
                              <a:latin typeface="Cambria Math" panose="02040503050406030204" pitchFamily="18" charset="0"/>
                            </a:rPr>
                          </m:ctrlPr>
                        </m:fPr>
                        <m:num>
                          <m:r>
                            <a:rPr lang="es-CO" sz="2400" i="1">
                              <a:latin typeface="Cambria Math" panose="02040503050406030204" pitchFamily="18" charset="0"/>
                            </a:rPr>
                            <m:t>10</m:t>
                          </m:r>
                        </m:num>
                        <m:den>
                          <m:sSup>
                            <m:sSupPr>
                              <m:ctrlPr>
                                <a:rPr lang="es-CO" sz="2400" i="1">
                                  <a:latin typeface="Cambria Math" panose="02040503050406030204" pitchFamily="18" charset="0"/>
                                </a:rPr>
                              </m:ctrlPr>
                            </m:sSupPr>
                            <m:e>
                              <m:d>
                                <m:dPr>
                                  <m:ctrlPr>
                                    <a:rPr lang="es-CO" sz="2400" i="1">
                                      <a:latin typeface="Cambria Math" panose="02040503050406030204" pitchFamily="18" charset="0"/>
                                    </a:rPr>
                                  </m:ctrlPr>
                                </m:dPr>
                                <m:e>
                                  <m:r>
                                    <a:rPr lang="es-CO" sz="2400" i="1">
                                      <a:latin typeface="Cambria Math" panose="02040503050406030204" pitchFamily="18" charset="0"/>
                                    </a:rPr>
                                    <m:t>1+5%</m:t>
                                  </m:r>
                                </m:e>
                              </m:d>
                            </m:e>
                            <m:sup>
                              <m:r>
                                <a:rPr lang="es-CO" sz="2400" i="1">
                                  <a:latin typeface="Cambria Math" panose="02040503050406030204" pitchFamily="18" charset="0"/>
                                </a:rPr>
                                <m:t>1</m:t>
                              </m:r>
                            </m:sup>
                          </m:sSup>
                        </m:den>
                      </m:f>
                      <m:r>
                        <a:rPr lang="es-CO" sz="2400" i="1">
                          <a:latin typeface="Cambria Math" panose="02040503050406030204" pitchFamily="18" charset="0"/>
                        </a:rPr>
                        <m:t>+</m:t>
                      </m:r>
                      <m:f>
                        <m:fPr>
                          <m:ctrlPr>
                            <a:rPr lang="es-CO" sz="2400" i="1">
                              <a:latin typeface="Cambria Math" panose="02040503050406030204" pitchFamily="18" charset="0"/>
                            </a:rPr>
                          </m:ctrlPr>
                        </m:fPr>
                        <m:num>
                          <m:r>
                            <a:rPr lang="es-CO" sz="2400" i="1">
                              <a:latin typeface="Cambria Math" panose="02040503050406030204" pitchFamily="18" charset="0"/>
                            </a:rPr>
                            <m:t>5</m:t>
                          </m:r>
                        </m:num>
                        <m:den>
                          <m:sSup>
                            <m:sSupPr>
                              <m:ctrlPr>
                                <a:rPr lang="es-CO" sz="2400" i="1">
                                  <a:latin typeface="Cambria Math" panose="02040503050406030204" pitchFamily="18" charset="0"/>
                                </a:rPr>
                              </m:ctrlPr>
                            </m:sSupPr>
                            <m:e>
                              <m:d>
                                <m:dPr>
                                  <m:ctrlPr>
                                    <a:rPr lang="es-CO" sz="2400" i="1">
                                      <a:latin typeface="Cambria Math" panose="02040503050406030204" pitchFamily="18" charset="0"/>
                                    </a:rPr>
                                  </m:ctrlPr>
                                </m:dPr>
                                <m:e>
                                  <m:r>
                                    <a:rPr lang="es-CO" sz="2400" i="1">
                                      <a:latin typeface="Cambria Math" panose="02040503050406030204" pitchFamily="18" charset="0"/>
                                    </a:rPr>
                                    <m:t>1+5%</m:t>
                                  </m:r>
                                </m:e>
                              </m:d>
                            </m:e>
                            <m:sup>
                              <m:r>
                                <a:rPr lang="es-CO" sz="2400" i="1">
                                  <a:latin typeface="Cambria Math" panose="02040503050406030204" pitchFamily="18" charset="0"/>
                                </a:rPr>
                                <m:t>2</m:t>
                              </m:r>
                            </m:sup>
                          </m:sSup>
                        </m:den>
                      </m:f>
                    </m:oMath>
                  </m:oMathPara>
                </a14:m>
                <a:endParaRPr lang="es-CO" sz="2400"/>
              </a:p>
            </p:txBody>
          </p:sp>
        </mc:Choice>
        <mc:Fallback xmlns="">
          <p:sp>
            <p:nvSpPr>
              <p:cNvPr id="42" name="CuadroTexto 41">
                <a:extLst>
                  <a:ext uri="{FF2B5EF4-FFF2-40B4-BE49-F238E27FC236}">
                    <a16:creationId xmlns:a16="http://schemas.microsoft.com/office/drawing/2014/main" id="{9CA165BD-7C4C-EA01-FAC4-218CE098C121}"/>
                  </a:ext>
                </a:extLst>
              </p:cNvPr>
              <p:cNvSpPr txBox="1">
                <a:spLocks noRot="1" noChangeAspect="1" noMove="1" noResize="1" noEditPoints="1" noAdjustHandles="1" noChangeArrowheads="1" noChangeShapeType="1" noTextEdit="1"/>
              </p:cNvSpPr>
              <p:nvPr/>
            </p:nvSpPr>
            <p:spPr>
              <a:xfrm>
                <a:off x="3212948" y="5670967"/>
                <a:ext cx="5300234" cy="753604"/>
              </a:xfrm>
              <a:prstGeom prst="rect">
                <a:avLst/>
              </a:prstGeom>
              <a:blipFill>
                <a:blip r:embed="rId3"/>
                <a:stretch>
                  <a:fillRect/>
                </a:stretch>
              </a:blipFill>
            </p:spPr>
            <p:txBody>
              <a:bodyPr/>
              <a:lstStyle/>
              <a:p>
                <a:r>
                  <a:rPr lang="en-US">
                    <a:noFill/>
                  </a:rPr>
                  <a:t> </a:t>
                </a:r>
              </a:p>
            </p:txBody>
          </p:sp>
        </mc:Fallback>
      </mc:AlternateContent>
      <p:sp>
        <p:nvSpPr>
          <p:cNvPr id="14" name="Rectángulo 13">
            <a:extLst>
              <a:ext uri="{FF2B5EF4-FFF2-40B4-BE49-F238E27FC236}">
                <a16:creationId xmlns:a16="http://schemas.microsoft.com/office/drawing/2014/main" id="{3EDD8FB6-1623-6718-423D-290D854A591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11CE1390-6569-5744-2B23-50D1D2C9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7" name="Rectángulo 16">
            <a:extLst>
              <a:ext uri="{FF2B5EF4-FFF2-40B4-BE49-F238E27FC236}">
                <a16:creationId xmlns:a16="http://schemas.microsoft.com/office/drawing/2014/main" id="{1FF1244A-192B-ECD3-4948-C9E83757199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3" name="Título 1">
            <a:extLst>
              <a:ext uri="{FF2B5EF4-FFF2-40B4-BE49-F238E27FC236}">
                <a16:creationId xmlns:a16="http://schemas.microsoft.com/office/drawing/2014/main" id="{5F60B4CF-81C7-2116-9F6A-CDA8901D9D71}"/>
              </a:ext>
            </a:extLst>
          </p:cNvPr>
          <p:cNvSpPr>
            <a:spLocks noGrp="1"/>
          </p:cNvSpPr>
          <p:nvPr>
            <p:ph type="title"/>
          </p:nvPr>
        </p:nvSpPr>
        <p:spPr>
          <a:xfrm>
            <a:off x="581192" y="702156"/>
            <a:ext cx="11029616" cy="1013800"/>
          </a:xfrm>
        </p:spPr>
        <p:txBody>
          <a:bodyPr>
            <a:noAutofit/>
          </a:bodyPr>
          <a:lstStyle/>
          <a:p>
            <a:r>
              <a:rPr lang="es-ES" sz="3200" dirty="0">
                <a:latin typeface="Gill Sans MT (Títulos)"/>
              </a:rPr>
              <a:t>EJERCICIOS DE PRÁCTICA.</a:t>
            </a:r>
          </a:p>
        </p:txBody>
      </p:sp>
      <p:sp>
        <p:nvSpPr>
          <p:cNvPr id="2" name="Marcador de número de diapositiva 3">
            <a:extLst>
              <a:ext uri="{FF2B5EF4-FFF2-40B4-BE49-F238E27FC236}">
                <a16:creationId xmlns:a16="http://schemas.microsoft.com/office/drawing/2014/main" id="{A581AB93-0DA4-60FF-5C17-A55512EF310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mj-lt"/>
              </a:rPr>
              <a:pPr/>
              <a:t>43</a:t>
            </a:fld>
            <a:endParaRPr lang="en-US" sz="2000" b="1">
              <a:latin typeface="+mj-lt"/>
            </a:endParaRPr>
          </a:p>
        </p:txBody>
      </p:sp>
    </p:spTree>
    <p:extLst>
      <p:ext uri="{BB962C8B-B14F-4D97-AF65-F5344CB8AC3E}">
        <p14:creationId xmlns:p14="http://schemas.microsoft.com/office/powerpoint/2010/main" val="29182331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2">
            <a:extLst>
              <a:ext uri="{FF2B5EF4-FFF2-40B4-BE49-F238E27FC236}">
                <a16:creationId xmlns:a16="http://schemas.microsoft.com/office/drawing/2014/main" id="{AF73C8FE-C3B8-6BC1-318C-054ED5319146}"/>
              </a:ext>
            </a:extLst>
          </p:cNvPr>
          <p:cNvSpPr>
            <a:spLocks noGrp="1"/>
          </p:cNvSpPr>
          <p:nvPr>
            <p:ph idx="1"/>
          </p:nvPr>
        </p:nvSpPr>
        <p:spPr>
          <a:xfrm>
            <a:off x="581192" y="5010268"/>
            <a:ext cx="11029615" cy="723432"/>
          </a:xfrm>
        </p:spPr>
        <p:txBody>
          <a:bodyPr>
            <a:normAutofit fontScale="92500" lnSpcReduction="10000"/>
          </a:bodyPr>
          <a:lstStyle/>
          <a:p>
            <a:pPr marL="0" indent="0" algn="ctr">
              <a:buNone/>
            </a:pPr>
            <a:r>
              <a:rPr lang="es-ES" sz="2400"/>
              <a:t>Posteriormente obtener el valor presente de los flujos con normalidad usando la primera tasa. En este caso 10%</a:t>
            </a:r>
          </a:p>
        </p:txBody>
      </p:sp>
      <p:cxnSp>
        <p:nvCxnSpPr>
          <p:cNvPr id="6" name="Straight Connector 6"/>
          <p:cNvCxnSpPr/>
          <p:nvPr/>
        </p:nvCxnSpPr>
        <p:spPr>
          <a:xfrm flipV="1">
            <a:off x="3047638" y="3826896"/>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8" name="Rectangle 35"/>
          <p:cNvSpPr>
            <a:spLocks/>
          </p:cNvSpPr>
          <p:nvPr/>
        </p:nvSpPr>
        <p:spPr bwMode="auto">
          <a:xfrm>
            <a:off x="2983516" y="3834177"/>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 name="Rectangle 36"/>
          <p:cNvSpPr>
            <a:spLocks/>
          </p:cNvSpPr>
          <p:nvPr/>
        </p:nvSpPr>
        <p:spPr bwMode="auto">
          <a:xfrm>
            <a:off x="3796801" y="380934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0" name="Rectangle 37"/>
          <p:cNvSpPr>
            <a:spLocks/>
          </p:cNvSpPr>
          <p:nvPr/>
        </p:nvSpPr>
        <p:spPr bwMode="auto">
          <a:xfrm>
            <a:off x="4885289" y="380934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 name="Rectangle 38"/>
          <p:cNvSpPr>
            <a:spLocks/>
          </p:cNvSpPr>
          <p:nvPr/>
        </p:nvSpPr>
        <p:spPr bwMode="auto">
          <a:xfrm>
            <a:off x="5944763" y="382330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2" name="Rectangle 39"/>
          <p:cNvSpPr>
            <a:spLocks/>
          </p:cNvSpPr>
          <p:nvPr/>
        </p:nvSpPr>
        <p:spPr bwMode="auto">
          <a:xfrm>
            <a:off x="6950625" y="38397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3" name="Rectangle 40"/>
          <p:cNvSpPr>
            <a:spLocks/>
          </p:cNvSpPr>
          <p:nvPr/>
        </p:nvSpPr>
        <p:spPr bwMode="auto">
          <a:xfrm>
            <a:off x="8024054" y="380934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8" name="Rectangle 35"/>
          <p:cNvSpPr>
            <a:spLocks/>
          </p:cNvSpPr>
          <p:nvPr/>
        </p:nvSpPr>
        <p:spPr bwMode="auto">
          <a:xfrm>
            <a:off x="6179131" y="2972030"/>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19" name="Rectangle 35"/>
          <p:cNvSpPr>
            <a:spLocks/>
          </p:cNvSpPr>
          <p:nvPr/>
        </p:nvSpPr>
        <p:spPr bwMode="auto">
          <a:xfrm>
            <a:off x="4919204" y="2397199"/>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sp>
        <p:nvSpPr>
          <p:cNvPr id="20" name="Rectangle 35"/>
          <p:cNvSpPr>
            <a:spLocks/>
          </p:cNvSpPr>
          <p:nvPr/>
        </p:nvSpPr>
        <p:spPr bwMode="auto">
          <a:xfrm>
            <a:off x="3833507" y="1861151"/>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cxnSp>
        <p:nvCxnSpPr>
          <p:cNvPr id="27" name="Straight Arrow Connector 9"/>
          <p:cNvCxnSpPr/>
          <p:nvPr/>
        </p:nvCxnSpPr>
        <p:spPr>
          <a:xfrm flipV="1">
            <a:off x="5045943" y="2752198"/>
            <a:ext cx="0" cy="108669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9"/>
          <p:cNvCxnSpPr/>
          <p:nvPr/>
        </p:nvCxnSpPr>
        <p:spPr>
          <a:xfrm flipV="1">
            <a:off x="6110239" y="2979779"/>
            <a:ext cx="0" cy="82798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3961747" y="2174821"/>
            <a:ext cx="0" cy="16700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 name="Abrir llave 2">
            <a:extLst>
              <a:ext uri="{FF2B5EF4-FFF2-40B4-BE49-F238E27FC236}">
                <a16:creationId xmlns:a16="http://schemas.microsoft.com/office/drawing/2014/main" id="{71009633-4C17-1DAF-1FB8-EDAD253E2DDE}"/>
              </a:ext>
            </a:extLst>
          </p:cNvPr>
          <p:cNvSpPr/>
          <p:nvPr/>
        </p:nvSpPr>
        <p:spPr>
          <a:xfrm rot="16200000">
            <a:off x="4894011" y="3139613"/>
            <a:ext cx="288632" cy="237145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p>
        </p:txBody>
      </p:sp>
      <p:sp>
        <p:nvSpPr>
          <p:cNvPr id="16" name="Abrir llave 15">
            <a:extLst>
              <a:ext uri="{FF2B5EF4-FFF2-40B4-BE49-F238E27FC236}">
                <a16:creationId xmlns:a16="http://schemas.microsoft.com/office/drawing/2014/main" id="{D5387356-A9DC-6482-438B-73F02B437AC1}"/>
              </a:ext>
            </a:extLst>
          </p:cNvPr>
          <p:cNvSpPr/>
          <p:nvPr/>
        </p:nvSpPr>
        <p:spPr>
          <a:xfrm rot="16200000">
            <a:off x="7564443" y="3664607"/>
            <a:ext cx="246220" cy="134712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p>
        </p:txBody>
      </p:sp>
      <p:sp>
        <p:nvSpPr>
          <p:cNvPr id="22" name="Content Placeholder 2">
            <a:extLst>
              <a:ext uri="{FF2B5EF4-FFF2-40B4-BE49-F238E27FC236}">
                <a16:creationId xmlns:a16="http://schemas.microsoft.com/office/drawing/2014/main" id="{02F72702-765B-85C6-FBC4-819F2A849BDB}"/>
              </a:ext>
            </a:extLst>
          </p:cNvPr>
          <p:cNvSpPr txBox="1">
            <a:spLocks/>
          </p:cNvSpPr>
          <p:nvPr/>
        </p:nvSpPr>
        <p:spPr>
          <a:xfrm>
            <a:off x="4475171" y="4540359"/>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a:t>CO= 10%</a:t>
            </a:r>
          </a:p>
        </p:txBody>
      </p:sp>
      <p:sp>
        <p:nvSpPr>
          <p:cNvPr id="24" name="Content Placeholder 2">
            <a:extLst>
              <a:ext uri="{FF2B5EF4-FFF2-40B4-BE49-F238E27FC236}">
                <a16:creationId xmlns:a16="http://schemas.microsoft.com/office/drawing/2014/main" id="{7974454A-7C7C-2F88-A8DA-A9C97CA71849}"/>
              </a:ext>
            </a:extLst>
          </p:cNvPr>
          <p:cNvSpPr txBox="1">
            <a:spLocks/>
          </p:cNvSpPr>
          <p:nvPr/>
        </p:nvSpPr>
        <p:spPr>
          <a:xfrm>
            <a:off x="7051880" y="4510196"/>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a:t>CO= 5%</a:t>
            </a:r>
          </a:p>
        </p:txBody>
      </p:sp>
      <p:cxnSp>
        <p:nvCxnSpPr>
          <p:cNvPr id="5" name="Straight Arrow Connector 9">
            <a:extLst>
              <a:ext uri="{FF2B5EF4-FFF2-40B4-BE49-F238E27FC236}">
                <a16:creationId xmlns:a16="http://schemas.microsoft.com/office/drawing/2014/main" id="{D6FF764B-10AA-9BBA-C577-5CFECDBD29BC}"/>
              </a:ext>
            </a:extLst>
          </p:cNvPr>
          <p:cNvCxnSpPr>
            <a:cxnSpLocks/>
          </p:cNvCxnSpPr>
          <p:nvPr/>
        </p:nvCxnSpPr>
        <p:spPr>
          <a:xfrm flipV="1">
            <a:off x="6110239" y="2348453"/>
            <a:ext cx="0" cy="654355"/>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35">
            <a:extLst>
              <a:ext uri="{FF2B5EF4-FFF2-40B4-BE49-F238E27FC236}">
                <a16:creationId xmlns:a16="http://schemas.microsoft.com/office/drawing/2014/main" id="{957F0500-2EEA-1A16-53CB-D0AD79865DF7}"/>
              </a:ext>
            </a:extLst>
          </p:cNvPr>
          <p:cNvSpPr>
            <a:spLocks/>
          </p:cNvSpPr>
          <p:nvPr/>
        </p:nvSpPr>
        <p:spPr bwMode="auto">
          <a:xfrm>
            <a:off x="6141930" y="2298041"/>
            <a:ext cx="56906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14,06</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2F187CCA-E991-E578-3815-9DD9807E21D8}"/>
                  </a:ext>
                </a:extLst>
              </p:cNvPr>
              <p:cNvSpPr txBox="1"/>
              <p:nvPr/>
            </p:nvSpPr>
            <p:spPr>
              <a:xfrm>
                <a:off x="3329926" y="5923360"/>
                <a:ext cx="6179833" cy="6279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000" i="1" smtClean="0">
                          <a:latin typeface="Cambria Math" panose="02040503050406030204" pitchFamily="18" charset="0"/>
                        </a:rPr>
                        <m:t>𝑉𝑃</m:t>
                      </m:r>
                      <m:r>
                        <a:rPr lang="es-CO" sz="2000" i="1" smtClean="0">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25</m:t>
                          </m:r>
                        </m:num>
                        <m:den>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i="1">
                                      <a:latin typeface="Cambria Math" panose="02040503050406030204" pitchFamily="18" charset="0"/>
                                    </a:rPr>
                                    <m:t>1+10%</m:t>
                                  </m:r>
                                </m:e>
                              </m:d>
                            </m:e>
                            <m:sup>
                              <m:r>
                                <a:rPr lang="es-CO" sz="2000" i="1">
                                  <a:latin typeface="Cambria Math" panose="02040503050406030204" pitchFamily="18" charset="0"/>
                                </a:rPr>
                                <m:t>1</m:t>
                              </m:r>
                            </m:sup>
                          </m:sSup>
                        </m:den>
                      </m:f>
                      <m:r>
                        <a:rPr lang="es-CO" sz="2000" i="1">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20</m:t>
                          </m:r>
                        </m:num>
                        <m:den>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i="1">
                                      <a:latin typeface="Cambria Math" panose="02040503050406030204" pitchFamily="18" charset="0"/>
                                    </a:rPr>
                                    <m:t>1+10%</m:t>
                                  </m:r>
                                </m:e>
                              </m:d>
                            </m:e>
                            <m:sup>
                              <m:r>
                                <a:rPr lang="es-CO" sz="2000" i="1">
                                  <a:latin typeface="Cambria Math" panose="02040503050406030204" pitchFamily="18" charset="0"/>
                                </a:rPr>
                                <m:t>2</m:t>
                              </m:r>
                            </m:sup>
                          </m:sSup>
                        </m:den>
                      </m:f>
                      <m:r>
                        <a:rPr lang="es-CO" sz="2000" i="1">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29,06</m:t>
                          </m:r>
                        </m:num>
                        <m:den>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i="1">
                                      <a:latin typeface="Cambria Math" panose="02040503050406030204" pitchFamily="18" charset="0"/>
                                    </a:rPr>
                                    <m:t>1+10%</m:t>
                                  </m:r>
                                </m:e>
                              </m:d>
                            </m:e>
                            <m:sup>
                              <m:r>
                                <a:rPr lang="es-CO" sz="2000" i="1">
                                  <a:latin typeface="Cambria Math" panose="02040503050406030204" pitchFamily="18" charset="0"/>
                                </a:rPr>
                                <m:t>3</m:t>
                              </m:r>
                            </m:sup>
                          </m:sSup>
                        </m:den>
                      </m:f>
                      <m:r>
                        <a:rPr lang="es-CO" sz="2000" i="1">
                          <a:latin typeface="Cambria Math" panose="02040503050406030204" pitchFamily="18" charset="0"/>
                        </a:rPr>
                        <m:t>=6</m:t>
                      </m:r>
                      <m:r>
                        <a:rPr lang="es-ES" sz="2000" b="0" i="1" smtClean="0">
                          <a:latin typeface="Cambria Math" panose="02040503050406030204" pitchFamily="18" charset="0"/>
                        </a:rPr>
                        <m:t>1</m:t>
                      </m:r>
                      <m:r>
                        <a:rPr lang="es-CO" sz="2000" i="1">
                          <a:latin typeface="Cambria Math" panose="02040503050406030204" pitchFamily="18" charset="0"/>
                        </a:rPr>
                        <m:t>,0</m:t>
                      </m:r>
                      <m:r>
                        <a:rPr lang="es-ES" sz="2000" b="0" i="1" smtClean="0">
                          <a:latin typeface="Cambria Math" panose="02040503050406030204" pitchFamily="18" charset="0"/>
                        </a:rPr>
                        <m:t>9</m:t>
                      </m:r>
                    </m:oMath>
                  </m:oMathPara>
                </a14:m>
                <a:endParaRPr lang="es-CO" sz="2000"/>
              </a:p>
            </p:txBody>
          </p:sp>
        </mc:Choice>
        <mc:Fallback xmlns="">
          <p:sp>
            <p:nvSpPr>
              <p:cNvPr id="14" name="CuadroTexto 13">
                <a:extLst>
                  <a:ext uri="{FF2B5EF4-FFF2-40B4-BE49-F238E27FC236}">
                    <a16:creationId xmlns:a16="http://schemas.microsoft.com/office/drawing/2014/main" id="{2F187CCA-E991-E578-3815-9DD9807E21D8}"/>
                  </a:ext>
                </a:extLst>
              </p:cNvPr>
              <p:cNvSpPr txBox="1">
                <a:spLocks noRot="1" noChangeAspect="1" noMove="1" noResize="1" noEditPoints="1" noAdjustHandles="1" noChangeArrowheads="1" noChangeShapeType="1" noTextEdit="1"/>
              </p:cNvSpPr>
              <p:nvPr/>
            </p:nvSpPr>
            <p:spPr>
              <a:xfrm>
                <a:off x="3329926" y="5923360"/>
                <a:ext cx="6179833" cy="627992"/>
              </a:xfrm>
              <a:prstGeom prst="rect">
                <a:avLst/>
              </a:prstGeom>
              <a:blipFill>
                <a:blip r:embed="rId3"/>
                <a:stretch>
                  <a:fillRect/>
                </a:stretch>
              </a:blipFill>
            </p:spPr>
            <p:txBody>
              <a:bodyPr/>
              <a:lstStyle/>
              <a:p>
                <a:r>
                  <a:rPr lang="en-US">
                    <a:noFill/>
                  </a:rPr>
                  <a:t> </a:t>
                </a:r>
              </a:p>
            </p:txBody>
          </p:sp>
        </mc:Fallback>
      </mc:AlternateContent>
      <p:sp>
        <p:nvSpPr>
          <p:cNvPr id="15" name="Rectángulo 14">
            <a:extLst>
              <a:ext uri="{FF2B5EF4-FFF2-40B4-BE49-F238E27FC236}">
                <a16:creationId xmlns:a16="http://schemas.microsoft.com/office/drawing/2014/main" id="{2F1B55EF-4692-1EAE-E21D-C9442E7573E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DA947BA4-62BA-D6E9-FD8D-C52C6CDCD4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1" name="Rectángulo 20">
            <a:extLst>
              <a:ext uri="{FF2B5EF4-FFF2-40B4-BE49-F238E27FC236}">
                <a16:creationId xmlns:a16="http://schemas.microsoft.com/office/drawing/2014/main" id="{AE7688BE-D674-C166-A730-2F4BB0BB6E9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0F639CBB-77C2-4037-B7D1-35199182972D}"/>
              </a:ext>
            </a:extLst>
          </p:cNvPr>
          <p:cNvSpPr>
            <a:spLocks noGrp="1"/>
          </p:cNvSpPr>
          <p:nvPr>
            <p:ph type="title"/>
          </p:nvPr>
        </p:nvSpPr>
        <p:spPr>
          <a:xfrm>
            <a:off x="581192" y="702156"/>
            <a:ext cx="11029616" cy="1013800"/>
          </a:xfrm>
        </p:spPr>
        <p:txBody>
          <a:bodyPr>
            <a:noAutofit/>
          </a:bodyPr>
          <a:lstStyle/>
          <a:p>
            <a:r>
              <a:rPr lang="es-ES" sz="3200" dirty="0">
                <a:latin typeface="Gill Sans MT (Títulos)"/>
              </a:rPr>
              <a:t>EJERCICIOS DE PRÁCTICA.</a:t>
            </a:r>
          </a:p>
        </p:txBody>
      </p:sp>
      <p:sp>
        <p:nvSpPr>
          <p:cNvPr id="2" name="Marcador de número de diapositiva 3">
            <a:extLst>
              <a:ext uri="{FF2B5EF4-FFF2-40B4-BE49-F238E27FC236}">
                <a16:creationId xmlns:a16="http://schemas.microsoft.com/office/drawing/2014/main" id="{CDC697EB-26B5-4FF0-ADF5-8AEEC45D932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mj-lt"/>
              </a:rPr>
              <a:pPr/>
              <a:t>44</a:t>
            </a:fld>
            <a:endParaRPr lang="en-US" sz="2000" b="1">
              <a:latin typeface="+mj-lt"/>
            </a:endParaRPr>
          </a:p>
        </p:txBody>
      </p:sp>
    </p:spTree>
    <p:extLst>
      <p:ext uri="{BB962C8B-B14F-4D97-AF65-F5344CB8AC3E}">
        <p14:creationId xmlns:p14="http://schemas.microsoft.com/office/powerpoint/2010/main" val="31133748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6A922-D46C-0693-EB20-DA2EB56391D7}"/>
            </a:ext>
          </a:extLst>
        </p:cNvPr>
        <p:cNvGrpSpPr/>
        <p:nvPr/>
      </p:nvGrpSpPr>
      <p:grpSpPr>
        <a:xfrm>
          <a:off x="0" y="0"/>
          <a:ext cx="0" cy="0"/>
          <a:chOff x="0" y="0"/>
          <a:chExt cx="0" cy="0"/>
        </a:xfrm>
      </p:grpSpPr>
      <p:sp>
        <p:nvSpPr>
          <p:cNvPr id="24" name="Title 1">
            <a:extLst>
              <a:ext uri="{FF2B5EF4-FFF2-40B4-BE49-F238E27FC236}">
                <a16:creationId xmlns:a16="http://schemas.microsoft.com/office/drawing/2014/main" id="{7DC378E4-726C-3200-0E6D-2CB8F7954910}"/>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Ejercicios de Práctica.</a:t>
            </a:r>
          </a:p>
        </p:txBody>
      </p:sp>
      <p:sp>
        <p:nvSpPr>
          <p:cNvPr id="25" name="Rectángulo 24">
            <a:extLst>
              <a:ext uri="{FF2B5EF4-FFF2-40B4-BE49-F238E27FC236}">
                <a16:creationId xmlns:a16="http://schemas.microsoft.com/office/drawing/2014/main" id="{846B1F05-66F3-648D-357B-33CDEE9C2D6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9" name="Picture 2" descr="Clientes y aliados | Centro de Evaluación | Uniandes">
            <a:extLst>
              <a:ext uri="{FF2B5EF4-FFF2-40B4-BE49-F238E27FC236}">
                <a16:creationId xmlns:a16="http://schemas.microsoft.com/office/drawing/2014/main" id="{801D015A-9999-F68A-3313-A8F2C4297F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0" name="Rectángulo 29">
            <a:extLst>
              <a:ext uri="{FF2B5EF4-FFF2-40B4-BE49-F238E27FC236}">
                <a16:creationId xmlns:a16="http://schemas.microsoft.com/office/drawing/2014/main" id="{F799FC57-DD76-65B0-1820-6E2E98EA609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CEFD6282-2D94-97CC-4DAB-83F0B1DFD430}"/>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E3E23BA-6E79-2442-BA73-D218A5E297C3}" type="slidenum">
              <a:rPr lang="en-US" sz="2000" b="1" smtClean="0">
                <a:latin typeface="Gill Sans MT (Títulos)"/>
              </a:rPr>
              <a:pPr/>
              <a:t>45</a:t>
            </a:fld>
            <a:endParaRPr lang="en-US" sz="2000" b="1" dirty="0">
              <a:latin typeface="Gill Sans MT (Títulos)"/>
            </a:endParaRPr>
          </a:p>
        </p:txBody>
      </p:sp>
      <p:sp>
        <p:nvSpPr>
          <p:cNvPr id="33" name="Content Placeholder 2">
            <a:extLst>
              <a:ext uri="{FF2B5EF4-FFF2-40B4-BE49-F238E27FC236}">
                <a16:creationId xmlns:a16="http://schemas.microsoft.com/office/drawing/2014/main" id="{6328A393-7858-44F2-3C17-F2F753A3611E}"/>
              </a:ext>
            </a:extLst>
          </p:cNvPr>
          <p:cNvSpPr>
            <a:spLocks noGrp="1"/>
          </p:cNvSpPr>
          <p:nvPr>
            <p:ph idx="1"/>
          </p:nvPr>
        </p:nvSpPr>
        <p:spPr>
          <a:xfrm>
            <a:off x="499818" y="2313431"/>
            <a:ext cx="10968843" cy="2828613"/>
          </a:xfrm>
        </p:spPr>
        <p:txBody>
          <a:bodyPr>
            <a:noAutofit/>
          </a:bodyPr>
          <a:lstStyle/>
          <a:p>
            <a:pPr marL="0" indent="0">
              <a:buNone/>
            </a:pPr>
            <a:endParaRPr lang="es-MX" sz="2400" dirty="0"/>
          </a:p>
          <a:p>
            <a:pPr marL="0" indent="0">
              <a:buNone/>
            </a:pPr>
            <a:r>
              <a:rPr lang="es-ES_tradnl" sz="2400" b="1" dirty="0">
                <a:solidFill>
                  <a:srgbClr val="C00000"/>
                </a:solidFill>
              </a:rPr>
              <a:t>Ejemplo 3</a:t>
            </a:r>
            <a:endParaRPr lang="es-CO" sz="2400" b="1" dirty="0">
              <a:solidFill>
                <a:srgbClr val="C00000"/>
              </a:solidFill>
            </a:endParaRPr>
          </a:p>
          <a:p>
            <a:pPr marL="0" indent="0" algn="just">
              <a:buNone/>
            </a:pPr>
            <a:r>
              <a:rPr lang="es-MX" sz="2400" dirty="0"/>
              <a:t>El restaurante Los Libertadores decide evaluar la posibilidad de adquirir un crédito bancario para efectuar una remodelación de su sede central. Como asesor financiero del restaurante debe determinar el máximo valor del crédito que podrá solicitar, de tal forma que las cuotas mensuales no superen los COP $4.000.000, el crédito se pague en 5 años y sabiendo que la tasa de interés que cobra el banco es del 10% EA. </a:t>
            </a:r>
            <a:endParaRPr lang="es-MX" sz="2400"/>
          </a:p>
          <a:p>
            <a:pPr marL="0" indent="0">
              <a:buNone/>
            </a:pPr>
            <a:endParaRPr lang="es-MX" sz="2400" dirty="0"/>
          </a:p>
          <a:p>
            <a:pPr marL="0" indent="0" algn="ctr">
              <a:buNone/>
            </a:pPr>
            <a:r>
              <a:rPr lang="es-MX" sz="2400" i="1" dirty="0">
                <a:solidFill>
                  <a:srgbClr val="C00000"/>
                </a:solidFill>
              </a:rPr>
              <a:t>¿Cuál es el valor máximo que podría solicitar de crédito?</a:t>
            </a:r>
          </a:p>
          <a:p>
            <a:pPr marL="0" indent="0" algn="ctr">
              <a:buNone/>
            </a:pPr>
            <a:r>
              <a:rPr lang="es-MX" sz="2400" b="1" i="1" dirty="0">
                <a:solidFill>
                  <a:srgbClr val="C00000"/>
                </a:solidFill>
              </a:rPr>
              <a:t>COP $190.154.001,08</a:t>
            </a:r>
          </a:p>
        </p:txBody>
      </p:sp>
    </p:spTree>
    <p:extLst>
      <p:ext uri="{BB962C8B-B14F-4D97-AF65-F5344CB8AC3E}">
        <p14:creationId xmlns:p14="http://schemas.microsoft.com/office/powerpoint/2010/main" val="3194124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AF90E-D3F8-EB97-E211-9D1DEF6CFD1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A9CB9D7-44ED-2FD2-5F58-14EDF392AC20}"/>
              </a:ext>
            </a:extLst>
          </p:cNvPr>
          <p:cNvSpPr>
            <a:spLocks noGrp="1"/>
          </p:cNvSpPr>
          <p:nvPr>
            <p:ph type="ctrTitle"/>
          </p:nvPr>
        </p:nvSpPr>
        <p:spPr>
          <a:xfrm>
            <a:off x="470868" y="1814732"/>
            <a:ext cx="10359896" cy="826833"/>
          </a:xfrm>
        </p:spPr>
        <p:txBody>
          <a:bodyPr>
            <a:noAutofit/>
          </a:bodyPr>
          <a:lstStyle/>
          <a:p>
            <a:r>
              <a:rPr lang="es-CO" sz="4000" dirty="0"/>
              <a:t>Relaciones de equivalencia (</a:t>
            </a:r>
            <a:r>
              <a:rPr lang="es-CO" sz="4000" dirty="0">
                <a:solidFill>
                  <a:srgbClr val="D7A700"/>
                </a:solidFill>
              </a:rPr>
              <a:t>PARTE II</a:t>
            </a:r>
            <a:r>
              <a:rPr lang="es-CO" sz="4000" dirty="0"/>
              <a:t>)</a:t>
            </a:r>
          </a:p>
        </p:txBody>
      </p:sp>
      <p:sp>
        <p:nvSpPr>
          <p:cNvPr id="8" name="Rectángulo 7">
            <a:extLst>
              <a:ext uri="{FF2B5EF4-FFF2-40B4-BE49-F238E27FC236}">
                <a16:creationId xmlns:a16="http://schemas.microsoft.com/office/drawing/2014/main" id="{F79108AE-0665-95C8-458A-17EC9470033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729495A2-6326-D32C-DB74-367A173ECC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634204E2-DA82-C304-2BE7-7210417785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854F530B-4A7F-A399-7BC2-44439914B39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D89641F2-FC51-89BD-B278-294429C555D9}"/>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rPr>
              <a:t>													</a:t>
            </a:r>
            <a:endParaRPr lang="es-CO" sz="2000" b="1" u="sng">
              <a:solidFill>
                <a:schemeClr val="bg1"/>
              </a:solidFill>
            </a:endParaRPr>
          </a:p>
          <a:p>
            <a:endParaRPr lang="es-CO" sz="1000" b="1">
              <a:solidFill>
                <a:schemeClr val="bg1"/>
              </a:solidFill>
            </a:endParaRPr>
          </a:p>
          <a:p>
            <a:r>
              <a:rPr lang="es-CO" sz="2000" b="1">
                <a:solidFill>
                  <a:schemeClr val="bg1"/>
                </a:solidFill>
              </a:rPr>
              <a:t>DEPARTAMENTO DE INGENIERÍA INDUSTRIAL</a:t>
            </a:r>
          </a:p>
          <a:p>
            <a:r>
              <a:rPr lang="es-CO" sz="2000" b="1">
                <a:solidFill>
                  <a:schemeClr val="bg1"/>
                </a:solidFill>
              </a:rPr>
              <a:t>FACULTAD DE INGENIERÍA</a:t>
            </a:r>
          </a:p>
          <a:p>
            <a:r>
              <a:rPr lang="es-CO" sz="1000" b="1" u="sng">
                <a:solidFill>
                  <a:schemeClr val="bg1"/>
                </a:solidFill>
              </a:rPr>
              <a:t>													</a:t>
            </a:r>
          </a:p>
          <a:p>
            <a:endParaRPr lang="es-CO" sz="2000" b="1">
              <a:solidFill>
                <a:schemeClr val="bg1"/>
              </a:solidFill>
            </a:endParaRPr>
          </a:p>
          <a:p>
            <a:r>
              <a:rPr lang="es-CO" sz="2000" b="1">
                <a:solidFill>
                  <a:schemeClr val="bg1"/>
                </a:solidFill>
              </a:rPr>
              <a:t>Curso       </a:t>
            </a:r>
            <a:r>
              <a:rPr lang="es-CO" sz="2000">
                <a:solidFill>
                  <a:schemeClr val="bg1"/>
                </a:solidFill>
              </a:rPr>
              <a:t>ANÁLISIS DE DECISIONES DE INVERSIÓN</a:t>
            </a:r>
          </a:p>
          <a:p>
            <a:r>
              <a:rPr lang="es-CO" sz="2000" b="1">
                <a:solidFill>
                  <a:schemeClr val="bg1"/>
                </a:solidFill>
              </a:rPr>
              <a:t>Correo     </a:t>
            </a:r>
            <a:r>
              <a:rPr lang="es-CO" sz="2000">
                <a:solidFill>
                  <a:schemeClr val="bg1"/>
                </a:solidFill>
              </a:rPr>
              <a:t>cursoanadec@uniandes.edu.co</a:t>
            </a:r>
          </a:p>
          <a:p>
            <a:endParaRPr lang="es-CO" sz="2000" b="1">
              <a:solidFill>
                <a:schemeClr val="bg1"/>
              </a:solidFill>
            </a:endParaRPr>
          </a:p>
        </p:txBody>
      </p:sp>
    </p:spTree>
    <p:extLst>
      <p:ext uri="{BB962C8B-B14F-4D97-AF65-F5344CB8AC3E}">
        <p14:creationId xmlns:p14="http://schemas.microsoft.com/office/powerpoint/2010/main" val="2370276018"/>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59c0f78d-6fc1-47c2-b059-fed23358a506}" enabled="1" method="Standard" siteId="{1b779eaf-dae5-4983-b600-0da6174a3c82}" removed="0"/>
  <clbl:label id="{fabd047c-ff48-492a-8bbb-8f98b9fb9cca}" enabled="0" method="" siteId="{fabd047c-ff48-492a-8bbb-8f98b9fb9cca}" removed="1"/>
</clbl:labelList>
</file>

<file path=docProps/app.xml><?xml version="1.0" encoding="utf-8"?>
<Properties xmlns="http://schemas.openxmlformats.org/officeDocument/2006/extended-properties" xmlns:vt="http://schemas.openxmlformats.org/officeDocument/2006/docPropsVTypes">
  <Template>{7D419497-B805-D64B-B6E0-457F12115DD4}tf10001123</Template>
  <TotalTime>668</TotalTime>
  <Words>2841</Words>
  <Application>Microsoft Office PowerPoint</Application>
  <PresentationFormat>Panorámica</PresentationFormat>
  <Paragraphs>834</Paragraphs>
  <Slides>46</Slides>
  <Notes>37</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46</vt:i4>
      </vt:variant>
    </vt:vector>
  </HeadingPairs>
  <TitlesOfParts>
    <vt:vector size="56" baseType="lpstr">
      <vt:lpstr>Arial</vt:lpstr>
      <vt:lpstr>Calibri</vt:lpstr>
      <vt:lpstr>Cambria Math</vt:lpstr>
      <vt:lpstr>Century Gothic</vt:lpstr>
      <vt:lpstr>Gill Sans MT</vt:lpstr>
      <vt:lpstr>Gill Sans MT (Cuerpo)</vt:lpstr>
      <vt:lpstr>Gill Sans MT (titulo)</vt:lpstr>
      <vt:lpstr>Gill Sans MT (Títulos)</vt:lpstr>
      <vt:lpstr>Wingdings 2</vt:lpstr>
      <vt:lpstr>Dividendo</vt:lpstr>
      <vt:lpstr>Relaciones de equivalencia (PARTE II)</vt:lpstr>
      <vt:lpstr>AGENDA PROPUESTA</vt:lpstr>
      <vt:lpstr>AGENDA PROPUESTA</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AGENDA PROPUESTA</vt:lpstr>
      <vt:lpstr>Series Uniformes o Anualidades con varios costos de oportunidad.</vt:lpstr>
      <vt:lpstr>Series Uniformes o Anualidades con varios costos de oportunidad.</vt:lpstr>
      <vt:lpstr>Series Uniformes o Anualidades con varios costos de oportunidad.</vt:lpstr>
      <vt:lpstr>Series Uniformes o Anualidades con varios costos de oportunidad.</vt:lpstr>
      <vt:lpstr>AGENDA PROPUESTA</vt:lpstr>
      <vt:lpstr>COMBINACIONES DE Relaciones de Equivalencia </vt:lpstr>
      <vt:lpstr> EJERCICIOS DE PRÁCTICA</vt:lpstr>
      <vt:lpstr>COMBINACIONES DE Relaciones de Equivalencia </vt:lpstr>
      <vt:lpstr>COMBINACIONES DE Relaciones de Equivalencia </vt:lpstr>
      <vt:lpstr>EJERCICIOS DE PRÁCTICA.</vt:lpstr>
      <vt:lpstr>EJERCICIOS DE PRÁCTICA.</vt:lpstr>
      <vt:lpstr>EJERCICIOS DE PRÁCTICA.</vt:lpstr>
      <vt:lpstr>EJERCICIOS DE PRÁCTICA.</vt:lpstr>
      <vt:lpstr>EJERCICIOS DE PRÁCTICA.</vt:lpstr>
      <vt:lpstr>Ejercicios de Práctica.</vt:lpstr>
      <vt:lpstr>Relaciones de equivalencia (PARTE 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Maria Gabriela Correa Arguello</cp:lastModifiedBy>
  <cp:revision>12</cp:revision>
  <dcterms:created xsi:type="dcterms:W3CDTF">2019-06-20T04:25:04Z</dcterms:created>
  <dcterms:modified xsi:type="dcterms:W3CDTF">2026-08-24T22:50:11Z</dcterms:modified>
</cp:coreProperties>
</file>