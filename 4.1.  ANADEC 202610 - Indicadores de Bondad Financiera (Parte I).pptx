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2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3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1.xml" ContentType="application/vnd.openxmlformats-officedocument.presentationml.notesSlide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58"/>
  </p:notesMasterIdLst>
  <p:handoutMasterIdLst>
    <p:handoutMasterId r:id="rId59"/>
  </p:handoutMasterIdLst>
  <p:sldIdLst>
    <p:sldId id="398" r:id="rId2"/>
    <p:sldId id="354" r:id="rId3"/>
    <p:sldId id="601" r:id="rId4"/>
    <p:sldId id="591" r:id="rId5"/>
    <p:sldId id="259" r:id="rId6"/>
    <p:sldId id="261" r:id="rId7"/>
    <p:sldId id="260" r:id="rId8"/>
    <p:sldId id="262" r:id="rId9"/>
    <p:sldId id="263" r:id="rId10"/>
    <p:sldId id="602" r:id="rId11"/>
    <p:sldId id="264" r:id="rId12"/>
    <p:sldId id="265" r:id="rId13"/>
    <p:sldId id="266" r:id="rId14"/>
    <p:sldId id="267" r:id="rId15"/>
    <p:sldId id="383" r:id="rId16"/>
    <p:sldId id="382" r:id="rId17"/>
    <p:sldId id="608" r:id="rId18"/>
    <p:sldId id="269" r:id="rId19"/>
    <p:sldId id="270" r:id="rId20"/>
    <p:sldId id="271" r:id="rId21"/>
    <p:sldId id="272" r:id="rId22"/>
    <p:sldId id="344" r:id="rId23"/>
    <p:sldId id="611" r:id="rId24"/>
    <p:sldId id="612" r:id="rId25"/>
    <p:sldId id="279" r:id="rId26"/>
    <p:sldId id="280" r:id="rId27"/>
    <p:sldId id="281" r:id="rId28"/>
    <p:sldId id="283" r:id="rId29"/>
    <p:sldId id="282" r:id="rId30"/>
    <p:sldId id="284" r:id="rId31"/>
    <p:sldId id="286" r:id="rId32"/>
    <p:sldId id="603" r:id="rId33"/>
    <p:sldId id="287" r:id="rId34"/>
    <p:sldId id="288" r:id="rId35"/>
    <p:sldId id="289" r:id="rId36"/>
    <p:sldId id="400" r:id="rId37"/>
    <p:sldId id="290" r:id="rId38"/>
    <p:sldId id="291" r:id="rId39"/>
    <p:sldId id="402" r:id="rId40"/>
    <p:sldId id="292" r:id="rId41"/>
    <p:sldId id="584" r:id="rId42"/>
    <p:sldId id="362" r:id="rId43"/>
    <p:sldId id="307" r:id="rId44"/>
    <p:sldId id="373" r:id="rId45"/>
    <p:sldId id="360" r:id="rId46"/>
    <p:sldId id="614" r:id="rId47"/>
    <p:sldId id="294" r:id="rId48"/>
    <p:sldId id="586" r:id="rId49"/>
    <p:sldId id="296" r:id="rId50"/>
    <p:sldId id="297" r:id="rId51"/>
    <p:sldId id="309" r:id="rId52"/>
    <p:sldId id="390" r:id="rId53"/>
    <p:sldId id="310" r:id="rId54"/>
    <p:sldId id="361" r:id="rId55"/>
    <p:sldId id="384" r:id="rId56"/>
    <p:sldId id="619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A700"/>
    <a:srgbClr val="8CB64A"/>
    <a:srgbClr val="366658"/>
    <a:srgbClr val="969FA7"/>
    <a:srgbClr val="48BE7A"/>
    <a:srgbClr val="002F90"/>
    <a:srgbClr val="6666FF"/>
    <a:srgbClr val="FF6600"/>
    <a:srgbClr val="93FFFF"/>
    <a:srgbClr val="FFF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DFB286-DFFF-F6DC-1CFD-59A8999A6BFC}" v="25" dt="2026-02-16T11:41:11.158"/>
    <p1510:client id="{D6EA2C06-976B-4AAD-87AD-195592A37750}" v="63" dt="2026-02-16T11:50:14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 autoAdjust="0"/>
    <p:restoredTop sz="93427" autoAdjust="0"/>
  </p:normalViewPr>
  <p:slideViewPr>
    <p:cSldViewPr snapToGrid="0">
      <p:cViewPr varScale="1">
        <p:scale>
          <a:sx n="89" d="100"/>
          <a:sy n="89" d="100"/>
        </p:scale>
        <p:origin x="35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Yohana Cortes Mojica" userId="3b47afde-b427-4a15-a20d-d0a4df45be35" providerId="ADAL" clId="{301344BA-98AF-57C8-8621-F88E4D1A30F3}"/>
    <pc:docChg chg="addSld delSld modSld">
      <pc:chgData name="Andrea Yohana Cortes Mojica" userId="3b47afde-b427-4a15-a20d-d0a4df45be35" providerId="ADAL" clId="{301344BA-98AF-57C8-8621-F88E4D1A30F3}" dt="2026-02-15T14:40:34.672" v="24"/>
      <pc:docMkLst>
        <pc:docMk/>
      </pc:docMkLst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298533565" sldId="312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3304467061" sldId="313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2136324330" sldId="314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719108264" sldId="315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3612786878" sldId="317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162545556" sldId="318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3078180713" sldId="319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558039202" sldId="320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801226922" sldId="321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3936626087" sldId="322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2531274439" sldId="324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2857498991" sldId="325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2499150229" sldId="326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2303526339" sldId="327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2161596364" sldId="328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999601681" sldId="329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2671273234" sldId="330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3653605114" sldId="331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471595502" sldId="332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857258368" sldId="333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3453267316" sldId="334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446071092" sldId="335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2432598411" sldId="337"/>
        </pc:sldMkLst>
      </pc:sldChg>
      <pc:sldChg chg="modSp">
        <pc:chgData name="Andrea Yohana Cortes Mojica" userId="3b47afde-b427-4a15-a20d-d0a4df45be35" providerId="ADAL" clId="{301344BA-98AF-57C8-8621-F88E4D1A30F3}" dt="2026-02-15T14:35:27.385" v="3" actId="20577"/>
        <pc:sldMkLst>
          <pc:docMk/>
          <pc:sldMk cId="3254971150" sldId="354"/>
        </pc:sldMkLst>
        <pc:spChg chg="mod">
          <ac:chgData name="Andrea Yohana Cortes Mojica" userId="3b47afde-b427-4a15-a20d-d0a4df45be35" providerId="ADAL" clId="{301344BA-98AF-57C8-8621-F88E4D1A30F3}" dt="2026-02-15T14:35:27.385" v="3" actId="20577"/>
          <ac:spMkLst>
            <pc:docMk/>
            <pc:sldMk cId="3254971150" sldId="354"/>
            <ac:spMk id="23" creationId="{8F837980-0A38-47A1-8A30-C7AFF3A98D5A}"/>
          </ac:spMkLst>
        </pc:spChg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79987906" sldId="371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883399345" sldId="376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2167630249" sldId="389"/>
        </pc:sldMkLst>
      </pc:sldChg>
      <pc:sldChg chg="modSp mod">
        <pc:chgData name="Andrea Yohana Cortes Mojica" userId="3b47afde-b427-4a15-a20d-d0a4df45be35" providerId="ADAL" clId="{301344BA-98AF-57C8-8621-F88E4D1A30F3}" dt="2026-02-15T14:40:26.117" v="23" actId="207"/>
        <pc:sldMkLst>
          <pc:docMk/>
          <pc:sldMk cId="1142674507" sldId="398"/>
        </pc:sldMkLst>
        <pc:spChg chg="mod">
          <ac:chgData name="Andrea Yohana Cortes Mojica" userId="3b47afde-b427-4a15-a20d-d0a4df45be35" providerId="ADAL" clId="{301344BA-98AF-57C8-8621-F88E4D1A30F3}" dt="2026-02-15T14:40:26.117" v="23" actId="207"/>
          <ac:spMkLst>
            <pc:docMk/>
            <pc:sldMk cId="1142674507" sldId="398"/>
            <ac:spMk id="2" creationId="{00000000-0000-0000-0000-000000000000}"/>
          </ac:spMkLst>
        </pc:spChg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743981507" sldId="399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516604937" sldId="590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33789559" sldId="592"/>
        </pc:sldMkLst>
      </pc:sldChg>
      <pc:sldChg chg="modSp">
        <pc:chgData name="Andrea Yohana Cortes Mojica" userId="3b47afde-b427-4a15-a20d-d0a4df45be35" providerId="ADAL" clId="{301344BA-98AF-57C8-8621-F88E4D1A30F3}" dt="2026-02-15T14:36:26.345" v="12" actId="20577"/>
        <pc:sldMkLst>
          <pc:docMk/>
          <pc:sldMk cId="3198564951" sldId="601"/>
        </pc:sldMkLst>
        <pc:spChg chg="mod">
          <ac:chgData name="Andrea Yohana Cortes Mojica" userId="3b47afde-b427-4a15-a20d-d0a4df45be35" providerId="ADAL" clId="{301344BA-98AF-57C8-8621-F88E4D1A30F3}" dt="2026-02-15T14:36:26.345" v="12" actId="20577"/>
          <ac:spMkLst>
            <pc:docMk/>
            <pc:sldMk cId="3198564951" sldId="601"/>
            <ac:spMk id="23" creationId="{3197CFDB-FADD-C806-5AA8-E29E6DC2FBC6}"/>
          </ac:spMkLst>
        </pc:spChg>
      </pc:sldChg>
      <pc:sldChg chg="modSp">
        <pc:chgData name="Andrea Yohana Cortes Mojica" userId="3b47afde-b427-4a15-a20d-d0a4df45be35" providerId="ADAL" clId="{301344BA-98AF-57C8-8621-F88E4D1A30F3}" dt="2026-02-15T14:35:39.492" v="6" actId="20577"/>
        <pc:sldMkLst>
          <pc:docMk/>
          <pc:sldMk cId="1722857914" sldId="602"/>
        </pc:sldMkLst>
        <pc:spChg chg="mod">
          <ac:chgData name="Andrea Yohana Cortes Mojica" userId="3b47afde-b427-4a15-a20d-d0a4df45be35" providerId="ADAL" clId="{301344BA-98AF-57C8-8621-F88E4D1A30F3}" dt="2026-02-15T14:35:39.492" v="6" actId="20577"/>
          <ac:spMkLst>
            <pc:docMk/>
            <pc:sldMk cId="1722857914" sldId="602"/>
            <ac:spMk id="23" creationId="{08A9F2DD-7B8A-DB90-F5AE-B274BD788F72}"/>
          </ac:spMkLst>
        </pc:spChg>
      </pc:sldChg>
      <pc:sldChg chg="modSp">
        <pc:chgData name="Andrea Yohana Cortes Mojica" userId="3b47afde-b427-4a15-a20d-d0a4df45be35" providerId="ADAL" clId="{301344BA-98AF-57C8-8621-F88E4D1A30F3}" dt="2026-02-15T14:35:53.385" v="9" actId="20577"/>
        <pc:sldMkLst>
          <pc:docMk/>
          <pc:sldMk cId="100687130" sldId="603"/>
        </pc:sldMkLst>
        <pc:spChg chg="mod">
          <ac:chgData name="Andrea Yohana Cortes Mojica" userId="3b47afde-b427-4a15-a20d-d0a4df45be35" providerId="ADAL" clId="{301344BA-98AF-57C8-8621-F88E4D1A30F3}" dt="2026-02-15T14:35:53.385" v="9" actId="20577"/>
          <ac:spMkLst>
            <pc:docMk/>
            <pc:sldMk cId="100687130" sldId="603"/>
            <ac:spMk id="23" creationId="{026F967E-5B0B-2D3F-B913-7781F518A78F}"/>
          </ac:spMkLst>
        </pc:spChg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3229713802" sldId="604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3713246401" sldId="605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4006037907" sldId="606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101803469" sldId="607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1388172631" sldId="609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2789152316" sldId="610"/>
        </pc:sldMkLst>
      </pc:sldChg>
      <pc:sldChg chg="add">
        <pc:chgData name="Andrea Yohana Cortes Mojica" userId="3b47afde-b427-4a15-a20d-d0a4df45be35" providerId="ADAL" clId="{301344BA-98AF-57C8-8621-F88E4D1A30F3}" dt="2026-02-15T14:40:34.672" v="24"/>
        <pc:sldMkLst>
          <pc:docMk/>
          <pc:sldMk cId="1950622710" sldId="619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3410282199" sldId="619"/>
        </pc:sldMkLst>
      </pc:sldChg>
      <pc:sldChg chg="del">
        <pc:chgData name="Andrea Yohana Cortes Mojica" userId="3b47afde-b427-4a15-a20d-d0a4df45be35" providerId="ADAL" clId="{301344BA-98AF-57C8-8621-F88E4D1A30F3}" dt="2026-02-15T14:35:15.719" v="0" actId="2696"/>
        <pc:sldMkLst>
          <pc:docMk/>
          <pc:sldMk cId="2876484182" sldId="620"/>
        </pc:sldMkLst>
      </pc:sldChg>
    </pc:docChg>
  </pc:docChgLst>
  <pc:docChgLst>
    <pc:chgData name="Maria Fernanda Valero Sanchez" userId="62dc2257-13d0-41b3-be9b-615cc5816b2a" providerId="ADAL" clId="{DAC2A9ED-690D-4E50-850D-4A7E30F4A169}"/>
    <pc:docChg chg="undo custSel modSld">
      <pc:chgData name="Maria Fernanda Valero Sanchez" userId="62dc2257-13d0-41b3-be9b-615cc5816b2a" providerId="ADAL" clId="{DAC2A9ED-690D-4E50-850D-4A7E30F4A169}" dt="2026-02-16T11:50:14.375" v="141"/>
      <pc:docMkLst>
        <pc:docMk/>
      </pc:docMkLst>
      <pc:sldChg chg="addSp delSp modSp mod">
        <pc:chgData name="Maria Fernanda Valero Sanchez" userId="62dc2257-13d0-41b3-be9b-615cc5816b2a" providerId="ADAL" clId="{DAC2A9ED-690D-4E50-850D-4A7E30F4A169}" dt="2026-02-16T11:43:28.311" v="3" actId="478"/>
        <pc:sldMkLst>
          <pc:docMk/>
          <pc:sldMk cId="2415894990" sldId="259"/>
        </pc:sldMkLst>
        <pc:spChg chg="add mod">
          <ac:chgData name="Maria Fernanda Valero Sanchez" userId="62dc2257-13d0-41b3-be9b-615cc5816b2a" providerId="ADAL" clId="{DAC2A9ED-690D-4E50-850D-4A7E30F4A169}" dt="2026-02-16T11:43:27.048" v="2"/>
          <ac:spMkLst>
            <pc:docMk/>
            <pc:sldMk cId="2415894990" sldId="259"/>
            <ac:spMk id="2" creationId="{67C8C082-1BF3-53CE-37CE-36D0C4CED1D6}"/>
          </ac:spMkLst>
        </pc:spChg>
        <pc:spChg chg="del">
          <ac:chgData name="Maria Fernanda Valero Sanchez" userId="62dc2257-13d0-41b3-be9b-615cc5816b2a" providerId="ADAL" clId="{DAC2A9ED-690D-4E50-850D-4A7E30F4A169}" dt="2026-02-16T11:43:28.311" v="3" actId="478"/>
          <ac:spMkLst>
            <pc:docMk/>
            <pc:sldMk cId="2415894990" sldId="259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3:36.720" v="7"/>
        <pc:sldMkLst>
          <pc:docMk/>
          <pc:sldMk cId="2917256936" sldId="260"/>
        </pc:sldMkLst>
        <pc:spChg chg="add mod">
          <ac:chgData name="Maria Fernanda Valero Sanchez" userId="62dc2257-13d0-41b3-be9b-615cc5816b2a" providerId="ADAL" clId="{DAC2A9ED-690D-4E50-850D-4A7E30F4A169}" dt="2026-02-16T11:43:36.720" v="7"/>
          <ac:spMkLst>
            <pc:docMk/>
            <pc:sldMk cId="2917256936" sldId="260"/>
            <ac:spMk id="2" creationId="{7393E0E7-3AB6-03F0-24AB-7090D53A30CE}"/>
          </ac:spMkLst>
        </pc:spChg>
        <pc:spChg chg="del">
          <ac:chgData name="Maria Fernanda Valero Sanchez" userId="62dc2257-13d0-41b3-be9b-615cc5816b2a" providerId="ADAL" clId="{DAC2A9ED-690D-4E50-850D-4A7E30F4A169}" dt="2026-02-16T11:43:36.419" v="6" actId="478"/>
          <ac:spMkLst>
            <pc:docMk/>
            <pc:sldMk cId="2917256936" sldId="260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3:31.715" v="5" actId="478"/>
        <pc:sldMkLst>
          <pc:docMk/>
          <pc:sldMk cId="1263291869" sldId="261"/>
        </pc:sldMkLst>
        <pc:spChg chg="add mod">
          <ac:chgData name="Maria Fernanda Valero Sanchez" userId="62dc2257-13d0-41b3-be9b-615cc5816b2a" providerId="ADAL" clId="{DAC2A9ED-690D-4E50-850D-4A7E30F4A169}" dt="2026-02-16T11:43:30.334" v="4"/>
          <ac:spMkLst>
            <pc:docMk/>
            <pc:sldMk cId="1263291869" sldId="261"/>
            <ac:spMk id="2" creationId="{D209B1C4-070B-0CB2-E288-66506830CFC7}"/>
          </ac:spMkLst>
        </pc:spChg>
        <pc:spChg chg="del">
          <ac:chgData name="Maria Fernanda Valero Sanchez" userId="62dc2257-13d0-41b3-be9b-615cc5816b2a" providerId="ADAL" clId="{DAC2A9ED-690D-4E50-850D-4A7E30F4A169}" dt="2026-02-16T11:43:31.715" v="5" actId="478"/>
          <ac:spMkLst>
            <pc:docMk/>
            <pc:sldMk cId="1263291869" sldId="261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3:41.731" v="9"/>
        <pc:sldMkLst>
          <pc:docMk/>
          <pc:sldMk cId="1277942265" sldId="262"/>
        </pc:sldMkLst>
        <pc:spChg chg="add mod">
          <ac:chgData name="Maria Fernanda Valero Sanchez" userId="62dc2257-13d0-41b3-be9b-615cc5816b2a" providerId="ADAL" clId="{DAC2A9ED-690D-4E50-850D-4A7E30F4A169}" dt="2026-02-16T11:43:41.731" v="9"/>
          <ac:spMkLst>
            <pc:docMk/>
            <pc:sldMk cId="1277942265" sldId="262"/>
            <ac:spMk id="2" creationId="{57ACF342-87BE-A8CB-D124-97D51DB7A8FF}"/>
          </ac:spMkLst>
        </pc:spChg>
        <pc:spChg chg="del">
          <ac:chgData name="Maria Fernanda Valero Sanchez" userId="62dc2257-13d0-41b3-be9b-615cc5816b2a" providerId="ADAL" clId="{DAC2A9ED-690D-4E50-850D-4A7E30F4A169}" dt="2026-02-16T11:43:41.365" v="8" actId="478"/>
          <ac:spMkLst>
            <pc:docMk/>
            <pc:sldMk cId="1277942265" sldId="262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3:45.620" v="11" actId="478"/>
        <pc:sldMkLst>
          <pc:docMk/>
          <pc:sldMk cId="1586086279" sldId="263"/>
        </pc:sldMkLst>
        <pc:spChg chg="add mod">
          <ac:chgData name="Maria Fernanda Valero Sanchez" userId="62dc2257-13d0-41b3-be9b-615cc5816b2a" providerId="ADAL" clId="{DAC2A9ED-690D-4E50-850D-4A7E30F4A169}" dt="2026-02-16T11:43:44.435" v="10"/>
          <ac:spMkLst>
            <pc:docMk/>
            <pc:sldMk cId="1586086279" sldId="263"/>
            <ac:spMk id="2" creationId="{C10D5E15-C7D9-0AF7-9750-9A868E37DB0F}"/>
          </ac:spMkLst>
        </pc:spChg>
        <pc:spChg chg="del">
          <ac:chgData name="Maria Fernanda Valero Sanchez" userId="62dc2257-13d0-41b3-be9b-615cc5816b2a" providerId="ADAL" clId="{DAC2A9ED-690D-4E50-850D-4A7E30F4A169}" dt="2026-02-16T11:43:45.620" v="11" actId="478"/>
          <ac:spMkLst>
            <pc:docMk/>
            <pc:sldMk cId="1586086279" sldId="263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4:38.658" v="13" actId="478"/>
        <pc:sldMkLst>
          <pc:docMk/>
          <pc:sldMk cId="2936484835" sldId="264"/>
        </pc:sldMkLst>
        <pc:spChg chg="add mod">
          <ac:chgData name="Maria Fernanda Valero Sanchez" userId="62dc2257-13d0-41b3-be9b-615cc5816b2a" providerId="ADAL" clId="{DAC2A9ED-690D-4E50-850D-4A7E30F4A169}" dt="2026-02-16T11:44:35.527" v="12"/>
          <ac:spMkLst>
            <pc:docMk/>
            <pc:sldMk cId="2936484835" sldId="264"/>
            <ac:spMk id="2" creationId="{835F0096-B957-7ED8-A849-BD8AF8B2689D}"/>
          </ac:spMkLst>
        </pc:spChg>
        <pc:spChg chg="del">
          <ac:chgData name="Maria Fernanda Valero Sanchez" userId="62dc2257-13d0-41b3-be9b-615cc5816b2a" providerId="ADAL" clId="{DAC2A9ED-690D-4E50-850D-4A7E30F4A169}" dt="2026-02-16T11:44:38.658" v="13" actId="478"/>
          <ac:spMkLst>
            <pc:docMk/>
            <pc:sldMk cId="2936484835" sldId="264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4:46.831" v="15" actId="478"/>
        <pc:sldMkLst>
          <pc:docMk/>
          <pc:sldMk cId="1377700252" sldId="265"/>
        </pc:sldMkLst>
        <pc:spChg chg="add mod">
          <ac:chgData name="Maria Fernanda Valero Sanchez" userId="62dc2257-13d0-41b3-be9b-615cc5816b2a" providerId="ADAL" clId="{DAC2A9ED-690D-4E50-850D-4A7E30F4A169}" dt="2026-02-16T11:44:40.867" v="14"/>
          <ac:spMkLst>
            <pc:docMk/>
            <pc:sldMk cId="1377700252" sldId="265"/>
            <ac:spMk id="2" creationId="{191C005B-CAD4-D722-1E6D-DACB2CDE90DF}"/>
          </ac:spMkLst>
        </pc:spChg>
        <pc:spChg chg="del">
          <ac:chgData name="Maria Fernanda Valero Sanchez" userId="62dc2257-13d0-41b3-be9b-615cc5816b2a" providerId="ADAL" clId="{DAC2A9ED-690D-4E50-850D-4A7E30F4A169}" dt="2026-02-16T11:44:46.831" v="15" actId="478"/>
          <ac:spMkLst>
            <pc:docMk/>
            <pc:sldMk cId="1377700252" sldId="265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4:49.967" v="17" actId="478"/>
        <pc:sldMkLst>
          <pc:docMk/>
          <pc:sldMk cId="713972755" sldId="266"/>
        </pc:sldMkLst>
        <pc:spChg chg="add mod">
          <ac:chgData name="Maria Fernanda Valero Sanchez" userId="62dc2257-13d0-41b3-be9b-615cc5816b2a" providerId="ADAL" clId="{DAC2A9ED-690D-4E50-850D-4A7E30F4A169}" dt="2026-02-16T11:44:48.834" v="16"/>
          <ac:spMkLst>
            <pc:docMk/>
            <pc:sldMk cId="713972755" sldId="266"/>
            <ac:spMk id="2" creationId="{AD6B94AD-D276-41DF-41FA-66105B5C8C6A}"/>
          </ac:spMkLst>
        </pc:spChg>
        <pc:spChg chg="del">
          <ac:chgData name="Maria Fernanda Valero Sanchez" userId="62dc2257-13d0-41b3-be9b-615cc5816b2a" providerId="ADAL" clId="{DAC2A9ED-690D-4E50-850D-4A7E30F4A169}" dt="2026-02-16T11:44:49.967" v="17" actId="478"/>
          <ac:spMkLst>
            <pc:docMk/>
            <pc:sldMk cId="713972755" sldId="266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4:53.118" v="19" actId="478"/>
        <pc:sldMkLst>
          <pc:docMk/>
          <pc:sldMk cId="2455850582" sldId="267"/>
        </pc:sldMkLst>
        <pc:spChg chg="add mod">
          <ac:chgData name="Maria Fernanda Valero Sanchez" userId="62dc2257-13d0-41b3-be9b-615cc5816b2a" providerId="ADAL" clId="{DAC2A9ED-690D-4E50-850D-4A7E30F4A169}" dt="2026-02-16T11:44:51.807" v="18"/>
          <ac:spMkLst>
            <pc:docMk/>
            <pc:sldMk cId="2455850582" sldId="267"/>
            <ac:spMk id="2" creationId="{BCFD592B-CE43-730F-DA0E-596E99A5F802}"/>
          </ac:spMkLst>
        </pc:spChg>
        <pc:spChg chg="del">
          <ac:chgData name="Maria Fernanda Valero Sanchez" userId="62dc2257-13d0-41b3-be9b-615cc5816b2a" providerId="ADAL" clId="{DAC2A9ED-690D-4E50-850D-4A7E30F4A169}" dt="2026-02-16T11:44:53.118" v="19" actId="478"/>
          <ac:spMkLst>
            <pc:docMk/>
            <pc:sldMk cId="2455850582" sldId="267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5:08.381" v="27" actId="478"/>
        <pc:sldMkLst>
          <pc:docMk/>
          <pc:sldMk cId="2924572239" sldId="269"/>
        </pc:sldMkLst>
        <pc:spChg chg="add mod">
          <ac:chgData name="Maria Fernanda Valero Sanchez" userId="62dc2257-13d0-41b3-be9b-615cc5816b2a" providerId="ADAL" clId="{DAC2A9ED-690D-4E50-850D-4A7E30F4A169}" dt="2026-02-16T11:45:05.367" v="26"/>
          <ac:spMkLst>
            <pc:docMk/>
            <pc:sldMk cId="2924572239" sldId="269"/>
            <ac:spMk id="2" creationId="{B0E02764-5825-200E-5AAE-85A72A5176CD}"/>
          </ac:spMkLst>
        </pc:spChg>
        <pc:spChg chg="del">
          <ac:chgData name="Maria Fernanda Valero Sanchez" userId="62dc2257-13d0-41b3-be9b-615cc5816b2a" providerId="ADAL" clId="{DAC2A9ED-690D-4E50-850D-4A7E30F4A169}" dt="2026-02-16T11:45:08.381" v="27" actId="478"/>
          <ac:spMkLst>
            <pc:docMk/>
            <pc:sldMk cId="2924572239" sldId="269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5:11.910" v="29" actId="478"/>
        <pc:sldMkLst>
          <pc:docMk/>
          <pc:sldMk cId="101531214" sldId="270"/>
        </pc:sldMkLst>
        <pc:spChg chg="add mod">
          <ac:chgData name="Maria Fernanda Valero Sanchez" userId="62dc2257-13d0-41b3-be9b-615cc5816b2a" providerId="ADAL" clId="{DAC2A9ED-690D-4E50-850D-4A7E30F4A169}" dt="2026-02-16T11:45:10.472" v="28"/>
          <ac:spMkLst>
            <pc:docMk/>
            <pc:sldMk cId="101531214" sldId="270"/>
            <ac:spMk id="2" creationId="{9783F645-F64B-4511-0832-ECE4250EB812}"/>
          </ac:spMkLst>
        </pc:spChg>
        <pc:spChg chg="del">
          <ac:chgData name="Maria Fernanda Valero Sanchez" userId="62dc2257-13d0-41b3-be9b-615cc5816b2a" providerId="ADAL" clId="{DAC2A9ED-690D-4E50-850D-4A7E30F4A169}" dt="2026-02-16T11:45:11.910" v="29" actId="478"/>
          <ac:spMkLst>
            <pc:docMk/>
            <pc:sldMk cId="101531214" sldId="270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5:15.181" v="31" actId="478"/>
        <pc:sldMkLst>
          <pc:docMk/>
          <pc:sldMk cId="293206714" sldId="271"/>
        </pc:sldMkLst>
        <pc:spChg chg="add mod">
          <ac:chgData name="Maria Fernanda Valero Sanchez" userId="62dc2257-13d0-41b3-be9b-615cc5816b2a" providerId="ADAL" clId="{DAC2A9ED-690D-4E50-850D-4A7E30F4A169}" dt="2026-02-16T11:45:13.967" v="30"/>
          <ac:spMkLst>
            <pc:docMk/>
            <pc:sldMk cId="293206714" sldId="271"/>
            <ac:spMk id="2" creationId="{4A62481D-002F-7C0E-652B-85E5775E04DD}"/>
          </ac:spMkLst>
        </pc:spChg>
        <pc:spChg chg="del">
          <ac:chgData name="Maria Fernanda Valero Sanchez" userId="62dc2257-13d0-41b3-be9b-615cc5816b2a" providerId="ADAL" clId="{DAC2A9ED-690D-4E50-850D-4A7E30F4A169}" dt="2026-02-16T11:45:15.181" v="31" actId="478"/>
          <ac:spMkLst>
            <pc:docMk/>
            <pc:sldMk cId="293206714" sldId="271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5:38.349" v="35" actId="478"/>
        <pc:sldMkLst>
          <pc:docMk/>
          <pc:sldMk cId="1128719199" sldId="272"/>
        </pc:sldMkLst>
        <pc:spChg chg="add mod">
          <ac:chgData name="Maria Fernanda Valero Sanchez" userId="62dc2257-13d0-41b3-be9b-615cc5816b2a" providerId="ADAL" clId="{DAC2A9ED-690D-4E50-850D-4A7E30F4A169}" dt="2026-02-16T11:45:16.923" v="32"/>
          <ac:spMkLst>
            <pc:docMk/>
            <pc:sldMk cId="1128719199" sldId="272"/>
            <ac:spMk id="3" creationId="{89CBECBC-8BB3-8270-EA50-800D2C782CEE}"/>
          </ac:spMkLst>
        </pc:spChg>
        <pc:spChg chg="del">
          <ac:chgData name="Maria Fernanda Valero Sanchez" userId="62dc2257-13d0-41b3-be9b-615cc5816b2a" providerId="ADAL" clId="{DAC2A9ED-690D-4E50-850D-4A7E30F4A169}" dt="2026-02-16T11:45:38.349" v="35" actId="478"/>
          <ac:spMkLst>
            <pc:docMk/>
            <pc:sldMk cId="1128719199" sldId="272"/>
            <ac:spMk id="4" creationId="{00000000-0000-0000-0000-000000000000}"/>
          </ac:spMkLst>
        </pc:spChg>
        <pc:graphicFrameChg chg="ord">
          <ac:chgData name="Maria Fernanda Valero Sanchez" userId="62dc2257-13d0-41b3-be9b-615cc5816b2a" providerId="ADAL" clId="{DAC2A9ED-690D-4E50-850D-4A7E30F4A169}" dt="2026-02-16T11:45:35.332" v="34" actId="167"/>
          <ac:graphicFrameMkLst>
            <pc:docMk/>
            <pc:sldMk cId="1128719199" sldId="272"/>
            <ac:graphicFrameMk id="2" creationId="{3FCA5356-424B-42A1-6EC6-BB173E5E6110}"/>
          </ac:graphicFrameMkLst>
        </pc:graphicFrameChg>
      </pc:sldChg>
      <pc:sldChg chg="addSp delSp modSp mod">
        <pc:chgData name="Maria Fernanda Valero Sanchez" userId="62dc2257-13d0-41b3-be9b-615cc5816b2a" providerId="ADAL" clId="{DAC2A9ED-690D-4E50-850D-4A7E30F4A169}" dt="2026-02-16T11:45:51.964" v="43" actId="478"/>
        <pc:sldMkLst>
          <pc:docMk/>
          <pc:sldMk cId="2817597480" sldId="279"/>
        </pc:sldMkLst>
        <pc:spChg chg="add mod">
          <ac:chgData name="Maria Fernanda Valero Sanchez" userId="62dc2257-13d0-41b3-be9b-615cc5816b2a" providerId="ADAL" clId="{DAC2A9ED-690D-4E50-850D-4A7E30F4A169}" dt="2026-02-16T11:45:50.908" v="42"/>
          <ac:spMkLst>
            <pc:docMk/>
            <pc:sldMk cId="2817597480" sldId="279"/>
            <ac:spMk id="2" creationId="{66C8484C-722D-7E34-7F48-FF1DCA94D7CB}"/>
          </ac:spMkLst>
        </pc:spChg>
        <pc:spChg chg="del">
          <ac:chgData name="Maria Fernanda Valero Sanchez" userId="62dc2257-13d0-41b3-be9b-615cc5816b2a" providerId="ADAL" clId="{DAC2A9ED-690D-4E50-850D-4A7E30F4A169}" dt="2026-02-16T11:45:51.964" v="43" actId="478"/>
          <ac:spMkLst>
            <pc:docMk/>
            <pc:sldMk cId="2817597480" sldId="279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5:55.738" v="45" actId="478"/>
        <pc:sldMkLst>
          <pc:docMk/>
          <pc:sldMk cId="1863025801" sldId="280"/>
        </pc:sldMkLst>
        <pc:spChg chg="add mod">
          <ac:chgData name="Maria Fernanda Valero Sanchez" userId="62dc2257-13d0-41b3-be9b-615cc5816b2a" providerId="ADAL" clId="{DAC2A9ED-690D-4E50-850D-4A7E30F4A169}" dt="2026-02-16T11:45:54.542" v="44"/>
          <ac:spMkLst>
            <pc:docMk/>
            <pc:sldMk cId="1863025801" sldId="280"/>
            <ac:spMk id="2" creationId="{B818FFE7-1CB9-2F3B-AC04-AAB39A558CBB}"/>
          </ac:spMkLst>
        </pc:spChg>
        <pc:spChg chg="del">
          <ac:chgData name="Maria Fernanda Valero Sanchez" userId="62dc2257-13d0-41b3-be9b-615cc5816b2a" providerId="ADAL" clId="{DAC2A9ED-690D-4E50-850D-4A7E30F4A169}" dt="2026-02-16T11:45:55.738" v="45" actId="478"/>
          <ac:spMkLst>
            <pc:docMk/>
            <pc:sldMk cId="1863025801" sldId="280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6:00.086" v="47" actId="478"/>
        <pc:sldMkLst>
          <pc:docMk/>
          <pc:sldMk cId="2608050394" sldId="281"/>
        </pc:sldMkLst>
        <pc:spChg chg="add mod">
          <ac:chgData name="Maria Fernanda Valero Sanchez" userId="62dc2257-13d0-41b3-be9b-615cc5816b2a" providerId="ADAL" clId="{DAC2A9ED-690D-4E50-850D-4A7E30F4A169}" dt="2026-02-16T11:45:58.322" v="46"/>
          <ac:spMkLst>
            <pc:docMk/>
            <pc:sldMk cId="2608050394" sldId="281"/>
            <ac:spMk id="2" creationId="{617CC341-8D58-1BB1-DC0A-3EBC5D838147}"/>
          </ac:spMkLst>
        </pc:spChg>
        <pc:spChg chg="del">
          <ac:chgData name="Maria Fernanda Valero Sanchez" userId="62dc2257-13d0-41b3-be9b-615cc5816b2a" providerId="ADAL" clId="{DAC2A9ED-690D-4E50-850D-4A7E30F4A169}" dt="2026-02-16T11:46:00.086" v="47" actId="478"/>
          <ac:spMkLst>
            <pc:docMk/>
            <pc:sldMk cId="2608050394" sldId="281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6:07.904" v="51" actId="478"/>
        <pc:sldMkLst>
          <pc:docMk/>
          <pc:sldMk cId="1341900506" sldId="282"/>
        </pc:sldMkLst>
        <pc:spChg chg="add mod">
          <ac:chgData name="Maria Fernanda Valero Sanchez" userId="62dc2257-13d0-41b3-be9b-615cc5816b2a" providerId="ADAL" clId="{DAC2A9ED-690D-4E50-850D-4A7E30F4A169}" dt="2026-02-16T11:46:06.896" v="50"/>
          <ac:spMkLst>
            <pc:docMk/>
            <pc:sldMk cId="1341900506" sldId="282"/>
            <ac:spMk id="2" creationId="{D99EA3EB-F17B-030F-7F27-E1A339469028}"/>
          </ac:spMkLst>
        </pc:spChg>
        <pc:spChg chg="del">
          <ac:chgData name="Maria Fernanda Valero Sanchez" userId="62dc2257-13d0-41b3-be9b-615cc5816b2a" providerId="ADAL" clId="{DAC2A9ED-690D-4E50-850D-4A7E30F4A169}" dt="2026-02-16T11:46:07.904" v="51" actId="478"/>
          <ac:spMkLst>
            <pc:docMk/>
            <pc:sldMk cId="1341900506" sldId="282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6:04.865" v="49" actId="478"/>
        <pc:sldMkLst>
          <pc:docMk/>
          <pc:sldMk cId="34466298" sldId="283"/>
        </pc:sldMkLst>
        <pc:spChg chg="add mod">
          <ac:chgData name="Maria Fernanda Valero Sanchez" userId="62dc2257-13d0-41b3-be9b-615cc5816b2a" providerId="ADAL" clId="{DAC2A9ED-690D-4E50-850D-4A7E30F4A169}" dt="2026-02-16T11:46:03.631" v="48"/>
          <ac:spMkLst>
            <pc:docMk/>
            <pc:sldMk cId="34466298" sldId="283"/>
            <ac:spMk id="2" creationId="{05B753D6-5BAB-A09B-56B5-4FB46304158F}"/>
          </ac:spMkLst>
        </pc:spChg>
        <pc:spChg chg="del">
          <ac:chgData name="Maria Fernanda Valero Sanchez" userId="62dc2257-13d0-41b3-be9b-615cc5816b2a" providerId="ADAL" clId="{DAC2A9ED-690D-4E50-850D-4A7E30F4A169}" dt="2026-02-16T11:46:04.865" v="49" actId="478"/>
          <ac:spMkLst>
            <pc:docMk/>
            <pc:sldMk cId="34466298" sldId="283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6:11.185" v="53"/>
        <pc:sldMkLst>
          <pc:docMk/>
          <pc:sldMk cId="3976237939" sldId="284"/>
        </pc:sldMkLst>
        <pc:spChg chg="add mod">
          <ac:chgData name="Maria Fernanda Valero Sanchez" userId="62dc2257-13d0-41b3-be9b-615cc5816b2a" providerId="ADAL" clId="{DAC2A9ED-690D-4E50-850D-4A7E30F4A169}" dt="2026-02-16T11:46:11.185" v="53"/>
          <ac:spMkLst>
            <pc:docMk/>
            <pc:sldMk cId="3976237939" sldId="284"/>
            <ac:spMk id="2" creationId="{EB27E382-EE18-E5EB-2ECC-406F65F4AEB7}"/>
          </ac:spMkLst>
        </pc:spChg>
        <pc:spChg chg="del">
          <ac:chgData name="Maria Fernanda Valero Sanchez" userId="62dc2257-13d0-41b3-be9b-615cc5816b2a" providerId="ADAL" clId="{DAC2A9ED-690D-4E50-850D-4A7E30F4A169}" dt="2026-02-16T11:46:10.876" v="52" actId="478"/>
          <ac:spMkLst>
            <pc:docMk/>
            <pc:sldMk cId="3976237939" sldId="284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6:16.235" v="55" actId="478"/>
        <pc:sldMkLst>
          <pc:docMk/>
          <pc:sldMk cId="525495244" sldId="286"/>
        </pc:sldMkLst>
        <pc:spChg chg="add mod">
          <ac:chgData name="Maria Fernanda Valero Sanchez" userId="62dc2257-13d0-41b3-be9b-615cc5816b2a" providerId="ADAL" clId="{DAC2A9ED-690D-4E50-850D-4A7E30F4A169}" dt="2026-02-16T11:46:14.011" v="54"/>
          <ac:spMkLst>
            <pc:docMk/>
            <pc:sldMk cId="525495244" sldId="286"/>
            <ac:spMk id="2" creationId="{0B59075F-3788-9864-DF44-A83A3EA36356}"/>
          </ac:spMkLst>
        </pc:spChg>
        <pc:spChg chg="del">
          <ac:chgData name="Maria Fernanda Valero Sanchez" userId="62dc2257-13d0-41b3-be9b-615cc5816b2a" providerId="ADAL" clId="{DAC2A9ED-690D-4E50-850D-4A7E30F4A169}" dt="2026-02-16T11:46:16.235" v="55" actId="478"/>
          <ac:spMkLst>
            <pc:docMk/>
            <pc:sldMk cId="525495244" sldId="286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6:21.900" v="57" actId="478"/>
        <pc:sldMkLst>
          <pc:docMk/>
          <pc:sldMk cId="1163574586" sldId="287"/>
        </pc:sldMkLst>
        <pc:spChg chg="add mod">
          <ac:chgData name="Maria Fernanda Valero Sanchez" userId="62dc2257-13d0-41b3-be9b-615cc5816b2a" providerId="ADAL" clId="{DAC2A9ED-690D-4E50-850D-4A7E30F4A169}" dt="2026-02-16T11:46:20.377" v="56"/>
          <ac:spMkLst>
            <pc:docMk/>
            <pc:sldMk cId="1163574586" sldId="287"/>
            <ac:spMk id="2" creationId="{83A56E74-55A5-40EA-44A9-311E051CD2F2}"/>
          </ac:spMkLst>
        </pc:spChg>
        <pc:spChg chg="del">
          <ac:chgData name="Maria Fernanda Valero Sanchez" userId="62dc2257-13d0-41b3-be9b-615cc5816b2a" providerId="ADAL" clId="{DAC2A9ED-690D-4E50-850D-4A7E30F4A169}" dt="2026-02-16T11:46:21.900" v="57" actId="478"/>
          <ac:spMkLst>
            <pc:docMk/>
            <pc:sldMk cId="1163574586" sldId="287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6:25.181" v="59" actId="478"/>
        <pc:sldMkLst>
          <pc:docMk/>
          <pc:sldMk cId="2667313936" sldId="288"/>
        </pc:sldMkLst>
        <pc:spChg chg="add mod">
          <ac:chgData name="Maria Fernanda Valero Sanchez" userId="62dc2257-13d0-41b3-be9b-615cc5816b2a" providerId="ADAL" clId="{DAC2A9ED-690D-4E50-850D-4A7E30F4A169}" dt="2026-02-16T11:46:23.901" v="58"/>
          <ac:spMkLst>
            <pc:docMk/>
            <pc:sldMk cId="2667313936" sldId="288"/>
            <ac:spMk id="2" creationId="{DCA5A9D8-242E-306D-0784-1171ED861BA5}"/>
          </ac:spMkLst>
        </pc:spChg>
        <pc:spChg chg="del">
          <ac:chgData name="Maria Fernanda Valero Sanchez" userId="62dc2257-13d0-41b3-be9b-615cc5816b2a" providerId="ADAL" clId="{DAC2A9ED-690D-4E50-850D-4A7E30F4A169}" dt="2026-02-16T11:46:25.181" v="59" actId="478"/>
          <ac:spMkLst>
            <pc:docMk/>
            <pc:sldMk cId="2667313936" sldId="288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6:31.499" v="61"/>
        <pc:sldMkLst>
          <pc:docMk/>
          <pc:sldMk cId="4146794427" sldId="289"/>
        </pc:sldMkLst>
        <pc:spChg chg="add mod">
          <ac:chgData name="Maria Fernanda Valero Sanchez" userId="62dc2257-13d0-41b3-be9b-615cc5816b2a" providerId="ADAL" clId="{DAC2A9ED-690D-4E50-850D-4A7E30F4A169}" dt="2026-02-16T11:46:31.499" v="61"/>
          <ac:spMkLst>
            <pc:docMk/>
            <pc:sldMk cId="4146794427" sldId="289"/>
            <ac:spMk id="2" creationId="{93DB3E75-D299-753C-3A4B-22118AD07D52}"/>
          </ac:spMkLst>
        </pc:spChg>
        <pc:spChg chg="del">
          <ac:chgData name="Maria Fernanda Valero Sanchez" userId="62dc2257-13d0-41b3-be9b-615cc5816b2a" providerId="ADAL" clId="{DAC2A9ED-690D-4E50-850D-4A7E30F4A169}" dt="2026-02-16T11:46:31.189" v="60" actId="478"/>
          <ac:spMkLst>
            <pc:docMk/>
            <pc:sldMk cId="4146794427" sldId="289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7:07.083" v="67" actId="478"/>
        <pc:sldMkLst>
          <pc:docMk/>
          <pc:sldMk cId="2738415665" sldId="290"/>
        </pc:sldMkLst>
        <pc:spChg chg="add mod">
          <ac:chgData name="Maria Fernanda Valero Sanchez" userId="62dc2257-13d0-41b3-be9b-615cc5816b2a" providerId="ADAL" clId="{DAC2A9ED-690D-4E50-850D-4A7E30F4A169}" dt="2026-02-16T11:46:49.744" v="65"/>
          <ac:spMkLst>
            <pc:docMk/>
            <pc:sldMk cId="2738415665" sldId="290"/>
            <ac:spMk id="2" creationId="{528378F1-FFA3-F5B0-52F5-8885C71A2583}"/>
          </ac:spMkLst>
        </pc:spChg>
        <pc:spChg chg="del">
          <ac:chgData name="Maria Fernanda Valero Sanchez" userId="62dc2257-13d0-41b3-be9b-615cc5816b2a" providerId="ADAL" clId="{DAC2A9ED-690D-4E50-850D-4A7E30F4A169}" dt="2026-02-16T11:47:07.083" v="67" actId="478"/>
          <ac:spMkLst>
            <pc:docMk/>
            <pc:sldMk cId="2738415665" sldId="290"/>
            <ac:spMk id="4" creationId="{00000000-0000-0000-0000-000000000000}"/>
          </ac:spMkLst>
        </pc:spChg>
        <pc:spChg chg="ord">
          <ac:chgData name="Maria Fernanda Valero Sanchez" userId="62dc2257-13d0-41b3-be9b-615cc5816b2a" providerId="ADAL" clId="{DAC2A9ED-690D-4E50-850D-4A7E30F4A169}" dt="2026-02-16T11:46:59.876" v="66" actId="167"/>
          <ac:spMkLst>
            <pc:docMk/>
            <pc:sldMk cId="2738415665" sldId="290"/>
            <ac:spMk id="10" creationId="{062B5DF4-B989-FCD0-12F3-31106990268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7:10.128" v="69" actId="478"/>
        <pc:sldMkLst>
          <pc:docMk/>
          <pc:sldMk cId="744397217" sldId="291"/>
        </pc:sldMkLst>
        <pc:spChg chg="add mod">
          <ac:chgData name="Maria Fernanda Valero Sanchez" userId="62dc2257-13d0-41b3-be9b-615cc5816b2a" providerId="ADAL" clId="{DAC2A9ED-690D-4E50-850D-4A7E30F4A169}" dt="2026-02-16T11:47:08.839" v="68"/>
          <ac:spMkLst>
            <pc:docMk/>
            <pc:sldMk cId="744397217" sldId="291"/>
            <ac:spMk id="2" creationId="{1714FB87-BF43-5A3E-4737-11893C7B5C05}"/>
          </ac:spMkLst>
        </pc:spChg>
        <pc:spChg chg="del">
          <ac:chgData name="Maria Fernanda Valero Sanchez" userId="62dc2257-13d0-41b3-be9b-615cc5816b2a" providerId="ADAL" clId="{DAC2A9ED-690D-4E50-850D-4A7E30F4A169}" dt="2026-02-16T11:47:10.128" v="69" actId="478"/>
          <ac:spMkLst>
            <pc:docMk/>
            <pc:sldMk cId="744397217" sldId="291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7:17.676" v="73"/>
        <pc:sldMkLst>
          <pc:docMk/>
          <pc:sldMk cId="1422213609" sldId="292"/>
        </pc:sldMkLst>
        <pc:spChg chg="add mod">
          <ac:chgData name="Maria Fernanda Valero Sanchez" userId="62dc2257-13d0-41b3-be9b-615cc5816b2a" providerId="ADAL" clId="{DAC2A9ED-690D-4E50-850D-4A7E30F4A169}" dt="2026-02-16T11:47:17.676" v="73"/>
          <ac:spMkLst>
            <pc:docMk/>
            <pc:sldMk cId="1422213609" sldId="292"/>
            <ac:spMk id="2" creationId="{7D0D8F32-9930-79E4-BDB1-17E42CAF6E1D}"/>
          </ac:spMkLst>
        </pc:spChg>
        <pc:spChg chg="del">
          <ac:chgData name="Maria Fernanda Valero Sanchez" userId="62dc2257-13d0-41b3-be9b-615cc5816b2a" providerId="ADAL" clId="{DAC2A9ED-690D-4E50-850D-4A7E30F4A169}" dt="2026-02-16T11:47:17.307" v="72" actId="478"/>
          <ac:spMkLst>
            <pc:docMk/>
            <pc:sldMk cId="1422213609" sldId="292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7:57.201" v="91"/>
        <pc:sldMkLst>
          <pc:docMk/>
          <pc:sldMk cId="532397910" sldId="294"/>
        </pc:sldMkLst>
        <pc:spChg chg="add mod">
          <ac:chgData name="Maria Fernanda Valero Sanchez" userId="62dc2257-13d0-41b3-be9b-615cc5816b2a" providerId="ADAL" clId="{DAC2A9ED-690D-4E50-850D-4A7E30F4A169}" dt="2026-02-16T11:47:57.201" v="91"/>
          <ac:spMkLst>
            <pc:docMk/>
            <pc:sldMk cId="532397910" sldId="294"/>
            <ac:spMk id="2" creationId="{A854022E-AD2E-5A05-04BE-D958AFF108CC}"/>
          </ac:spMkLst>
        </pc:spChg>
        <pc:spChg chg="del">
          <ac:chgData name="Maria Fernanda Valero Sanchez" userId="62dc2257-13d0-41b3-be9b-615cc5816b2a" providerId="ADAL" clId="{DAC2A9ED-690D-4E50-850D-4A7E30F4A169}" dt="2026-02-16T11:47:56.858" v="90" actId="478"/>
          <ac:spMkLst>
            <pc:docMk/>
            <pc:sldMk cId="532397910" sldId="294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8:12.286" v="95"/>
        <pc:sldMkLst>
          <pc:docMk/>
          <pc:sldMk cId="1032003066" sldId="296"/>
        </pc:sldMkLst>
        <pc:spChg chg="add mod">
          <ac:chgData name="Maria Fernanda Valero Sanchez" userId="62dc2257-13d0-41b3-be9b-615cc5816b2a" providerId="ADAL" clId="{DAC2A9ED-690D-4E50-850D-4A7E30F4A169}" dt="2026-02-16T11:48:12.286" v="95"/>
          <ac:spMkLst>
            <pc:docMk/>
            <pc:sldMk cId="1032003066" sldId="296"/>
            <ac:spMk id="2" creationId="{3DEDD665-3107-E863-9034-386274512896}"/>
          </ac:spMkLst>
        </pc:spChg>
        <pc:spChg chg="del">
          <ac:chgData name="Maria Fernanda Valero Sanchez" userId="62dc2257-13d0-41b3-be9b-615cc5816b2a" providerId="ADAL" clId="{DAC2A9ED-690D-4E50-850D-4A7E30F4A169}" dt="2026-02-16T11:48:11.969" v="94" actId="478"/>
          <ac:spMkLst>
            <pc:docMk/>
            <pc:sldMk cId="1032003066" sldId="296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8:15.719" v="97"/>
        <pc:sldMkLst>
          <pc:docMk/>
          <pc:sldMk cId="3823078302" sldId="297"/>
        </pc:sldMkLst>
        <pc:spChg chg="add mod">
          <ac:chgData name="Maria Fernanda Valero Sanchez" userId="62dc2257-13d0-41b3-be9b-615cc5816b2a" providerId="ADAL" clId="{DAC2A9ED-690D-4E50-850D-4A7E30F4A169}" dt="2026-02-16T11:48:15.719" v="97"/>
          <ac:spMkLst>
            <pc:docMk/>
            <pc:sldMk cId="3823078302" sldId="297"/>
            <ac:spMk id="2" creationId="{C9AF633F-F6D2-1E62-17A4-EB2BB3A40B43}"/>
          </ac:spMkLst>
        </pc:spChg>
        <pc:spChg chg="del">
          <ac:chgData name="Maria Fernanda Valero Sanchez" userId="62dc2257-13d0-41b3-be9b-615cc5816b2a" providerId="ADAL" clId="{DAC2A9ED-690D-4E50-850D-4A7E30F4A169}" dt="2026-02-16T11:48:15.243" v="96" actId="478"/>
          <ac:spMkLst>
            <pc:docMk/>
            <pc:sldMk cId="3823078302" sldId="297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9:33.330" v="125" actId="1076"/>
        <pc:sldMkLst>
          <pc:docMk/>
          <pc:sldMk cId="389486413" sldId="299"/>
        </pc:sldMkLst>
        <pc:spChg chg="add mod">
          <ac:chgData name="Maria Fernanda Valero Sanchez" userId="62dc2257-13d0-41b3-be9b-615cc5816b2a" providerId="ADAL" clId="{DAC2A9ED-690D-4E50-850D-4A7E30F4A169}" dt="2026-02-16T11:49:25.698" v="123"/>
          <ac:spMkLst>
            <pc:docMk/>
            <pc:sldMk cId="389486413" sldId="299"/>
            <ac:spMk id="2" creationId="{5A2F0CF4-8160-6EAB-D0F6-FF702D0E7FE3}"/>
          </ac:spMkLst>
        </pc:spChg>
        <pc:spChg chg="mod">
          <ac:chgData name="Maria Fernanda Valero Sanchez" userId="62dc2257-13d0-41b3-be9b-615cc5816b2a" providerId="ADAL" clId="{DAC2A9ED-690D-4E50-850D-4A7E30F4A169}" dt="2026-02-16T11:49:33.330" v="125" actId="1076"/>
          <ac:spMkLst>
            <pc:docMk/>
            <pc:sldMk cId="389486413" sldId="299"/>
            <ac:spMk id="3" creationId="{00000000-0000-0000-0000-000000000000}"/>
          </ac:spMkLst>
        </pc:spChg>
        <pc:spChg chg="del">
          <ac:chgData name="Maria Fernanda Valero Sanchez" userId="62dc2257-13d0-41b3-be9b-615cc5816b2a" providerId="ADAL" clId="{DAC2A9ED-690D-4E50-850D-4A7E30F4A169}" dt="2026-02-16T11:49:25.406" v="122" actId="478"/>
          <ac:spMkLst>
            <pc:docMk/>
            <pc:sldMk cId="389486413" sldId="299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9:37.484" v="127" actId="478"/>
        <pc:sldMkLst>
          <pc:docMk/>
          <pc:sldMk cId="3019604772" sldId="300"/>
        </pc:sldMkLst>
        <pc:spChg chg="add mod">
          <ac:chgData name="Maria Fernanda Valero Sanchez" userId="62dc2257-13d0-41b3-be9b-615cc5816b2a" providerId="ADAL" clId="{DAC2A9ED-690D-4E50-850D-4A7E30F4A169}" dt="2026-02-16T11:49:36.181" v="126"/>
          <ac:spMkLst>
            <pc:docMk/>
            <pc:sldMk cId="3019604772" sldId="300"/>
            <ac:spMk id="2" creationId="{115545EC-669F-3667-7BC4-B911269BB1D1}"/>
          </ac:spMkLst>
        </pc:spChg>
        <pc:spChg chg="del">
          <ac:chgData name="Maria Fernanda Valero Sanchez" userId="62dc2257-13d0-41b3-be9b-615cc5816b2a" providerId="ADAL" clId="{DAC2A9ED-690D-4E50-850D-4A7E30F4A169}" dt="2026-02-16T11:49:37.484" v="127" actId="478"/>
          <ac:spMkLst>
            <pc:docMk/>
            <pc:sldMk cId="3019604772" sldId="300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7:29.040" v="79"/>
        <pc:sldMkLst>
          <pc:docMk/>
          <pc:sldMk cId="3035652179" sldId="307"/>
        </pc:sldMkLst>
        <pc:spChg chg="add mod">
          <ac:chgData name="Maria Fernanda Valero Sanchez" userId="62dc2257-13d0-41b3-be9b-615cc5816b2a" providerId="ADAL" clId="{DAC2A9ED-690D-4E50-850D-4A7E30F4A169}" dt="2026-02-16T11:47:29.040" v="79"/>
          <ac:spMkLst>
            <pc:docMk/>
            <pc:sldMk cId="3035652179" sldId="307"/>
            <ac:spMk id="2" creationId="{69CF9AA4-07A4-C009-6A23-896256C54B6E}"/>
          </ac:spMkLst>
        </pc:spChg>
        <pc:spChg chg="del">
          <ac:chgData name="Maria Fernanda Valero Sanchez" userId="62dc2257-13d0-41b3-be9b-615cc5816b2a" providerId="ADAL" clId="{DAC2A9ED-690D-4E50-850D-4A7E30F4A169}" dt="2026-02-16T11:47:28.709" v="78" actId="478"/>
          <ac:spMkLst>
            <pc:docMk/>
            <pc:sldMk cId="3035652179" sldId="307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9:42.207" v="129" actId="478"/>
        <pc:sldMkLst>
          <pc:docMk/>
          <pc:sldMk cId="2141266374" sldId="309"/>
        </pc:sldMkLst>
        <pc:spChg chg="add mod">
          <ac:chgData name="Maria Fernanda Valero Sanchez" userId="62dc2257-13d0-41b3-be9b-615cc5816b2a" providerId="ADAL" clId="{DAC2A9ED-690D-4E50-850D-4A7E30F4A169}" dt="2026-02-16T11:49:41.048" v="128"/>
          <ac:spMkLst>
            <pc:docMk/>
            <pc:sldMk cId="2141266374" sldId="309"/>
            <ac:spMk id="2" creationId="{8570D78A-A1AD-B8E0-A068-593DEDE32138}"/>
          </ac:spMkLst>
        </pc:spChg>
        <pc:spChg chg="del">
          <ac:chgData name="Maria Fernanda Valero Sanchez" userId="62dc2257-13d0-41b3-be9b-615cc5816b2a" providerId="ADAL" clId="{DAC2A9ED-690D-4E50-850D-4A7E30F4A169}" dt="2026-02-16T11:49:42.207" v="129" actId="478"/>
          <ac:spMkLst>
            <pc:docMk/>
            <pc:sldMk cId="2141266374" sldId="309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50:06.960" v="137"/>
        <pc:sldMkLst>
          <pc:docMk/>
          <pc:sldMk cId="1405728644" sldId="310"/>
        </pc:sldMkLst>
        <pc:spChg chg="del">
          <ac:chgData name="Maria Fernanda Valero Sanchez" userId="62dc2257-13d0-41b3-be9b-615cc5816b2a" providerId="ADAL" clId="{DAC2A9ED-690D-4E50-850D-4A7E30F4A169}" dt="2026-02-16T11:50:01.113" v="135" actId="478"/>
          <ac:spMkLst>
            <pc:docMk/>
            <pc:sldMk cId="1405728644" sldId="310"/>
            <ac:spMk id="4" creationId="{00000000-0000-0000-0000-000000000000}"/>
          </ac:spMkLst>
        </pc:spChg>
        <pc:spChg chg="add mod">
          <ac:chgData name="Maria Fernanda Valero Sanchez" userId="62dc2257-13d0-41b3-be9b-615cc5816b2a" providerId="ADAL" clId="{DAC2A9ED-690D-4E50-850D-4A7E30F4A169}" dt="2026-02-16T11:50:06.960" v="137"/>
          <ac:spMkLst>
            <pc:docMk/>
            <pc:sldMk cId="1405728644" sldId="310"/>
            <ac:spMk id="5" creationId="{936BCF46-025E-0249-B748-8510A25BEA57}"/>
          </ac:spMkLst>
        </pc:spChg>
        <pc:graphicFrameChg chg="add mod">
          <ac:chgData name="Maria Fernanda Valero Sanchez" userId="62dc2257-13d0-41b3-be9b-615cc5816b2a" providerId="ADAL" clId="{DAC2A9ED-690D-4E50-850D-4A7E30F4A169}" dt="2026-02-16T11:50:01.425" v="136"/>
          <ac:graphicFrameMkLst>
            <pc:docMk/>
            <pc:sldMk cId="1405728644" sldId="310"/>
            <ac:graphicFrameMk id="2" creationId="{C72B0BA3-769F-3BDC-D8B0-D3329D64E57A}"/>
          </ac:graphicFrameMkLst>
        </pc:graphicFrameChg>
      </pc:sldChg>
      <pc:sldChg chg="addSp delSp modSp mod">
        <pc:chgData name="Maria Fernanda Valero Sanchez" userId="62dc2257-13d0-41b3-be9b-615cc5816b2a" providerId="ADAL" clId="{DAC2A9ED-690D-4E50-850D-4A7E30F4A169}" dt="2026-02-16T11:45:42.619" v="37" actId="478"/>
        <pc:sldMkLst>
          <pc:docMk/>
          <pc:sldMk cId="3362860745" sldId="344"/>
        </pc:sldMkLst>
        <pc:spChg chg="add mod">
          <ac:chgData name="Maria Fernanda Valero Sanchez" userId="62dc2257-13d0-41b3-be9b-615cc5816b2a" providerId="ADAL" clId="{DAC2A9ED-690D-4E50-850D-4A7E30F4A169}" dt="2026-02-16T11:45:41.234" v="36"/>
          <ac:spMkLst>
            <pc:docMk/>
            <pc:sldMk cId="3362860745" sldId="344"/>
            <ac:spMk id="2" creationId="{D92B2E96-D374-E14B-1B9A-D6373CC46833}"/>
          </ac:spMkLst>
        </pc:spChg>
        <pc:spChg chg="del">
          <ac:chgData name="Maria Fernanda Valero Sanchez" userId="62dc2257-13d0-41b3-be9b-615cc5816b2a" providerId="ADAL" clId="{DAC2A9ED-690D-4E50-850D-4A7E30F4A169}" dt="2026-02-16T11:45:42.619" v="37" actId="478"/>
          <ac:spMkLst>
            <pc:docMk/>
            <pc:sldMk cId="3362860745" sldId="344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7:50.790" v="87"/>
        <pc:sldMkLst>
          <pc:docMk/>
          <pc:sldMk cId="318140122" sldId="360"/>
        </pc:sldMkLst>
        <pc:spChg chg="add mod">
          <ac:chgData name="Maria Fernanda Valero Sanchez" userId="62dc2257-13d0-41b3-be9b-615cc5816b2a" providerId="ADAL" clId="{DAC2A9ED-690D-4E50-850D-4A7E30F4A169}" dt="2026-02-16T11:47:50.790" v="87"/>
          <ac:spMkLst>
            <pc:docMk/>
            <pc:sldMk cId="318140122" sldId="360"/>
            <ac:spMk id="2" creationId="{E87500DA-E29F-B2AF-B66C-5CD9BDEB7D22}"/>
          </ac:spMkLst>
        </pc:spChg>
        <pc:spChg chg="del">
          <ac:chgData name="Maria Fernanda Valero Sanchez" userId="62dc2257-13d0-41b3-be9b-615cc5816b2a" providerId="ADAL" clId="{DAC2A9ED-690D-4E50-850D-4A7E30F4A169}" dt="2026-02-16T11:47:50.444" v="86" actId="478"/>
          <ac:spMkLst>
            <pc:docMk/>
            <pc:sldMk cId="318140122" sldId="360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50:10.849" v="139"/>
        <pc:sldMkLst>
          <pc:docMk/>
          <pc:sldMk cId="3545249004" sldId="361"/>
        </pc:sldMkLst>
        <pc:spChg chg="add mod">
          <ac:chgData name="Maria Fernanda Valero Sanchez" userId="62dc2257-13d0-41b3-be9b-615cc5816b2a" providerId="ADAL" clId="{DAC2A9ED-690D-4E50-850D-4A7E30F4A169}" dt="2026-02-16T11:50:10.849" v="139"/>
          <ac:spMkLst>
            <pc:docMk/>
            <pc:sldMk cId="3545249004" sldId="361"/>
            <ac:spMk id="2" creationId="{308FB929-4EFA-0CC7-E073-8E67A828CF13}"/>
          </ac:spMkLst>
        </pc:spChg>
        <pc:spChg chg="del">
          <ac:chgData name="Maria Fernanda Valero Sanchez" userId="62dc2257-13d0-41b3-be9b-615cc5816b2a" providerId="ADAL" clId="{DAC2A9ED-690D-4E50-850D-4A7E30F4A169}" dt="2026-02-16T11:50:10.588" v="138" actId="478"/>
          <ac:spMkLst>
            <pc:docMk/>
            <pc:sldMk cId="3545249004" sldId="361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7:24.922" v="77" actId="478"/>
        <pc:sldMkLst>
          <pc:docMk/>
          <pc:sldMk cId="981683153" sldId="362"/>
        </pc:sldMkLst>
        <pc:spChg chg="add mod">
          <ac:chgData name="Maria Fernanda Valero Sanchez" userId="62dc2257-13d0-41b3-be9b-615cc5816b2a" providerId="ADAL" clId="{DAC2A9ED-690D-4E50-850D-4A7E30F4A169}" dt="2026-02-16T11:47:23.729" v="76"/>
          <ac:spMkLst>
            <pc:docMk/>
            <pc:sldMk cId="981683153" sldId="362"/>
            <ac:spMk id="2" creationId="{829BE095-1057-AB55-05ED-B3841AE44ADA}"/>
          </ac:spMkLst>
        </pc:spChg>
        <pc:spChg chg="del">
          <ac:chgData name="Maria Fernanda Valero Sanchez" userId="62dc2257-13d0-41b3-be9b-615cc5816b2a" providerId="ADAL" clId="{DAC2A9ED-690D-4E50-850D-4A7E30F4A169}" dt="2026-02-16T11:47:24.922" v="77" actId="478"/>
          <ac:spMkLst>
            <pc:docMk/>
            <pc:sldMk cId="981683153" sldId="362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7:43.036" v="85" actId="14100"/>
        <pc:sldMkLst>
          <pc:docMk/>
          <pc:sldMk cId="3343663827" sldId="373"/>
        </pc:sldMkLst>
        <pc:spChg chg="del">
          <ac:chgData name="Maria Fernanda Valero Sanchez" userId="62dc2257-13d0-41b3-be9b-615cc5816b2a" providerId="ADAL" clId="{DAC2A9ED-690D-4E50-850D-4A7E30F4A169}" dt="2026-02-16T11:47:33.860" v="80" actId="478"/>
          <ac:spMkLst>
            <pc:docMk/>
            <pc:sldMk cId="3343663827" sldId="373"/>
            <ac:spMk id="4" creationId="{00000000-0000-0000-0000-000000000000}"/>
          </ac:spMkLst>
        </pc:spChg>
        <pc:spChg chg="add mod">
          <ac:chgData name="Maria Fernanda Valero Sanchez" userId="62dc2257-13d0-41b3-be9b-615cc5816b2a" providerId="ADAL" clId="{DAC2A9ED-690D-4E50-850D-4A7E30F4A169}" dt="2026-02-16T11:47:34.179" v="81"/>
          <ac:spMkLst>
            <pc:docMk/>
            <pc:sldMk cId="3343663827" sldId="373"/>
            <ac:spMk id="7" creationId="{1DA8B6A3-4D61-EA61-5C8E-D4074F54984B}"/>
          </ac:spMkLst>
        </pc:spChg>
        <pc:graphicFrameChg chg="mod">
          <ac:chgData name="Maria Fernanda Valero Sanchez" userId="62dc2257-13d0-41b3-be9b-615cc5816b2a" providerId="ADAL" clId="{DAC2A9ED-690D-4E50-850D-4A7E30F4A169}" dt="2026-02-16T11:47:43.036" v="85" actId="14100"/>
          <ac:graphicFrameMkLst>
            <pc:docMk/>
            <pc:sldMk cId="3343663827" sldId="373"/>
            <ac:graphicFrameMk id="2" creationId="{B3FB8A9C-3D01-D93A-643E-7EB0A2DF3FC1}"/>
          </ac:graphicFrameMkLst>
        </pc:graphicFrameChg>
      </pc:sldChg>
      <pc:sldChg chg="addSp delSp modSp mod">
        <pc:chgData name="Maria Fernanda Valero Sanchez" userId="62dc2257-13d0-41b3-be9b-615cc5816b2a" providerId="ADAL" clId="{DAC2A9ED-690D-4E50-850D-4A7E30F4A169}" dt="2026-02-16T11:44:59.947" v="23" actId="478"/>
        <pc:sldMkLst>
          <pc:docMk/>
          <pc:sldMk cId="3494498315" sldId="382"/>
        </pc:sldMkLst>
        <pc:spChg chg="add mod">
          <ac:chgData name="Maria Fernanda Valero Sanchez" userId="62dc2257-13d0-41b3-be9b-615cc5816b2a" providerId="ADAL" clId="{DAC2A9ED-690D-4E50-850D-4A7E30F4A169}" dt="2026-02-16T11:44:58.886" v="22"/>
          <ac:spMkLst>
            <pc:docMk/>
            <pc:sldMk cId="3494498315" sldId="382"/>
            <ac:spMk id="2" creationId="{DD2EFF59-D879-98EC-BAEB-E154D6833E66}"/>
          </ac:spMkLst>
        </pc:spChg>
        <pc:spChg chg="del">
          <ac:chgData name="Maria Fernanda Valero Sanchez" userId="62dc2257-13d0-41b3-be9b-615cc5816b2a" providerId="ADAL" clId="{DAC2A9ED-690D-4E50-850D-4A7E30F4A169}" dt="2026-02-16T11:44:59.947" v="23" actId="478"/>
          <ac:spMkLst>
            <pc:docMk/>
            <pc:sldMk cId="3494498315" sldId="382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4:56.654" v="21" actId="478"/>
        <pc:sldMkLst>
          <pc:docMk/>
          <pc:sldMk cId="2047046905" sldId="383"/>
        </pc:sldMkLst>
        <pc:spChg chg="add mod">
          <ac:chgData name="Maria Fernanda Valero Sanchez" userId="62dc2257-13d0-41b3-be9b-615cc5816b2a" providerId="ADAL" clId="{DAC2A9ED-690D-4E50-850D-4A7E30F4A169}" dt="2026-02-16T11:44:55.494" v="20"/>
          <ac:spMkLst>
            <pc:docMk/>
            <pc:sldMk cId="2047046905" sldId="383"/>
            <ac:spMk id="2" creationId="{F3DF1665-F1B6-7341-6C5F-2E6A5BBBDC1B}"/>
          </ac:spMkLst>
        </pc:spChg>
        <pc:spChg chg="del">
          <ac:chgData name="Maria Fernanda Valero Sanchez" userId="62dc2257-13d0-41b3-be9b-615cc5816b2a" providerId="ADAL" clId="{DAC2A9ED-690D-4E50-850D-4A7E30F4A169}" dt="2026-02-16T11:44:56.654" v="21" actId="478"/>
          <ac:spMkLst>
            <pc:docMk/>
            <pc:sldMk cId="2047046905" sldId="383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50:14.375" v="141"/>
        <pc:sldMkLst>
          <pc:docMk/>
          <pc:sldMk cId="2518596361" sldId="384"/>
        </pc:sldMkLst>
        <pc:spChg chg="add mod">
          <ac:chgData name="Maria Fernanda Valero Sanchez" userId="62dc2257-13d0-41b3-be9b-615cc5816b2a" providerId="ADAL" clId="{DAC2A9ED-690D-4E50-850D-4A7E30F4A169}" dt="2026-02-16T11:50:14.375" v="141"/>
          <ac:spMkLst>
            <pc:docMk/>
            <pc:sldMk cId="2518596361" sldId="384"/>
            <ac:spMk id="2" creationId="{F8665161-1DD5-ECCC-B669-3053C8BBD314}"/>
          </ac:spMkLst>
        </pc:spChg>
        <pc:spChg chg="del">
          <ac:chgData name="Maria Fernanda Valero Sanchez" userId="62dc2257-13d0-41b3-be9b-615cc5816b2a" providerId="ADAL" clId="{DAC2A9ED-690D-4E50-850D-4A7E30F4A169}" dt="2026-02-16T11:50:14.054" v="140" actId="478"/>
          <ac:spMkLst>
            <pc:docMk/>
            <pc:sldMk cId="2518596361" sldId="384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9:52.649" v="134" actId="21"/>
        <pc:sldMkLst>
          <pc:docMk/>
          <pc:sldMk cId="619932567" sldId="390"/>
        </pc:sldMkLst>
        <pc:spChg chg="add mod">
          <ac:chgData name="Maria Fernanda Valero Sanchez" userId="62dc2257-13d0-41b3-be9b-615cc5816b2a" providerId="ADAL" clId="{DAC2A9ED-690D-4E50-850D-4A7E30F4A169}" dt="2026-02-16T11:49:46.496" v="131"/>
          <ac:spMkLst>
            <pc:docMk/>
            <pc:sldMk cId="619932567" sldId="390"/>
            <ac:spMk id="2" creationId="{01081563-3679-E8B2-5FA2-B0B5CE048C01}"/>
          </ac:spMkLst>
        </pc:spChg>
        <pc:spChg chg="del">
          <ac:chgData name="Maria Fernanda Valero Sanchez" userId="62dc2257-13d0-41b3-be9b-615cc5816b2a" providerId="ADAL" clId="{DAC2A9ED-690D-4E50-850D-4A7E30F4A169}" dt="2026-02-16T11:49:46.141" v="130" actId="478"/>
          <ac:spMkLst>
            <pc:docMk/>
            <pc:sldMk cId="619932567" sldId="390"/>
            <ac:spMk id="4" creationId="{00000000-0000-0000-0000-000000000000}"/>
          </ac:spMkLst>
        </pc:spChg>
        <pc:graphicFrameChg chg="add del mod">
          <ac:chgData name="Maria Fernanda Valero Sanchez" userId="62dc2257-13d0-41b3-be9b-615cc5816b2a" providerId="ADAL" clId="{DAC2A9ED-690D-4E50-850D-4A7E30F4A169}" dt="2026-02-16T11:49:52.649" v="134" actId="21"/>
          <ac:graphicFrameMkLst>
            <pc:docMk/>
            <pc:sldMk cId="619932567" sldId="390"/>
            <ac:graphicFrameMk id="8" creationId="{C72B0BA3-769F-3BDC-D8B0-D3329D64E57A}"/>
          </ac:graphicFrameMkLst>
        </pc:graphicFrameChg>
      </pc:sldChg>
      <pc:sldChg chg="addSp delSp modSp mod">
        <pc:chgData name="Maria Fernanda Valero Sanchez" userId="62dc2257-13d0-41b3-be9b-615cc5816b2a" providerId="ADAL" clId="{DAC2A9ED-690D-4E50-850D-4A7E30F4A169}" dt="2026-02-16T11:46:47.142" v="64" actId="14100"/>
        <pc:sldMkLst>
          <pc:docMk/>
          <pc:sldMk cId="2075114194" sldId="400"/>
        </pc:sldMkLst>
        <pc:spChg chg="add mod">
          <ac:chgData name="Maria Fernanda Valero Sanchez" userId="62dc2257-13d0-41b3-be9b-615cc5816b2a" providerId="ADAL" clId="{DAC2A9ED-690D-4E50-850D-4A7E30F4A169}" dt="2026-02-16T11:46:39.949" v="63"/>
          <ac:spMkLst>
            <pc:docMk/>
            <pc:sldMk cId="2075114194" sldId="400"/>
            <ac:spMk id="2" creationId="{8EEC422A-5365-0160-02DB-14374196D348}"/>
          </ac:spMkLst>
        </pc:spChg>
        <pc:spChg chg="del">
          <ac:chgData name="Maria Fernanda Valero Sanchez" userId="62dc2257-13d0-41b3-be9b-615cc5816b2a" providerId="ADAL" clId="{DAC2A9ED-690D-4E50-850D-4A7E30F4A169}" dt="2026-02-16T11:46:39.661" v="62" actId="478"/>
          <ac:spMkLst>
            <pc:docMk/>
            <pc:sldMk cId="2075114194" sldId="400"/>
            <ac:spMk id="4" creationId="{68B2EC21-5D5B-B298-7768-BAE11F94CEE7}"/>
          </ac:spMkLst>
        </pc:spChg>
        <pc:spChg chg="mod">
          <ac:chgData name="Maria Fernanda Valero Sanchez" userId="62dc2257-13d0-41b3-be9b-615cc5816b2a" providerId="ADAL" clId="{DAC2A9ED-690D-4E50-850D-4A7E30F4A169}" dt="2026-02-16T11:46:47.142" v="64" actId="14100"/>
          <ac:spMkLst>
            <pc:docMk/>
            <pc:sldMk cId="2075114194" sldId="400"/>
            <ac:spMk id="22" creationId="{69E60498-6281-28EA-6223-5D19DDA5471B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7:14.194" v="71"/>
        <pc:sldMkLst>
          <pc:docMk/>
          <pc:sldMk cId="906847333" sldId="402"/>
        </pc:sldMkLst>
        <pc:spChg chg="del">
          <ac:chgData name="Maria Fernanda Valero Sanchez" userId="62dc2257-13d0-41b3-be9b-615cc5816b2a" providerId="ADAL" clId="{DAC2A9ED-690D-4E50-850D-4A7E30F4A169}" dt="2026-02-16T11:47:13.873" v="70" actId="478"/>
          <ac:spMkLst>
            <pc:docMk/>
            <pc:sldMk cId="906847333" sldId="402"/>
            <ac:spMk id="4" creationId="{B800EE7B-46F0-A457-75CF-9195DDDA50E6}"/>
          </ac:spMkLst>
        </pc:spChg>
        <pc:spChg chg="add mod">
          <ac:chgData name="Maria Fernanda Valero Sanchez" userId="62dc2257-13d0-41b3-be9b-615cc5816b2a" providerId="ADAL" clId="{DAC2A9ED-690D-4E50-850D-4A7E30F4A169}" dt="2026-02-16T11:47:14.194" v="71"/>
          <ac:spMkLst>
            <pc:docMk/>
            <pc:sldMk cId="906847333" sldId="402"/>
            <ac:spMk id="7" creationId="{95C9183D-FBA5-E62E-F424-2E5A87DDF4DF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8:40.807" v="105" actId="478"/>
        <pc:sldMkLst>
          <pc:docMk/>
          <pc:sldMk cId="3290440337" sldId="577"/>
        </pc:sldMkLst>
        <pc:spChg chg="add mod">
          <ac:chgData name="Maria Fernanda Valero Sanchez" userId="62dc2257-13d0-41b3-be9b-615cc5816b2a" providerId="ADAL" clId="{DAC2A9ED-690D-4E50-850D-4A7E30F4A169}" dt="2026-02-16T11:48:35.282" v="103"/>
          <ac:spMkLst>
            <pc:docMk/>
            <pc:sldMk cId="3290440337" sldId="577"/>
            <ac:spMk id="2" creationId="{BB3EC5A4-6152-E0A6-0C26-DE08CC56D704}"/>
          </ac:spMkLst>
        </pc:spChg>
        <pc:spChg chg="del">
          <ac:chgData name="Maria Fernanda Valero Sanchez" userId="62dc2257-13d0-41b3-be9b-615cc5816b2a" providerId="ADAL" clId="{DAC2A9ED-690D-4E50-850D-4A7E30F4A169}" dt="2026-02-16T11:48:40.807" v="105" actId="478"/>
          <ac:spMkLst>
            <pc:docMk/>
            <pc:sldMk cId="3290440337" sldId="577"/>
            <ac:spMk id="4" creationId="{00000000-0000-0000-0000-000000000000}"/>
          </ac:spMkLst>
        </pc:spChg>
        <pc:graphicFrameChg chg="modGraphic">
          <ac:chgData name="Maria Fernanda Valero Sanchez" userId="62dc2257-13d0-41b3-be9b-615cc5816b2a" providerId="ADAL" clId="{DAC2A9ED-690D-4E50-850D-4A7E30F4A169}" dt="2026-02-16T11:48:38.741" v="104" actId="14100"/>
          <ac:graphicFrameMkLst>
            <pc:docMk/>
            <pc:sldMk cId="3290440337" sldId="577"/>
            <ac:graphicFrameMk id="14" creationId="{87E8172E-09AE-DC8D-7483-9D32CBB8CF5A}"/>
          </ac:graphicFrameMkLst>
        </pc:graphicFrameChg>
      </pc:sldChg>
      <pc:sldChg chg="addSp delSp modSp mod">
        <pc:chgData name="Maria Fernanda Valero Sanchez" userId="62dc2257-13d0-41b3-be9b-615cc5816b2a" providerId="ADAL" clId="{DAC2A9ED-690D-4E50-850D-4A7E30F4A169}" dt="2026-02-16T11:47:21.662" v="75" actId="478"/>
        <pc:sldMkLst>
          <pc:docMk/>
          <pc:sldMk cId="3457005066" sldId="584"/>
        </pc:sldMkLst>
        <pc:spChg chg="add mod">
          <ac:chgData name="Maria Fernanda Valero Sanchez" userId="62dc2257-13d0-41b3-be9b-615cc5816b2a" providerId="ADAL" clId="{DAC2A9ED-690D-4E50-850D-4A7E30F4A169}" dt="2026-02-16T11:47:20.373" v="74"/>
          <ac:spMkLst>
            <pc:docMk/>
            <pc:sldMk cId="3457005066" sldId="584"/>
            <ac:spMk id="2" creationId="{A3631F80-E675-0178-FA09-3404B5B17F44}"/>
          </ac:spMkLst>
        </pc:spChg>
        <pc:spChg chg="del">
          <ac:chgData name="Maria Fernanda Valero Sanchez" userId="62dc2257-13d0-41b3-be9b-615cc5816b2a" providerId="ADAL" clId="{DAC2A9ED-690D-4E50-850D-4A7E30F4A169}" dt="2026-02-16T11:47:21.662" v="75" actId="478"/>
          <ac:spMkLst>
            <pc:docMk/>
            <pc:sldMk cId="3457005066" sldId="584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8:01.123" v="93"/>
        <pc:sldMkLst>
          <pc:docMk/>
          <pc:sldMk cId="2232126642" sldId="586"/>
        </pc:sldMkLst>
        <pc:spChg chg="add mod">
          <ac:chgData name="Maria Fernanda Valero Sanchez" userId="62dc2257-13d0-41b3-be9b-615cc5816b2a" providerId="ADAL" clId="{DAC2A9ED-690D-4E50-850D-4A7E30F4A169}" dt="2026-02-16T11:48:01.123" v="93"/>
          <ac:spMkLst>
            <pc:docMk/>
            <pc:sldMk cId="2232126642" sldId="586"/>
            <ac:spMk id="2" creationId="{0130B8D2-3C15-26D4-B06B-C5965F585FE2}"/>
          </ac:spMkLst>
        </pc:spChg>
        <pc:spChg chg="del">
          <ac:chgData name="Maria Fernanda Valero Sanchez" userId="62dc2257-13d0-41b3-be9b-615cc5816b2a" providerId="ADAL" clId="{DAC2A9ED-690D-4E50-850D-4A7E30F4A169}" dt="2026-02-16T11:48:00.721" v="92" actId="478"/>
          <ac:spMkLst>
            <pc:docMk/>
            <pc:sldMk cId="2232126642" sldId="586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8:27.280" v="100" actId="478"/>
        <pc:sldMkLst>
          <pc:docMk/>
          <pc:sldMk cId="640583795" sldId="587"/>
        </pc:sldMkLst>
        <pc:spChg chg="add mod">
          <ac:chgData name="Maria Fernanda Valero Sanchez" userId="62dc2257-13d0-41b3-be9b-615cc5816b2a" providerId="ADAL" clId="{DAC2A9ED-690D-4E50-850D-4A7E30F4A169}" dt="2026-02-16T11:48:19.051" v="98"/>
          <ac:spMkLst>
            <pc:docMk/>
            <pc:sldMk cId="640583795" sldId="587"/>
            <ac:spMk id="2" creationId="{70E2E668-BE33-9B18-E514-F6FD2CE4FDAC}"/>
          </ac:spMkLst>
        </pc:spChg>
        <pc:spChg chg="del">
          <ac:chgData name="Maria Fernanda Valero Sanchez" userId="62dc2257-13d0-41b3-be9b-615cc5816b2a" providerId="ADAL" clId="{DAC2A9ED-690D-4E50-850D-4A7E30F4A169}" dt="2026-02-16T11:48:27.280" v="100" actId="478"/>
          <ac:spMkLst>
            <pc:docMk/>
            <pc:sldMk cId="640583795" sldId="587"/>
            <ac:spMk id="4" creationId="{00000000-0000-0000-0000-000000000000}"/>
          </ac:spMkLst>
        </pc:spChg>
        <pc:graphicFrameChg chg="modGraphic">
          <ac:chgData name="Maria Fernanda Valero Sanchez" userId="62dc2257-13d0-41b3-be9b-615cc5816b2a" providerId="ADAL" clId="{DAC2A9ED-690D-4E50-850D-4A7E30F4A169}" dt="2026-02-16T11:48:24.302" v="99" actId="14100"/>
          <ac:graphicFrameMkLst>
            <pc:docMk/>
            <pc:sldMk cId="640583795" sldId="587"/>
            <ac:graphicFrameMk id="17" creationId="{00000000-0000-0000-0000-000000000000}"/>
          </ac:graphicFrameMkLst>
        </pc:graphicFrameChg>
      </pc:sldChg>
      <pc:sldChg chg="addSp delSp modSp mod">
        <pc:chgData name="Maria Fernanda Valero Sanchez" userId="62dc2257-13d0-41b3-be9b-615cc5816b2a" providerId="ADAL" clId="{DAC2A9ED-690D-4E50-850D-4A7E30F4A169}" dt="2026-02-16T11:48:32.360" v="102" actId="478"/>
        <pc:sldMkLst>
          <pc:docMk/>
          <pc:sldMk cId="3697490416" sldId="588"/>
        </pc:sldMkLst>
        <pc:spChg chg="add mod">
          <ac:chgData name="Maria Fernanda Valero Sanchez" userId="62dc2257-13d0-41b3-be9b-615cc5816b2a" providerId="ADAL" clId="{DAC2A9ED-690D-4E50-850D-4A7E30F4A169}" dt="2026-02-16T11:48:30.790" v="101"/>
          <ac:spMkLst>
            <pc:docMk/>
            <pc:sldMk cId="3697490416" sldId="588"/>
            <ac:spMk id="2" creationId="{DF45FB7D-3D3F-4471-C1D9-2428F5595741}"/>
          </ac:spMkLst>
        </pc:spChg>
        <pc:spChg chg="del">
          <ac:chgData name="Maria Fernanda Valero Sanchez" userId="62dc2257-13d0-41b3-be9b-615cc5816b2a" providerId="ADAL" clId="{DAC2A9ED-690D-4E50-850D-4A7E30F4A169}" dt="2026-02-16T11:48:32.360" v="102" actId="478"/>
          <ac:spMkLst>
            <pc:docMk/>
            <pc:sldMk cId="3697490416" sldId="588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3:25.137" v="1" actId="478"/>
        <pc:sldMkLst>
          <pc:docMk/>
          <pc:sldMk cId="2975931007" sldId="591"/>
        </pc:sldMkLst>
        <pc:spChg chg="add mod">
          <ac:chgData name="Maria Fernanda Valero Sanchez" userId="62dc2257-13d0-41b3-be9b-615cc5816b2a" providerId="ADAL" clId="{DAC2A9ED-690D-4E50-850D-4A7E30F4A169}" dt="2026-02-16T11:43:22.937" v="0"/>
          <ac:spMkLst>
            <pc:docMk/>
            <pc:sldMk cId="2975931007" sldId="591"/>
            <ac:spMk id="2" creationId="{EEE7747A-9C20-23E6-1B91-69C68C24AE5A}"/>
          </ac:spMkLst>
        </pc:spChg>
        <pc:spChg chg="del">
          <ac:chgData name="Maria Fernanda Valero Sanchez" userId="62dc2257-13d0-41b3-be9b-615cc5816b2a" providerId="ADAL" clId="{DAC2A9ED-690D-4E50-850D-4A7E30F4A169}" dt="2026-02-16T11:43:25.137" v="1" actId="478"/>
          <ac:spMkLst>
            <pc:docMk/>
            <pc:sldMk cId="2975931007" sldId="591"/>
            <ac:spMk id="4" creationId="{00000000-0000-0000-0000-000000000000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5:02.985" v="25" actId="478"/>
        <pc:sldMkLst>
          <pc:docMk/>
          <pc:sldMk cId="3743208768" sldId="608"/>
        </pc:sldMkLst>
        <pc:spChg chg="del">
          <ac:chgData name="Maria Fernanda Valero Sanchez" userId="62dc2257-13d0-41b3-be9b-615cc5816b2a" providerId="ADAL" clId="{DAC2A9ED-690D-4E50-850D-4A7E30F4A169}" dt="2026-02-16T11:45:02.985" v="25" actId="478"/>
          <ac:spMkLst>
            <pc:docMk/>
            <pc:sldMk cId="3743208768" sldId="608"/>
            <ac:spMk id="4" creationId="{EE67D36D-CB86-EBAC-DFE8-F4C4CD6B5604}"/>
          </ac:spMkLst>
        </pc:spChg>
        <pc:spChg chg="add mod">
          <ac:chgData name="Maria Fernanda Valero Sanchez" userId="62dc2257-13d0-41b3-be9b-615cc5816b2a" providerId="ADAL" clId="{DAC2A9ED-690D-4E50-850D-4A7E30F4A169}" dt="2026-02-16T11:45:01.789" v="24"/>
          <ac:spMkLst>
            <pc:docMk/>
            <pc:sldMk cId="3743208768" sldId="608"/>
            <ac:spMk id="24" creationId="{61335E68-DFCB-9B96-B438-D7D2CC565FE3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5:45.500" v="39" actId="478"/>
        <pc:sldMkLst>
          <pc:docMk/>
          <pc:sldMk cId="411073675" sldId="611"/>
        </pc:sldMkLst>
        <pc:spChg chg="add mod">
          <ac:chgData name="Maria Fernanda Valero Sanchez" userId="62dc2257-13d0-41b3-be9b-615cc5816b2a" providerId="ADAL" clId="{DAC2A9ED-690D-4E50-850D-4A7E30F4A169}" dt="2026-02-16T11:45:44.326" v="38"/>
          <ac:spMkLst>
            <pc:docMk/>
            <pc:sldMk cId="411073675" sldId="611"/>
            <ac:spMk id="2" creationId="{684EA3FB-BDBA-CF14-0231-B0D657B15EEC}"/>
          </ac:spMkLst>
        </pc:spChg>
        <pc:spChg chg="del">
          <ac:chgData name="Maria Fernanda Valero Sanchez" userId="62dc2257-13d0-41b3-be9b-615cc5816b2a" providerId="ADAL" clId="{DAC2A9ED-690D-4E50-850D-4A7E30F4A169}" dt="2026-02-16T11:45:45.500" v="39" actId="478"/>
          <ac:spMkLst>
            <pc:docMk/>
            <pc:sldMk cId="411073675" sldId="611"/>
            <ac:spMk id="4" creationId="{DD416834-5306-418E-D9F4-C774AC7BA966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5:48.942" v="41" actId="478"/>
        <pc:sldMkLst>
          <pc:docMk/>
          <pc:sldMk cId="598593583" sldId="612"/>
        </pc:sldMkLst>
        <pc:spChg chg="add mod">
          <ac:chgData name="Maria Fernanda Valero Sanchez" userId="62dc2257-13d0-41b3-be9b-615cc5816b2a" providerId="ADAL" clId="{DAC2A9ED-690D-4E50-850D-4A7E30F4A169}" dt="2026-02-16T11:45:47.882" v="40"/>
          <ac:spMkLst>
            <pc:docMk/>
            <pc:sldMk cId="598593583" sldId="612"/>
            <ac:spMk id="2" creationId="{5D204398-E2EA-46E0-4992-C83D9B266D8E}"/>
          </ac:spMkLst>
        </pc:spChg>
        <pc:spChg chg="del">
          <ac:chgData name="Maria Fernanda Valero Sanchez" userId="62dc2257-13d0-41b3-be9b-615cc5816b2a" providerId="ADAL" clId="{DAC2A9ED-690D-4E50-850D-4A7E30F4A169}" dt="2026-02-16T11:45:48.942" v="41" actId="478"/>
          <ac:spMkLst>
            <pc:docMk/>
            <pc:sldMk cId="598593583" sldId="612"/>
            <ac:spMk id="4" creationId="{8C06747F-95E4-9A36-AED3-A691B9BCA9CB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7:54.269" v="89"/>
        <pc:sldMkLst>
          <pc:docMk/>
          <pc:sldMk cId="164785171" sldId="614"/>
        </pc:sldMkLst>
        <pc:spChg chg="add mod">
          <ac:chgData name="Maria Fernanda Valero Sanchez" userId="62dc2257-13d0-41b3-be9b-615cc5816b2a" providerId="ADAL" clId="{DAC2A9ED-690D-4E50-850D-4A7E30F4A169}" dt="2026-02-16T11:47:54.269" v="89"/>
          <ac:spMkLst>
            <pc:docMk/>
            <pc:sldMk cId="164785171" sldId="614"/>
            <ac:spMk id="2" creationId="{B2736F86-4F18-2375-4046-9D0C908D49B2}"/>
          </ac:spMkLst>
        </pc:spChg>
        <pc:spChg chg="del">
          <ac:chgData name="Maria Fernanda Valero Sanchez" userId="62dc2257-13d0-41b3-be9b-615cc5816b2a" providerId="ADAL" clId="{DAC2A9ED-690D-4E50-850D-4A7E30F4A169}" dt="2026-02-16T11:47:53.963" v="88" actId="478"/>
          <ac:spMkLst>
            <pc:docMk/>
            <pc:sldMk cId="164785171" sldId="614"/>
            <ac:spMk id="4" creationId="{57FDFA7F-75EB-CC58-1A4F-3A97A3E215F3}"/>
          </ac:spMkLst>
        </pc:spChg>
      </pc:sldChg>
      <pc:sldChg chg="addSp delSp modSp mod">
        <pc:chgData name="Maria Fernanda Valero Sanchez" userId="62dc2257-13d0-41b3-be9b-615cc5816b2a" providerId="ADAL" clId="{DAC2A9ED-690D-4E50-850D-4A7E30F4A169}" dt="2026-02-16T11:48:50.828" v="110" actId="14100"/>
        <pc:sldMkLst>
          <pc:docMk/>
          <pc:sldMk cId="2996883890" sldId="615"/>
        </pc:sldMkLst>
        <pc:spChg chg="add mod">
          <ac:chgData name="Maria Fernanda Valero Sanchez" userId="62dc2257-13d0-41b3-be9b-615cc5816b2a" providerId="ADAL" clId="{DAC2A9ED-690D-4E50-850D-4A7E30F4A169}" dt="2026-02-16T11:48:47.099" v="108"/>
          <ac:spMkLst>
            <pc:docMk/>
            <pc:sldMk cId="2996883890" sldId="615"/>
            <ac:spMk id="2" creationId="{8693DC31-6A45-AE59-E491-5AC63A7D0ED2}"/>
          </ac:spMkLst>
        </pc:spChg>
        <pc:spChg chg="del">
          <ac:chgData name="Maria Fernanda Valero Sanchez" userId="62dc2257-13d0-41b3-be9b-615cc5816b2a" providerId="ADAL" clId="{DAC2A9ED-690D-4E50-850D-4A7E30F4A169}" dt="2026-02-16T11:48:46.815" v="107" actId="478"/>
          <ac:spMkLst>
            <pc:docMk/>
            <pc:sldMk cId="2996883890" sldId="615"/>
            <ac:spMk id="4" creationId="{92E2AE79-4D5E-F9B4-3B00-0CB1F68A31FC}"/>
          </ac:spMkLst>
        </pc:spChg>
        <pc:graphicFrameChg chg="modGraphic">
          <ac:chgData name="Maria Fernanda Valero Sanchez" userId="62dc2257-13d0-41b3-be9b-615cc5816b2a" providerId="ADAL" clId="{DAC2A9ED-690D-4E50-850D-4A7E30F4A169}" dt="2026-02-16T11:48:50.828" v="110" actId="14100"/>
          <ac:graphicFrameMkLst>
            <pc:docMk/>
            <pc:sldMk cId="2996883890" sldId="615"/>
            <ac:graphicFrameMk id="14" creationId="{E657069C-D08A-EC69-FB33-C208EC338477}"/>
          </ac:graphicFrameMkLst>
        </pc:graphicFrameChg>
      </pc:sldChg>
      <pc:sldChg chg="addSp delSp modSp mod">
        <pc:chgData name="Maria Fernanda Valero Sanchez" userId="62dc2257-13d0-41b3-be9b-615cc5816b2a" providerId="ADAL" clId="{DAC2A9ED-690D-4E50-850D-4A7E30F4A169}" dt="2026-02-16T11:49:00.291" v="114" actId="14100"/>
        <pc:sldMkLst>
          <pc:docMk/>
          <pc:sldMk cId="2211213863" sldId="616"/>
        </pc:sldMkLst>
        <pc:spChg chg="del">
          <ac:chgData name="Maria Fernanda Valero Sanchez" userId="62dc2257-13d0-41b3-be9b-615cc5816b2a" providerId="ADAL" clId="{DAC2A9ED-690D-4E50-850D-4A7E30F4A169}" dt="2026-02-16T11:48:57.753" v="112" actId="478"/>
          <ac:spMkLst>
            <pc:docMk/>
            <pc:sldMk cId="2211213863" sldId="616"/>
            <ac:spMk id="4" creationId="{45E03F7C-BB78-D1A5-7096-E80BDB914C78}"/>
          </ac:spMkLst>
        </pc:spChg>
        <pc:spChg chg="add mod">
          <ac:chgData name="Maria Fernanda Valero Sanchez" userId="62dc2257-13d0-41b3-be9b-615cc5816b2a" providerId="ADAL" clId="{DAC2A9ED-690D-4E50-850D-4A7E30F4A169}" dt="2026-02-16T11:48:58.042" v="113"/>
          <ac:spMkLst>
            <pc:docMk/>
            <pc:sldMk cId="2211213863" sldId="616"/>
            <ac:spMk id="22" creationId="{C78C0FC6-A9E2-4B77-F5C8-DFC667E399B3}"/>
          </ac:spMkLst>
        </pc:spChg>
        <pc:graphicFrameChg chg="modGraphic">
          <ac:chgData name="Maria Fernanda Valero Sanchez" userId="62dc2257-13d0-41b3-be9b-615cc5816b2a" providerId="ADAL" clId="{DAC2A9ED-690D-4E50-850D-4A7E30F4A169}" dt="2026-02-16T11:49:00.291" v="114" actId="14100"/>
          <ac:graphicFrameMkLst>
            <pc:docMk/>
            <pc:sldMk cId="2211213863" sldId="616"/>
            <ac:graphicFrameMk id="14" creationId="{B3911330-6061-23E6-90AC-47A058D2E0F5}"/>
          </ac:graphicFrameMkLst>
        </pc:graphicFrameChg>
      </pc:sldChg>
      <pc:sldChg chg="addSp delSp modSp mod">
        <pc:chgData name="Maria Fernanda Valero Sanchez" userId="62dc2257-13d0-41b3-be9b-615cc5816b2a" providerId="ADAL" clId="{DAC2A9ED-690D-4E50-850D-4A7E30F4A169}" dt="2026-02-16T11:49:07.102" v="117"/>
        <pc:sldMkLst>
          <pc:docMk/>
          <pc:sldMk cId="1616214177" sldId="617"/>
        </pc:sldMkLst>
        <pc:spChg chg="del">
          <ac:chgData name="Maria Fernanda Valero Sanchez" userId="62dc2257-13d0-41b3-be9b-615cc5816b2a" providerId="ADAL" clId="{DAC2A9ED-690D-4E50-850D-4A7E30F4A169}" dt="2026-02-16T11:49:06.816" v="116" actId="478"/>
          <ac:spMkLst>
            <pc:docMk/>
            <pc:sldMk cId="1616214177" sldId="617"/>
            <ac:spMk id="4" creationId="{AC2C35F4-9BDF-589E-3C49-EC9582F7055D}"/>
          </ac:spMkLst>
        </pc:spChg>
        <pc:spChg chg="add mod">
          <ac:chgData name="Maria Fernanda Valero Sanchez" userId="62dc2257-13d0-41b3-be9b-615cc5816b2a" providerId="ADAL" clId="{DAC2A9ED-690D-4E50-850D-4A7E30F4A169}" dt="2026-02-16T11:49:07.102" v="117"/>
          <ac:spMkLst>
            <pc:docMk/>
            <pc:sldMk cId="1616214177" sldId="617"/>
            <ac:spMk id="27" creationId="{B058F3B1-5EB8-D7E4-66E1-468E221D8939}"/>
          </ac:spMkLst>
        </pc:spChg>
        <pc:graphicFrameChg chg="modGraphic">
          <ac:chgData name="Maria Fernanda Valero Sanchez" userId="62dc2257-13d0-41b3-be9b-615cc5816b2a" providerId="ADAL" clId="{DAC2A9ED-690D-4E50-850D-4A7E30F4A169}" dt="2026-02-16T11:49:04.581" v="115" actId="14100"/>
          <ac:graphicFrameMkLst>
            <pc:docMk/>
            <pc:sldMk cId="1616214177" sldId="617"/>
            <ac:graphicFrameMk id="14" creationId="{208686F9-7BDE-852D-EA99-7821704FA859}"/>
          </ac:graphicFrameMkLst>
        </pc:graphicFrameChg>
      </pc:sldChg>
      <pc:sldChg chg="addSp delSp modSp mod">
        <pc:chgData name="Maria Fernanda Valero Sanchez" userId="62dc2257-13d0-41b3-be9b-615cc5816b2a" providerId="ADAL" clId="{DAC2A9ED-690D-4E50-850D-4A7E30F4A169}" dt="2026-02-16T11:49:15.615" v="120" actId="478"/>
        <pc:sldMkLst>
          <pc:docMk/>
          <pc:sldMk cId="4251910832" sldId="618"/>
        </pc:sldMkLst>
        <pc:spChg chg="del">
          <ac:chgData name="Maria Fernanda Valero Sanchez" userId="62dc2257-13d0-41b3-be9b-615cc5816b2a" providerId="ADAL" clId="{DAC2A9ED-690D-4E50-850D-4A7E30F4A169}" dt="2026-02-16T11:49:15.615" v="120" actId="478"/>
          <ac:spMkLst>
            <pc:docMk/>
            <pc:sldMk cId="4251910832" sldId="618"/>
            <ac:spMk id="4" creationId="{47521F31-06F7-2F5E-870B-E4C7B47D549A}"/>
          </ac:spMkLst>
        </pc:spChg>
        <pc:spChg chg="add mod">
          <ac:chgData name="Maria Fernanda Valero Sanchez" userId="62dc2257-13d0-41b3-be9b-615cc5816b2a" providerId="ADAL" clId="{DAC2A9ED-690D-4E50-850D-4A7E30F4A169}" dt="2026-02-16T11:49:13.778" v="119"/>
          <ac:spMkLst>
            <pc:docMk/>
            <pc:sldMk cId="4251910832" sldId="618"/>
            <ac:spMk id="38" creationId="{3556F7EC-E43B-AAE2-63AB-0E69859BAAF2}"/>
          </ac:spMkLst>
        </pc:spChg>
        <pc:graphicFrameChg chg="modGraphic">
          <ac:chgData name="Maria Fernanda Valero Sanchez" userId="62dc2257-13d0-41b3-be9b-615cc5816b2a" providerId="ADAL" clId="{DAC2A9ED-690D-4E50-850D-4A7E30F4A169}" dt="2026-02-16T11:49:13.002" v="118" actId="14100"/>
          <ac:graphicFrameMkLst>
            <pc:docMk/>
            <pc:sldMk cId="4251910832" sldId="618"/>
            <ac:graphicFrameMk id="14" creationId="{0960FFA1-5023-2700-25AD-6D7AA379C3DA}"/>
          </ac:graphicFrameMkLst>
        </pc:graphicFrameChg>
      </pc:sldChg>
    </pc:docChg>
  </pc:docChgLst>
  <pc:docChgLst>
    <pc:chgData name="Pedro Ruiz Vasquez" userId="b9ac515f-a907-4e47-a2f2-146fecab7773" providerId="ADAL" clId="{56A0C440-5C1A-4EB2-911C-33352D869E1C}"/>
    <pc:docChg chg="delSld modSld">
      <pc:chgData name="Pedro Ruiz Vasquez" userId="b9ac515f-a907-4e47-a2f2-146fecab7773" providerId="ADAL" clId="{56A0C440-5C1A-4EB2-911C-33352D869E1C}" dt="2026-02-16T23:15:17.477" v="9" actId="47"/>
      <pc:docMkLst>
        <pc:docMk/>
      </pc:docMkLst>
      <pc:sldChg chg="modSp mod">
        <pc:chgData name="Pedro Ruiz Vasquez" userId="b9ac515f-a907-4e47-a2f2-146fecab7773" providerId="ADAL" clId="{56A0C440-5C1A-4EB2-911C-33352D869E1C}" dt="2026-02-16T23:15:08.484" v="0" actId="20577"/>
        <pc:sldMkLst>
          <pc:docMk/>
          <pc:sldMk cId="3823078302" sldId="297"/>
        </pc:sldMkLst>
        <pc:spChg chg="mod">
          <ac:chgData name="Pedro Ruiz Vasquez" userId="b9ac515f-a907-4e47-a2f2-146fecab7773" providerId="ADAL" clId="{56A0C440-5C1A-4EB2-911C-33352D869E1C}" dt="2026-02-16T23:15:08.484" v="0" actId="20577"/>
          <ac:spMkLst>
            <pc:docMk/>
            <pc:sldMk cId="3823078302" sldId="297"/>
            <ac:spMk id="3" creationId="{00000000-0000-0000-0000-000000000000}"/>
          </ac:spMkLst>
        </pc:spChg>
      </pc:sldChg>
      <pc:sldChg chg="del">
        <pc:chgData name="Pedro Ruiz Vasquez" userId="b9ac515f-a907-4e47-a2f2-146fecab7773" providerId="ADAL" clId="{56A0C440-5C1A-4EB2-911C-33352D869E1C}" dt="2026-02-16T23:15:16.484" v="8" actId="47"/>
        <pc:sldMkLst>
          <pc:docMk/>
          <pc:sldMk cId="389486413" sldId="299"/>
        </pc:sldMkLst>
      </pc:sldChg>
      <pc:sldChg chg="del">
        <pc:chgData name="Pedro Ruiz Vasquez" userId="b9ac515f-a907-4e47-a2f2-146fecab7773" providerId="ADAL" clId="{56A0C440-5C1A-4EB2-911C-33352D869E1C}" dt="2026-02-16T23:15:17.477" v="9" actId="47"/>
        <pc:sldMkLst>
          <pc:docMk/>
          <pc:sldMk cId="3019604772" sldId="300"/>
        </pc:sldMkLst>
      </pc:sldChg>
      <pc:sldChg chg="del">
        <pc:chgData name="Pedro Ruiz Vasquez" userId="b9ac515f-a907-4e47-a2f2-146fecab7773" providerId="ADAL" clId="{56A0C440-5C1A-4EB2-911C-33352D869E1C}" dt="2026-02-16T23:15:12.469" v="3" actId="47"/>
        <pc:sldMkLst>
          <pc:docMk/>
          <pc:sldMk cId="3290440337" sldId="577"/>
        </pc:sldMkLst>
      </pc:sldChg>
      <pc:sldChg chg="del">
        <pc:chgData name="Pedro Ruiz Vasquez" userId="b9ac515f-a907-4e47-a2f2-146fecab7773" providerId="ADAL" clId="{56A0C440-5C1A-4EB2-911C-33352D869E1C}" dt="2026-02-16T23:15:11.168" v="1" actId="47"/>
        <pc:sldMkLst>
          <pc:docMk/>
          <pc:sldMk cId="640583795" sldId="587"/>
        </pc:sldMkLst>
      </pc:sldChg>
      <pc:sldChg chg="del">
        <pc:chgData name="Pedro Ruiz Vasquez" userId="b9ac515f-a907-4e47-a2f2-146fecab7773" providerId="ADAL" clId="{56A0C440-5C1A-4EB2-911C-33352D869E1C}" dt="2026-02-16T23:15:11.872" v="2" actId="47"/>
        <pc:sldMkLst>
          <pc:docMk/>
          <pc:sldMk cId="3697490416" sldId="588"/>
        </pc:sldMkLst>
      </pc:sldChg>
      <pc:sldChg chg="del">
        <pc:chgData name="Pedro Ruiz Vasquez" userId="b9ac515f-a907-4e47-a2f2-146fecab7773" providerId="ADAL" clId="{56A0C440-5C1A-4EB2-911C-33352D869E1C}" dt="2026-02-16T23:15:13.003" v="4" actId="47"/>
        <pc:sldMkLst>
          <pc:docMk/>
          <pc:sldMk cId="2996883890" sldId="615"/>
        </pc:sldMkLst>
      </pc:sldChg>
      <pc:sldChg chg="del">
        <pc:chgData name="Pedro Ruiz Vasquez" userId="b9ac515f-a907-4e47-a2f2-146fecab7773" providerId="ADAL" clId="{56A0C440-5C1A-4EB2-911C-33352D869E1C}" dt="2026-02-16T23:15:13.597" v="5" actId="47"/>
        <pc:sldMkLst>
          <pc:docMk/>
          <pc:sldMk cId="2211213863" sldId="616"/>
        </pc:sldMkLst>
      </pc:sldChg>
      <pc:sldChg chg="del">
        <pc:chgData name="Pedro Ruiz Vasquez" userId="b9ac515f-a907-4e47-a2f2-146fecab7773" providerId="ADAL" clId="{56A0C440-5C1A-4EB2-911C-33352D869E1C}" dt="2026-02-16T23:15:14.202" v="6" actId="47"/>
        <pc:sldMkLst>
          <pc:docMk/>
          <pc:sldMk cId="1616214177" sldId="617"/>
        </pc:sldMkLst>
      </pc:sldChg>
      <pc:sldChg chg="del">
        <pc:chgData name="Pedro Ruiz Vasquez" userId="b9ac515f-a907-4e47-a2f2-146fecab7773" providerId="ADAL" clId="{56A0C440-5C1A-4EB2-911C-33352D869E1C}" dt="2026-02-16T23:15:15.141" v="7" actId="47"/>
        <pc:sldMkLst>
          <pc:docMk/>
          <pc:sldMk cId="4251910832" sldId="618"/>
        </pc:sldMkLst>
      </pc:sldChg>
    </pc:docChg>
  </pc:docChgLst>
  <pc:docChgLst>
    <pc:chgData name="Maria Fernanda Valero Sanchez" userId="S::mf.valero10@uniandes.edu.co::62dc2257-13d0-41b3-be9b-615cc5816b2a" providerId="AD" clId="Web-{A4DFB286-DFFF-F6DC-1CFD-59A8999A6BFC}"/>
    <pc:docChg chg="modSld">
      <pc:chgData name="Maria Fernanda Valero Sanchez" userId="S::mf.valero10@uniandes.edu.co::62dc2257-13d0-41b3-be9b-615cc5816b2a" providerId="AD" clId="Web-{A4DFB286-DFFF-F6DC-1CFD-59A8999A6BFC}" dt="2026-02-16T11:40:47.359" v="18"/>
      <pc:docMkLst>
        <pc:docMk/>
      </pc:docMkLst>
      <pc:sldChg chg="modSp">
        <pc:chgData name="Maria Fernanda Valero Sanchez" userId="S::mf.valero10@uniandes.edu.co::62dc2257-13d0-41b3-be9b-615cc5816b2a" providerId="AD" clId="Web-{A4DFB286-DFFF-F6DC-1CFD-59A8999A6BFC}" dt="2026-02-16T11:35:01.838" v="4" actId="20577"/>
        <pc:sldMkLst>
          <pc:docMk/>
          <pc:sldMk cId="2455850582" sldId="267"/>
        </pc:sldMkLst>
        <pc:spChg chg="mod">
          <ac:chgData name="Maria Fernanda Valero Sanchez" userId="S::mf.valero10@uniandes.edu.co::62dc2257-13d0-41b3-be9b-615cc5816b2a" providerId="AD" clId="Web-{A4DFB286-DFFF-F6DC-1CFD-59A8999A6BFC}" dt="2026-02-16T11:35:01.838" v="4" actId="20577"/>
          <ac:spMkLst>
            <pc:docMk/>
            <pc:sldMk cId="2455850582" sldId="267"/>
            <ac:spMk id="3" creationId="{00000000-0000-0000-0000-000000000000}"/>
          </ac:spMkLst>
        </pc:spChg>
      </pc:sldChg>
      <pc:sldChg chg="modSp">
        <pc:chgData name="Maria Fernanda Valero Sanchez" userId="S::mf.valero10@uniandes.edu.co::62dc2257-13d0-41b3-be9b-615cc5816b2a" providerId="AD" clId="Web-{A4DFB286-DFFF-F6DC-1CFD-59A8999A6BFC}" dt="2026-02-16T11:34:57.572" v="3" actId="20577"/>
        <pc:sldMkLst>
          <pc:docMk/>
          <pc:sldMk cId="3494498315" sldId="382"/>
        </pc:sldMkLst>
        <pc:spChg chg="mod">
          <ac:chgData name="Maria Fernanda Valero Sanchez" userId="S::mf.valero10@uniandes.edu.co::62dc2257-13d0-41b3-be9b-615cc5816b2a" providerId="AD" clId="Web-{A4DFB286-DFFF-F6DC-1CFD-59A8999A6BFC}" dt="2026-02-16T11:34:57.572" v="3" actId="20577"/>
          <ac:spMkLst>
            <pc:docMk/>
            <pc:sldMk cId="3494498315" sldId="382"/>
            <ac:spMk id="3" creationId="{00000000-0000-0000-0000-000000000000}"/>
          </ac:spMkLst>
        </pc:spChg>
      </pc:sldChg>
      <pc:sldChg chg="modSp">
        <pc:chgData name="Maria Fernanda Valero Sanchez" userId="S::mf.valero10@uniandes.edu.co::62dc2257-13d0-41b3-be9b-615cc5816b2a" providerId="AD" clId="Web-{A4DFB286-DFFF-F6DC-1CFD-59A8999A6BFC}" dt="2026-02-16T11:38:43.857" v="5" actId="1076"/>
        <pc:sldMkLst>
          <pc:docMk/>
          <pc:sldMk cId="906847333" sldId="402"/>
        </pc:sldMkLst>
        <pc:spChg chg="mod">
          <ac:chgData name="Maria Fernanda Valero Sanchez" userId="S::mf.valero10@uniandes.edu.co::62dc2257-13d0-41b3-be9b-615cc5816b2a" providerId="AD" clId="Web-{A4DFB286-DFFF-F6DC-1CFD-59A8999A6BFC}" dt="2026-02-16T11:38:43.857" v="5" actId="1076"/>
          <ac:spMkLst>
            <pc:docMk/>
            <pc:sldMk cId="906847333" sldId="402"/>
            <ac:spMk id="9" creationId="{ED51B7B1-A2A9-77AE-0A30-830E4CDD8B68}"/>
          </ac:spMkLst>
        </pc:spChg>
      </pc:sldChg>
      <pc:sldChg chg="modSp">
        <pc:chgData name="Maria Fernanda Valero Sanchez" userId="S::mf.valero10@uniandes.edu.co::62dc2257-13d0-41b3-be9b-615cc5816b2a" providerId="AD" clId="Web-{A4DFB286-DFFF-F6DC-1CFD-59A8999A6BFC}" dt="2026-02-16T11:40:47.359" v="18"/>
        <pc:sldMkLst>
          <pc:docMk/>
          <pc:sldMk cId="3457005066" sldId="584"/>
        </pc:sldMkLst>
        <pc:spChg chg="mod">
          <ac:chgData name="Maria Fernanda Valero Sanchez" userId="S::mf.valero10@uniandes.edu.co::62dc2257-13d0-41b3-be9b-615cc5816b2a" providerId="AD" clId="Web-{A4DFB286-DFFF-F6DC-1CFD-59A8999A6BFC}" dt="2026-02-16T11:40:46.577" v="9"/>
          <ac:spMkLst>
            <pc:docMk/>
            <pc:sldMk cId="3457005066" sldId="584"/>
            <ac:spMk id="18" creationId="{00000000-0000-0000-0000-000000000000}"/>
          </ac:spMkLst>
        </pc:spChg>
        <pc:spChg chg="mod">
          <ac:chgData name="Maria Fernanda Valero Sanchez" userId="S::mf.valero10@uniandes.edu.co::62dc2257-13d0-41b3-be9b-615cc5816b2a" providerId="AD" clId="Web-{A4DFB286-DFFF-F6DC-1CFD-59A8999A6BFC}" dt="2026-02-16T11:40:46.577" v="10"/>
          <ac:spMkLst>
            <pc:docMk/>
            <pc:sldMk cId="3457005066" sldId="584"/>
            <ac:spMk id="19" creationId="{00000000-0000-0000-0000-000000000000}"/>
          </ac:spMkLst>
        </pc:spChg>
        <pc:spChg chg="mod">
          <ac:chgData name="Maria Fernanda Valero Sanchez" userId="S::mf.valero10@uniandes.edu.co::62dc2257-13d0-41b3-be9b-615cc5816b2a" providerId="AD" clId="Web-{A4DFB286-DFFF-F6DC-1CFD-59A8999A6BFC}" dt="2026-02-16T11:40:46.577" v="11"/>
          <ac:spMkLst>
            <pc:docMk/>
            <pc:sldMk cId="3457005066" sldId="584"/>
            <ac:spMk id="20" creationId="{00000000-0000-0000-0000-000000000000}"/>
          </ac:spMkLst>
        </pc:spChg>
        <pc:spChg chg="mod">
          <ac:chgData name="Maria Fernanda Valero Sanchez" userId="S::mf.valero10@uniandes.edu.co::62dc2257-13d0-41b3-be9b-615cc5816b2a" providerId="AD" clId="Web-{A4DFB286-DFFF-F6DC-1CFD-59A8999A6BFC}" dt="2026-02-16T11:40:46.577" v="12"/>
          <ac:spMkLst>
            <pc:docMk/>
            <pc:sldMk cId="3457005066" sldId="584"/>
            <ac:spMk id="21" creationId="{00000000-0000-0000-0000-000000000000}"/>
          </ac:spMkLst>
        </pc:spChg>
        <pc:spChg chg="mod">
          <ac:chgData name="Maria Fernanda Valero Sanchez" userId="S::mf.valero10@uniandes.edu.co::62dc2257-13d0-41b3-be9b-615cc5816b2a" providerId="AD" clId="Web-{A4DFB286-DFFF-F6DC-1CFD-59A8999A6BFC}" dt="2026-02-16T11:40:46.577" v="13"/>
          <ac:spMkLst>
            <pc:docMk/>
            <pc:sldMk cId="3457005066" sldId="584"/>
            <ac:spMk id="22" creationId="{00000000-0000-0000-0000-000000000000}"/>
          </ac:spMkLst>
        </pc:spChg>
        <pc:spChg chg="mod">
          <ac:chgData name="Maria Fernanda Valero Sanchez" userId="S::mf.valero10@uniandes.edu.co::62dc2257-13d0-41b3-be9b-615cc5816b2a" providerId="AD" clId="Web-{A4DFB286-DFFF-F6DC-1CFD-59A8999A6BFC}" dt="2026-02-16T11:40:46.577" v="14"/>
          <ac:spMkLst>
            <pc:docMk/>
            <pc:sldMk cId="3457005066" sldId="584"/>
            <ac:spMk id="23" creationId="{00000000-0000-0000-0000-000000000000}"/>
          </ac:spMkLst>
        </pc:spChg>
        <pc:spChg chg="mod">
          <ac:chgData name="Maria Fernanda Valero Sanchez" userId="S::mf.valero10@uniandes.edu.co::62dc2257-13d0-41b3-be9b-615cc5816b2a" providerId="AD" clId="Web-{A4DFB286-DFFF-F6DC-1CFD-59A8999A6BFC}" dt="2026-02-16T11:40:46.577" v="15"/>
          <ac:spMkLst>
            <pc:docMk/>
            <pc:sldMk cId="3457005066" sldId="584"/>
            <ac:spMk id="24" creationId="{00000000-0000-0000-0000-000000000000}"/>
          </ac:spMkLst>
        </pc:spChg>
        <pc:spChg chg="mod">
          <ac:chgData name="Maria Fernanda Valero Sanchez" userId="S::mf.valero10@uniandes.edu.co::62dc2257-13d0-41b3-be9b-615cc5816b2a" providerId="AD" clId="Web-{A4DFB286-DFFF-F6DC-1CFD-59A8999A6BFC}" dt="2026-02-16T11:40:46.577" v="16"/>
          <ac:spMkLst>
            <pc:docMk/>
            <pc:sldMk cId="3457005066" sldId="584"/>
            <ac:spMk id="27" creationId="{00000000-0000-0000-0000-000000000000}"/>
          </ac:spMkLst>
        </pc:spChg>
        <pc:spChg chg="mod">
          <ac:chgData name="Maria Fernanda Valero Sanchez" userId="S::mf.valero10@uniandes.edu.co::62dc2257-13d0-41b3-be9b-615cc5816b2a" providerId="AD" clId="Web-{A4DFB286-DFFF-F6DC-1CFD-59A8999A6BFC}" dt="2026-02-16T11:40:46.577" v="17"/>
          <ac:spMkLst>
            <pc:docMk/>
            <pc:sldMk cId="3457005066" sldId="584"/>
            <ac:spMk id="28" creationId="{00000000-0000-0000-0000-000000000000}"/>
          </ac:spMkLst>
        </pc:spChg>
        <pc:spChg chg="mod">
          <ac:chgData name="Maria Fernanda Valero Sanchez" userId="S::mf.valero10@uniandes.edu.co::62dc2257-13d0-41b3-be9b-615cc5816b2a" providerId="AD" clId="Web-{A4DFB286-DFFF-F6DC-1CFD-59A8999A6BFC}" dt="2026-02-16T11:40:47.359" v="18"/>
          <ac:spMkLst>
            <pc:docMk/>
            <pc:sldMk cId="3457005066" sldId="584"/>
            <ac:spMk id="29" creationId="{00000000-0000-0000-0000-000000000000}"/>
          </ac:spMkLst>
        </pc:spChg>
      </pc:sldChg>
      <pc:sldChg chg="modSp">
        <pc:chgData name="Maria Fernanda Valero Sanchez" userId="S::mf.valero10@uniandes.edu.co::62dc2257-13d0-41b3-be9b-615cc5816b2a" providerId="AD" clId="Web-{A4DFB286-DFFF-F6DC-1CFD-59A8999A6BFC}" dt="2026-02-16T11:40:24.140" v="8"/>
        <pc:sldMkLst>
          <pc:docMk/>
          <pc:sldMk cId="2232126642" sldId="586"/>
        </pc:sldMkLst>
        <pc:spChg chg="mod">
          <ac:chgData name="Maria Fernanda Valero Sanchez" userId="S::mf.valero10@uniandes.edu.co::62dc2257-13d0-41b3-be9b-615cc5816b2a" providerId="AD" clId="Web-{A4DFB286-DFFF-F6DC-1CFD-59A8999A6BFC}" dt="2026-02-16T11:40:24.093" v="7"/>
          <ac:spMkLst>
            <pc:docMk/>
            <pc:sldMk cId="2232126642" sldId="586"/>
            <ac:spMk id="27" creationId="{00000000-0000-0000-0000-000000000000}"/>
          </ac:spMkLst>
        </pc:spChg>
        <pc:spChg chg="mod">
          <ac:chgData name="Maria Fernanda Valero Sanchez" userId="S::mf.valero10@uniandes.edu.co::62dc2257-13d0-41b3-be9b-615cc5816b2a" providerId="AD" clId="Web-{A4DFB286-DFFF-F6DC-1CFD-59A8999A6BFC}" dt="2026-02-16T11:40:24.140" v="8"/>
          <ac:spMkLst>
            <pc:docMk/>
            <pc:sldMk cId="2232126642" sldId="586"/>
            <ac:spMk id="28" creationId="{00000000-0000-0000-0000-000000000000}"/>
          </ac:spMkLst>
        </pc:spChg>
        <pc:spChg chg="mod">
          <ac:chgData name="Maria Fernanda Valero Sanchez" userId="S::mf.valero10@uniandes.edu.co::62dc2257-13d0-41b3-be9b-615cc5816b2a" providerId="AD" clId="Web-{A4DFB286-DFFF-F6DC-1CFD-59A8999A6BFC}" dt="2026-02-16T11:40:14.499" v="6"/>
          <ac:spMkLst>
            <pc:docMk/>
            <pc:sldMk cId="2232126642" sldId="586"/>
            <ac:spMk id="30" creationId="{00000000-0000-0000-0000-000000000000}"/>
          </ac:spMkLst>
        </pc:spChg>
      </pc:sldChg>
      <pc:sldChg chg="modSp">
        <pc:chgData name="Maria Fernanda Valero Sanchez" userId="S::mf.valero10@uniandes.edu.co::62dc2257-13d0-41b3-be9b-615cc5816b2a" providerId="AD" clId="Web-{A4DFB286-DFFF-F6DC-1CFD-59A8999A6BFC}" dt="2026-02-16T11:32:31.694" v="0" actId="20577"/>
        <pc:sldMkLst>
          <pc:docMk/>
          <pc:sldMk cId="3198564951" sldId="601"/>
        </pc:sldMkLst>
        <pc:spChg chg="mod">
          <ac:chgData name="Maria Fernanda Valero Sanchez" userId="S::mf.valero10@uniandes.edu.co::62dc2257-13d0-41b3-be9b-615cc5816b2a" providerId="AD" clId="Web-{A4DFB286-DFFF-F6DC-1CFD-59A8999A6BFC}" dt="2026-02-16T11:32:31.694" v="0" actId="20577"/>
          <ac:spMkLst>
            <pc:docMk/>
            <pc:sldMk cId="3198564951" sldId="601"/>
            <ac:spMk id="23" creationId="{3197CFDB-FADD-C806-5AA8-E29E6DC2FBC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SMM_\Downloads\Graficas%20PPT%20IBF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SMM_\Downloads\Graficas%20PPT%20IBF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SMM_\Downloads\Graficas%20PPT%20IBF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Trabajo\ANADEC\2.%20Presentaciones\Plantillas%20ejercicios%20en%20presentaciones\IBF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Trabajo\ANADEC\2.%20Presentaciones\Plantillas%20ejercicios%20en%20presentaciones\IBF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2400" dirty="0"/>
              <a:t>VPN vs CO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'VPN vs CO'!$E$3:$E$24</c:f>
              <c:numCache>
                <c:formatCode>0%</c:formatCode>
                <c:ptCount val="22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</c:numCache>
            </c:numRef>
          </c:cat>
          <c:val>
            <c:numRef>
              <c:f>'VPN vs CO'!$F$3:$F$24</c:f>
              <c:numCache>
                <c:formatCode>"$"#,##0.00_);[Red]\("$"#,##0.00\)</c:formatCode>
                <c:ptCount val="22"/>
                <c:pt idx="0">
                  <c:v>22350186.984191999</c:v>
                </c:pt>
                <c:pt idx="1">
                  <c:v>19797589.162539288</c:v>
                </c:pt>
                <c:pt idx="2">
                  <c:v>17337669.884609789</c:v>
                </c:pt>
                <c:pt idx="3">
                  <c:v>14966147.018661812</c:v>
                </c:pt>
                <c:pt idx="4">
                  <c:v>12678976.352445737</c:v>
                </c:pt>
                <c:pt idx="5">
                  <c:v>10472336.223862633</c:v>
                </c:pt>
                <c:pt idx="6">
                  <c:v>8342613.2796971202</c:v>
                </c:pt>
                <c:pt idx="7">
                  <c:v>6286389.269928351</c:v>
                </c:pt>
                <c:pt idx="8">
                  <c:v>4300428.793486461</c:v>
                </c:pt>
                <c:pt idx="9">
                  <c:v>2381667.9188579768</c:v>
                </c:pt>
                <c:pt idx="10">
                  <c:v>527203.60974559188</c:v>
                </c:pt>
                <c:pt idx="11">
                  <c:v>-1265716.1078717411</c:v>
                </c:pt>
                <c:pt idx="12">
                  <c:v>-2999701.295380041</c:v>
                </c:pt>
                <c:pt idx="13">
                  <c:v>-4677228.6209522188</c:v>
                </c:pt>
                <c:pt idx="14">
                  <c:v>-6300649.2972795218</c:v>
                </c:pt>
                <c:pt idx="15">
                  <c:v>-7872196.4820205867</c:v>
                </c:pt>
                <c:pt idx="16">
                  <c:v>-9393992.181631878</c:v>
                </c:pt>
                <c:pt idx="17">
                  <c:v>-10868053.695850089</c:v>
                </c:pt>
                <c:pt idx="18">
                  <c:v>-12296299.637007535</c:v>
                </c:pt>
                <c:pt idx="19">
                  <c:v>-13680555.555555545</c:v>
                </c:pt>
                <c:pt idx="20">
                  <c:v>-15022559.200614594</c:v>
                </c:pt>
                <c:pt idx="21">
                  <c:v>-16323965.44204139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86-46C7-BD26-D557516CD4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2198448"/>
        <c:axId val="172199008"/>
      </c:lineChart>
      <c:catAx>
        <c:axId val="17219844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 dirty="0"/>
                  <a:t>C.O.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s-CO"/>
          </a:p>
        </c:txPr>
        <c:crossAx val="172199008"/>
        <c:crosses val="autoZero"/>
        <c:auto val="1"/>
        <c:lblAlgn val="ctr"/>
        <c:lblOffset val="100"/>
        <c:noMultiLvlLbl val="0"/>
      </c:catAx>
      <c:valAx>
        <c:axId val="172199008"/>
        <c:scaling>
          <c:orientation val="minMax"/>
        </c:scaling>
        <c:delete val="0"/>
        <c:axPos val="l"/>
        <c:numFmt formatCode="&quot;$&quot;#,##0.00_);[Red]\(&quot;$&quot;#,##0.00\)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s-CO"/>
          </a:p>
        </c:txPr>
        <c:crossAx val="172198448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1.1514453449693988E-2"/>
                <c:y val="0.49191787779166546"/>
              </c:manualLayout>
            </c:layout>
            <c:txPr>
              <a:bodyPr/>
              <a:lstStyle/>
              <a:p>
                <a:pPr>
                  <a:defRPr sz="1600"/>
                </a:pPr>
                <a:endParaRPr lang="es-CO"/>
              </a:p>
            </c:txPr>
          </c:dispUnitsLbl>
        </c:dispUnits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2400" dirty="0"/>
              <a:t>VPN vs CO (</a:t>
            </a:r>
            <a:r>
              <a:rPr lang="es-ES" sz="2400" noProof="0" dirty="0"/>
              <a:t>Ejemplo</a:t>
            </a:r>
            <a:r>
              <a:rPr lang="en-US" sz="2400" dirty="0"/>
              <a:t> UPER)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'VPN vs CO'!$E$3:$E$24</c:f>
              <c:numCache>
                <c:formatCode>0%</c:formatCode>
                <c:ptCount val="22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</c:numCache>
            </c:numRef>
          </c:cat>
          <c:val>
            <c:numRef>
              <c:f>'VPN vs CO'!$F$3:$F$24</c:f>
              <c:numCache>
                <c:formatCode>"$"#,##0.00_);[Red]\("$"#,##0.00\)</c:formatCode>
                <c:ptCount val="22"/>
                <c:pt idx="0">
                  <c:v>22350186.984191999</c:v>
                </c:pt>
                <c:pt idx="1">
                  <c:v>19797589.162539288</c:v>
                </c:pt>
                <c:pt idx="2">
                  <c:v>17337669.884609789</c:v>
                </c:pt>
                <c:pt idx="3">
                  <c:v>14966147.018661812</c:v>
                </c:pt>
                <c:pt idx="4">
                  <c:v>12678976.352445737</c:v>
                </c:pt>
                <c:pt idx="5">
                  <c:v>10472336.223862633</c:v>
                </c:pt>
                <c:pt idx="6">
                  <c:v>8342613.2796971202</c:v>
                </c:pt>
                <c:pt idx="7">
                  <c:v>6286389.269928351</c:v>
                </c:pt>
                <c:pt idx="8">
                  <c:v>4300428.793486461</c:v>
                </c:pt>
                <c:pt idx="9">
                  <c:v>2381667.9188579768</c:v>
                </c:pt>
                <c:pt idx="10">
                  <c:v>527203.60974559188</c:v>
                </c:pt>
                <c:pt idx="11">
                  <c:v>-1265716.1078717411</c:v>
                </c:pt>
                <c:pt idx="12">
                  <c:v>-2999701.295380041</c:v>
                </c:pt>
                <c:pt idx="13">
                  <c:v>-4677228.6209522188</c:v>
                </c:pt>
                <c:pt idx="14">
                  <c:v>-6300649.2972795218</c:v>
                </c:pt>
                <c:pt idx="15">
                  <c:v>-7872196.4820205867</c:v>
                </c:pt>
                <c:pt idx="16">
                  <c:v>-9393992.181631878</c:v>
                </c:pt>
                <c:pt idx="17">
                  <c:v>-10868053.695850089</c:v>
                </c:pt>
                <c:pt idx="18">
                  <c:v>-12296299.637007535</c:v>
                </c:pt>
                <c:pt idx="19">
                  <c:v>-13680555.555555545</c:v>
                </c:pt>
                <c:pt idx="20">
                  <c:v>-15022559.200614594</c:v>
                </c:pt>
                <c:pt idx="21">
                  <c:v>-16323965.44204139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CC-4458-97CA-08818C34AB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2198448"/>
        <c:axId val="172199008"/>
      </c:lineChart>
      <c:catAx>
        <c:axId val="17219844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 dirty="0"/>
                  <a:t>C.O.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s-CO"/>
          </a:p>
        </c:txPr>
        <c:crossAx val="172199008"/>
        <c:crosses val="autoZero"/>
        <c:auto val="1"/>
        <c:lblAlgn val="ctr"/>
        <c:lblOffset val="100"/>
        <c:noMultiLvlLbl val="0"/>
      </c:catAx>
      <c:valAx>
        <c:axId val="172199008"/>
        <c:scaling>
          <c:orientation val="minMax"/>
        </c:scaling>
        <c:delete val="0"/>
        <c:axPos val="l"/>
        <c:numFmt formatCode="&quot;$&quot;#,##0.00_);[Red]\(&quot;$&quot;#,##0.00\)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s-CO"/>
          </a:p>
        </c:txPr>
        <c:crossAx val="172198448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9.2047265066642504E-3"/>
                <c:y val="0.34087727185151878"/>
              </c:manualLayout>
            </c:layout>
            <c:tx>
              <c:rich>
                <a:bodyPr/>
                <a:lstStyle/>
                <a:p>
                  <a:pPr>
                    <a:defRPr sz="1600"/>
                  </a:pPr>
                  <a:r>
                    <a:rPr lang="es-CO" dirty="0"/>
                    <a:t>VPN en Millones</a:t>
                  </a:r>
                </a:p>
              </c:rich>
            </c:tx>
          </c:dispUnitsLbl>
        </c:dispUnits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2400" dirty="0"/>
              <a:t>VPN vs CO (</a:t>
            </a:r>
            <a:r>
              <a:rPr lang="es-ES" sz="2400" noProof="0" dirty="0"/>
              <a:t>Ejemplo</a:t>
            </a:r>
            <a:r>
              <a:rPr lang="en-US" sz="2400" dirty="0"/>
              <a:t> UPER)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'VPN vs CO'!$E$3:$E$24</c:f>
              <c:numCache>
                <c:formatCode>0%</c:formatCode>
                <c:ptCount val="22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</c:numCache>
            </c:numRef>
          </c:cat>
          <c:val>
            <c:numRef>
              <c:f>'VPN vs CO'!$F$3:$F$24</c:f>
              <c:numCache>
                <c:formatCode>"$"#,##0.00_);[Red]\("$"#,##0.00\)</c:formatCode>
                <c:ptCount val="22"/>
                <c:pt idx="0">
                  <c:v>22350186.984191999</c:v>
                </c:pt>
                <c:pt idx="1">
                  <c:v>19797589.162539288</c:v>
                </c:pt>
                <c:pt idx="2">
                  <c:v>17337669.884609789</c:v>
                </c:pt>
                <c:pt idx="3">
                  <c:v>14966147.018661812</c:v>
                </c:pt>
                <c:pt idx="4">
                  <c:v>12678976.352445737</c:v>
                </c:pt>
                <c:pt idx="5">
                  <c:v>10472336.223862633</c:v>
                </c:pt>
                <c:pt idx="6">
                  <c:v>8342613.2796971202</c:v>
                </c:pt>
                <c:pt idx="7">
                  <c:v>6286389.269928351</c:v>
                </c:pt>
                <c:pt idx="8">
                  <c:v>4300428.793486461</c:v>
                </c:pt>
                <c:pt idx="9">
                  <c:v>2381667.9188579768</c:v>
                </c:pt>
                <c:pt idx="10">
                  <c:v>527203.60974559188</c:v>
                </c:pt>
                <c:pt idx="11">
                  <c:v>-1265716.1078717411</c:v>
                </c:pt>
                <c:pt idx="12">
                  <c:v>-2999701.295380041</c:v>
                </c:pt>
                <c:pt idx="13">
                  <c:v>-4677228.6209522188</c:v>
                </c:pt>
                <c:pt idx="14">
                  <c:v>-6300649.2972795218</c:v>
                </c:pt>
                <c:pt idx="15">
                  <c:v>-7872196.4820205867</c:v>
                </c:pt>
                <c:pt idx="16">
                  <c:v>-9393992.181631878</c:v>
                </c:pt>
                <c:pt idx="17">
                  <c:v>-10868053.695850089</c:v>
                </c:pt>
                <c:pt idx="18">
                  <c:v>-12296299.637007535</c:v>
                </c:pt>
                <c:pt idx="19">
                  <c:v>-13680555.555555545</c:v>
                </c:pt>
                <c:pt idx="20">
                  <c:v>-15022559.200614594</c:v>
                </c:pt>
                <c:pt idx="21">
                  <c:v>-16323965.44204139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1D-49FC-B7A5-92570604FD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2198448"/>
        <c:axId val="172199008"/>
      </c:lineChart>
      <c:catAx>
        <c:axId val="17219844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 dirty="0"/>
                  <a:t>C.O.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s-CO"/>
          </a:p>
        </c:txPr>
        <c:crossAx val="172199008"/>
        <c:crosses val="autoZero"/>
        <c:auto val="1"/>
        <c:lblAlgn val="ctr"/>
        <c:lblOffset val="100"/>
        <c:noMultiLvlLbl val="0"/>
      </c:catAx>
      <c:valAx>
        <c:axId val="172199008"/>
        <c:scaling>
          <c:orientation val="minMax"/>
        </c:scaling>
        <c:delete val="0"/>
        <c:axPos val="l"/>
        <c:numFmt formatCode="&quot;$&quot;#,##0.00_);[Red]\(&quot;$&quot;#,##0.00\)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s-CO"/>
          </a:p>
        </c:txPr>
        <c:crossAx val="172198448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9.2047265066642504E-3"/>
                <c:y val="0.34087727185151878"/>
              </c:manualLayout>
            </c:layout>
            <c:tx>
              <c:rich>
                <a:bodyPr/>
                <a:lstStyle/>
                <a:p>
                  <a:pPr>
                    <a:defRPr sz="1600"/>
                  </a:pPr>
                  <a:r>
                    <a:rPr lang="es-CO" dirty="0"/>
                    <a:t>VPN en Millones</a:t>
                  </a:r>
                </a:p>
              </c:rich>
            </c:tx>
          </c:dispUnitsLbl>
        </c:dispUnits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Flujos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>
        <c:manualLayout>
          <c:layoutTarget val="inner"/>
          <c:xMode val="edge"/>
          <c:yMode val="edge"/>
          <c:x val="7.5226741821904045E-2"/>
          <c:y val="0.14520108150647026"/>
          <c:w val="0.91325880368444412"/>
          <c:h val="0.8169035570868606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TIR!$E$17:$O$17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F3-4C74-A374-C231288C5A5B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TIR!$E$18:$O$18</c:f>
              <c:numCache>
                <c:formatCode>General</c:formatCode>
                <c:ptCount val="11"/>
                <c:pt idx="0">
                  <c:v>-1200</c:v>
                </c:pt>
                <c:pt idx="1">
                  <c:v>700</c:v>
                </c:pt>
                <c:pt idx="2">
                  <c:v>700</c:v>
                </c:pt>
                <c:pt idx="3">
                  <c:v>700</c:v>
                </c:pt>
                <c:pt idx="4">
                  <c:v>700</c:v>
                </c:pt>
                <c:pt idx="5">
                  <c:v>700</c:v>
                </c:pt>
                <c:pt idx="6">
                  <c:v>-700</c:v>
                </c:pt>
                <c:pt idx="7">
                  <c:v>-700</c:v>
                </c:pt>
                <c:pt idx="8">
                  <c:v>-700</c:v>
                </c:pt>
                <c:pt idx="9">
                  <c:v>-700</c:v>
                </c:pt>
                <c:pt idx="10">
                  <c:v>-700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F3-4C74-A374-C231288C5A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70054320"/>
        <c:axId val="870055152"/>
      </c:barChart>
      <c:catAx>
        <c:axId val="870054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870055152"/>
        <c:crosses val="autoZero"/>
        <c:auto val="1"/>
        <c:lblAlgn val="ctr"/>
        <c:lblOffset val="100"/>
        <c:noMultiLvlLbl val="0"/>
      </c:catAx>
      <c:valAx>
        <c:axId val="87005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870054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VPN con diferentes CO</a:t>
            </a:r>
          </a:p>
        </c:rich>
      </c:tx>
      <c:layout>
        <c:manualLayout>
          <c:xMode val="edge"/>
          <c:yMode val="edge"/>
          <c:x val="0.3290915915197254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TIR!$B$22</c:f>
              <c:strCache>
                <c:ptCount val="1"/>
                <c:pt idx="0">
                  <c:v>CO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TIR!$B$23:$B$183</c:f>
              <c:numCache>
                <c:formatCode>0.00%</c:formatCode>
                <c:ptCount val="16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3.0000000000000002E-2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4.9999999999999996E-2</c:v>
                </c:pt>
                <c:pt idx="11">
                  <c:v>5.4999999999999993E-2</c:v>
                </c:pt>
                <c:pt idx="12">
                  <c:v>5.9999999999999991E-2</c:v>
                </c:pt>
                <c:pt idx="13">
                  <c:v>6.4999999999999988E-2</c:v>
                </c:pt>
                <c:pt idx="14">
                  <c:v>6.9999999999999993E-2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9.0000000000000011E-2</c:v>
                </c:pt>
                <c:pt idx="19">
                  <c:v>9.5000000000000015E-2</c:v>
                </c:pt>
                <c:pt idx="20">
                  <c:v>0.10000000000000002</c:v>
                </c:pt>
                <c:pt idx="21">
                  <c:v>0.10500000000000002</c:v>
                </c:pt>
                <c:pt idx="22">
                  <c:v>0.11000000000000003</c:v>
                </c:pt>
                <c:pt idx="23">
                  <c:v>0.11500000000000003</c:v>
                </c:pt>
                <c:pt idx="24">
                  <c:v>0.12000000000000004</c:v>
                </c:pt>
                <c:pt idx="25">
                  <c:v>0.12500000000000003</c:v>
                </c:pt>
                <c:pt idx="26">
                  <c:v>0.13000000000000003</c:v>
                </c:pt>
                <c:pt idx="27">
                  <c:v>0.13500000000000004</c:v>
                </c:pt>
                <c:pt idx="28">
                  <c:v>0.14000000000000004</c:v>
                </c:pt>
                <c:pt idx="29">
                  <c:v>0.14500000000000005</c:v>
                </c:pt>
                <c:pt idx="30">
                  <c:v>0.15000000000000005</c:v>
                </c:pt>
                <c:pt idx="31">
                  <c:v>0.15500000000000005</c:v>
                </c:pt>
                <c:pt idx="32">
                  <c:v>0.16000000000000006</c:v>
                </c:pt>
                <c:pt idx="33">
                  <c:v>0.16500000000000006</c:v>
                </c:pt>
                <c:pt idx="34">
                  <c:v>0.17000000000000007</c:v>
                </c:pt>
                <c:pt idx="35">
                  <c:v>0.17500000000000007</c:v>
                </c:pt>
                <c:pt idx="36">
                  <c:v>0.18000000000000008</c:v>
                </c:pt>
                <c:pt idx="37">
                  <c:v>0.18500000000000008</c:v>
                </c:pt>
                <c:pt idx="38">
                  <c:v>0.19000000000000009</c:v>
                </c:pt>
                <c:pt idx="39">
                  <c:v>0.19500000000000009</c:v>
                </c:pt>
                <c:pt idx="40">
                  <c:v>0.20000000000000009</c:v>
                </c:pt>
                <c:pt idx="41">
                  <c:v>0.2050000000000001</c:v>
                </c:pt>
                <c:pt idx="42">
                  <c:v>0.2100000000000001</c:v>
                </c:pt>
                <c:pt idx="43">
                  <c:v>0.21500000000000011</c:v>
                </c:pt>
                <c:pt idx="44">
                  <c:v>0.22000000000000011</c:v>
                </c:pt>
                <c:pt idx="45">
                  <c:v>0.22500000000000012</c:v>
                </c:pt>
                <c:pt idx="46">
                  <c:v>0.23000000000000012</c:v>
                </c:pt>
                <c:pt idx="47">
                  <c:v>0.23500000000000013</c:v>
                </c:pt>
                <c:pt idx="48">
                  <c:v>0.24000000000000013</c:v>
                </c:pt>
                <c:pt idx="49">
                  <c:v>0.24500000000000013</c:v>
                </c:pt>
                <c:pt idx="50">
                  <c:v>0.25000000000000011</c:v>
                </c:pt>
                <c:pt idx="51">
                  <c:v>0.25500000000000012</c:v>
                </c:pt>
                <c:pt idx="52">
                  <c:v>0.26000000000000012</c:v>
                </c:pt>
                <c:pt idx="53">
                  <c:v>0.26500000000000012</c:v>
                </c:pt>
                <c:pt idx="54">
                  <c:v>0.27000000000000013</c:v>
                </c:pt>
                <c:pt idx="55">
                  <c:v>0.27500000000000013</c:v>
                </c:pt>
                <c:pt idx="56">
                  <c:v>0.28000000000000014</c:v>
                </c:pt>
                <c:pt idx="57">
                  <c:v>0.28500000000000014</c:v>
                </c:pt>
                <c:pt idx="58">
                  <c:v>0.29000000000000015</c:v>
                </c:pt>
                <c:pt idx="59">
                  <c:v>0.29500000000000015</c:v>
                </c:pt>
                <c:pt idx="60">
                  <c:v>0.30000000000000016</c:v>
                </c:pt>
                <c:pt idx="61">
                  <c:v>0.30500000000000016</c:v>
                </c:pt>
                <c:pt idx="62">
                  <c:v>0.31000000000000016</c:v>
                </c:pt>
                <c:pt idx="63">
                  <c:v>0.31500000000000017</c:v>
                </c:pt>
                <c:pt idx="64">
                  <c:v>0.32000000000000017</c:v>
                </c:pt>
                <c:pt idx="65">
                  <c:v>0.32500000000000018</c:v>
                </c:pt>
                <c:pt idx="66">
                  <c:v>0.33000000000000018</c:v>
                </c:pt>
                <c:pt idx="67">
                  <c:v>0.33500000000000019</c:v>
                </c:pt>
                <c:pt idx="68">
                  <c:v>0.34000000000000019</c:v>
                </c:pt>
                <c:pt idx="69">
                  <c:v>0.3450000000000002</c:v>
                </c:pt>
                <c:pt idx="70">
                  <c:v>0.3500000000000002</c:v>
                </c:pt>
                <c:pt idx="71">
                  <c:v>0.3550000000000002</c:v>
                </c:pt>
                <c:pt idx="72">
                  <c:v>0.36000000000000021</c:v>
                </c:pt>
                <c:pt idx="73">
                  <c:v>0.36500000000000021</c:v>
                </c:pt>
                <c:pt idx="74">
                  <c:v>0.37000000000000022</c:v>
                </c:pt>
                <c:pt idx="75">
                  <c:v>0.37500000000000022</c:v>
                </c:pt>
                <c:pt idx="76">
                  <c:v>0.38000000000000023</c:v>
                </c:pt>
                <c:pt idx="77">
                  <c:v>0.38500000000000023</c:v>
                </c:pt>
                <c:pt idx="78">
                  <c:v>0.39000000000000024</c:v>
                </c:pt>
                <c:pt idx="79">
                  <c:v>0.39500000000000024</c:v>
                </c:pt>
                <c:pt idx="80">
                  <c:v>0.40000000000000024</c:v>
                </c:pt>
                <c:pt idx="81">
                  <c:v>0.40500000000000025</c:v>
                </c:pt>
                <c:pt idx="82">
                  <c:v>0.41000000000000025</c:v>
                </c:pt>
                <c:pt idx="83">
                  <c:v>0.41500000000000026</c:v>
                </c:pt>
                <c:pt idx="84">
                  <c:v>0.42000000000000026</c:v>
                </c:pt>
                <c:pt idx="85">
                  <c:v>0.42500000000000027</c:v>
                </c:pt>
                <c:pt idx="86">
                  <c:v>0.43000000000000027</c:v>
                </c:pt>
                <c:pt idx="87">
                  <c:v>0.43500000000000028</c:v>
                </c:pt>
                <c:pt idx="88">
                  <c:v>0.44000000000000028</c:v>
                </c:pt>
                <c:pt idx="89">
                  <c:v>0.44500000000000028</c:v>
                </c:pt>
                <c:pt idx="90">
                  <c:v>0.45000000000000029</c:v>
                </c:pt>
                <c:pt idx="91">
                  <c:v>0.45500000000000029</c:v>
                </c:pt>
                <c:pt idx="92">
                  <c:v>0.4600000000000003</c:v>
                </c:pt>
                <c:pt idx="93">
                  <c:v>0.4650000000000003</c:v>
                </c:pt>
                <c:pt idx="94">
                  <c:v>0.47000000000000031</c:v>
                </c:pt>
                <c:pt idx="95">
                  <c:v>0.47500000000000031</c:v>
                </c:pt>
                <c:pt idx="96">
                  <c:v>0.48000000000000032</c:v>
                </c:pt>
                <c:pt idx="97">
                  <c:v>0.48500000000000032</c:v>
                </c:pt>
                <c:pt idx="98">
                  <c:v>0.49000000000000032</c:v>
                </c:pt>
                <c:pt idx="99">
                  <c:v>0.49500000000000033</c:v>
                </c:pt>
                <c:pt idx="100">
                  <c:v>0.50000000000000033</c:v>
                </c:pt>
                <c:pt idx="101">
                  <c:v>0.50500000000000034</c:v>
                </c:pt>
                <c:pt idx="102">
                  <c:v>0.51000000000000034</c:v>
                </c:pt>
                <c:pt idx="103">
                  <c:v>0.51500000000000035</c:v>
                </c:pt>
                <c:pt idx="104">
                  <c:v>0.52000000000000035</c:v>
                </c:pt>
                <c:pt idx="105">
                  <c:v>0.52500000000000036</c:v>
                </c:pt>
                <c:pt idx="106">
                  <c:v>0.53000000000000036</c:v>
                </c:pt>
                <c:pt idx="107">
                  <c:v>0.53500000000000036</c:v>
                </c:pt>
                <c:pt idx="108">
                  <c:v>0.54000000000000037</c:v>
                </c:pt>
                <c:pt idx="109">
                  <c:v>0.54500000000000037</c:v>
                </c:pt>
                <c:pt idx="110">
                  <c:v>0.55000000000000038</c:v>
                </c:pt>
                <c:pt idx="111">
                  <c:v>0.55500000000000038</c:v>
                </c:pt>
                <c:pt idx="112">
                  <c:v>0.56000000000000039</c:v>
                </c:pt>
                <c:pt idx="113">
                  <c:v>0.56500000000000039</c:v>
                </c:pt>
                <c:pt idx="114">
                  <c:v>0.5700000000000004</c:v>
                </c:pt>
                <c:pt idx="115">
                  <c:v>0.5750000000000004</c:v>
                </c:pt>
                <c:pt idx="116">
                  <c:v>0.5800000000000004</c:v>
                </c:pt>
                <c:pt idx="117">
                  <c:v>0.58500000000000041</c:v>
                </c:pt>
                <c:pt idx="118">
                  <c:v>0.59000000000000041</c:v>
                </c:pt>
                <c:pt idx="119">
                  <c:v>0.59500000000000042</c:v>
                </c:pt>
                <c:pt idx="120">
                  <c:v>0.60000000000000042</c:v>
                </c:pt>
                <c:pt idx="121">
                  <c:v>0.60500000000000043</c:v>
                </c:pt>
                <c:pt idx="122">
                  <c:v>0.61000000000000043</c:v>
                </c:pt>
                <c:pt idx="123">
                  <c:v>0.61500000000000044</c:v>
                </c:pt>
                <c:pt idx="124">
                  <c:v>0.62000000000000044</c:v>
                </c:pt>
                <c:pt idx="125">
                  <c:v>0.62500000000000044</c:v>
                </c:pt>
                <c:pt idx="126">
                  <c:v>0.63000000000000045</c:v>
                </c:pt>
                <c:pt idx="127">
                  <c:v>0.63500000000000045</c:v>
                </c:pt>
                <c:pt idx="128">
                  <c:v>0.64000000000000046</c:v>
                </c:pt>
                <c:pt idx="129">
                  <c:v>0.64500000000000046</c:v>
                </c:pt>
                <c:pt idx="130">
                  <c:v>0.65000000000000047</c:v>
                </c:pt>
                <c:pt idx="131">
                  <c:v>0.65500000000000047</c:v>
                </c:pt>
                <c:pt idx="132">
                  <c:v>0.66000000000000048</c:v>
                </c:pt>
                <c:pt idx="133">
                  <c:v>0.66500000000000048</c:v>
                </c:pt>
                <c:pt idx="134">
                  <c:v>0.67000000000000048</c:v>
                </c:pt>
                <c:pt idx="135">
                  <c:v>0.67500000000000049</c:v>
                </c:pt>
                <c:pt idx="136">
                  <c:v>0.68000000000000049</c:v>
                </c:pt>
                <c:pt idx="137">
                  <c:v>0.6850000000000005</c:v>
                </c:pt>
                <c:pt idx="138">
                  <c:v>0.6900000000000005</c:v>
                </c:pt>
                <c:pt idx="139">
                  <c:v>0.69500000000000051</c:v>
                </c:pt>
                <c:pt idx="140">
                  <c:v>0.70000000000000051</c:v>
                </c:pt>
                <c:pt idx="141">
                  <c:v>0.70500000000000052</c:v>
                </c:pt>
                <c:pt idx="142">
                  <c:v>0.71000000000000052</c:v>
                </c:pt>
                <c:pt idx="143">
                  <c:v>0.71500000000000052</c:v>
                </c:pt>
                <c:pt idx="144">
                  <c:v>0.72000000000000053</c:v>
                </c:pt>
                <c:pt idx="145">
                  <c:v>0.72500000000000053</c:v>
                </c:pt>
                <c:pt idx="146">
                  <c:v>0.73000000000000054</c:v>
                </c:pt>
                <c:pt idx="147">
                  <c:v>0.73500000000000054</c:v>
                </c:pt>
                <c:pt idx="148">
                  <c:v>0.74000000000000055</c:v>
                </c:pt>
                <c:pt idx="149">
                  <c:v>0.74500000000000055</c:v>
                </c:pt>
                <c:pt idx="150">
                  <c:v>0.75000000000000056</c:v>
                </c:pt>
                <c:pt idx="151">
                  <c:v>0.75500000000000056</c:v>
                </c:pt>
                <c:pt idx="152">
                  <c:v>0.76000000000000056</c:v>
                </c:pt>
                <c:pt idx="153">
                  <c:v>0.76500000000000057</c:v>
                </c:pt>
                <c:pt idx="154">
                  <c:v>0.77000000000000057</c:v>
                </c:pt>
                <c:pt idx="155">
                  <c:v>0.77500000000000058</c:v>
                </c:pt>
                <c:pt idx="156">
                  <c:v>0.78000000000000058</c:v>
                </c:pt>
                <c:pt idx="157">
                  <c:v>0.78500000000000059</c:v>
                </c:pt>
                <c:pt idx="158">
                  <c:v>0.79000000000000059</c:v>
                </c:pt>
                <c:pt idx="159">
                  <c:v>0.7950000000000006</c:v>
                </c:pt>
                <c:pt idx="160">
                  <c:v>0.8000000000000006</c:v>
                </c:pt>
              </c:numCache>
            </c:numRef>
          </c:cat>
          <c:val>
            <c:numRef>
              <c:f>TIR!$B$23:$B$183</c:f>
              <c:numCache>
                <c:formatCode>0.00%</c:formatCode>
                <c:ptCount val="16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3.0000000000000002E-2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4.9999999999999996E-2</c:v>
                </c:pt>
                <c:pt idx="11">
                  <c:v>5.4999999999999993E-2</c:v>
                </c:pt>
                <c:pt idx="12">
                  <c:v>5.9999999999999991E-2</c:v>
                </c:pt>
                <c:pt idx="13">
                  <c:v>6.4999999999999988E-2</c:v>
                </c:pt>
                <c:pt idx="14">
                  <c:v>6.9999999999999993E-2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9.0000000000000011E-2</c:v>
                </c:pt>
                <c:pt idx="19">
                  <c:v>9.5000000000000015E-2</c:v>
                </c:pt>
                <c:pt idx="20">
                  <c:v>0.10000000000000002</c:v>
                </c:pt>
                <c:pt idx="21">
                  <c:v>0.10500000000000002</c:v>
                </c:pt>
                <c:pt idx="22">
                  <c:v>0.11000000000000003</c:v>
                </c:pt>
                <c:pt idx="23">
                  <c:v>0.11500000000000003</c:v>
                </c:pt>
                <c:pt idx="24">
                  <c:v>0.12000000000000004</c:v>
                </c:pt>
                <c:pt idx="25">
                  <c:v>0.12500000000000003</c:v>
                </c:pt>
                <c:pt idx="26">
                  <c:v>0.13000000000000003</c:v>
                </c:pt>
                <c:pt idx="27">
                  <c:v>0.13500000000000004</c:v>
                </c:pt>
                <c:pt idx="28">
                  <c:v>0.14000000000000004</c:v>
                </c:pt>
                <c:pt idx="29">
                  <c:v>0.14500000000000005</c:v>
                </c:pt>
                <c:pt idx="30">
                  <c:v>0.15000000000000005</c:v>
                </c:pt>
                <c:pt idx="31">
                  <c:v>0.15500000000000005</c:v>
                </c:pt>
                <c:pt idx="32">
                  <c:v>0.16000000000000006</c:v>
                </c:pt>
                <c:pt idx="33">
                  <c:v>0.16500000000000006</c:v>
                </c:pt>
                <c:pt idx="34">
                  <c:v>0.17000000000000007</c:v>
                </c:pt>
                <c:pt idx="35">
                  <c:v>0.17500000000000007</c:v>
                </c:pt>
                <c:pt idx="36">
                  <c:v>0.18000000000000008</c:v>
                </c:pt>
                <c:pt idx="37">
                  <c:v>0.18500000000000008</c:v>
                </c:pt>
                <c:pt idx="38">
                  <c:v>0.19000000000000009</c:v>
                </c:pt>
                <c:pt idx="39">
                  <c:v>0.19500000000000009</c:v>
                </c:pt>
                <c:pt idx="40">
                  <c:v>0.20000000000000009</c:v>
                </c:pt>
                <c:pt idx="41">
                  <c:v>0.2050000000000001</c:v>
                </c:pt>
                <c:pt idx="42">
                  <c:v>0.2100000000000001</c:v>
                </c:pt>
                <c:pt idx="43">
                  <c:v>0.21500000000000011</c:v>
                </c:pt>
                <c:pt idx="44">
                  <c:v>0.22000000000000011</c:v>
                </c:pt>
                <c:pt idx="45">
                  <c:v>0.22500000000000012</c:v>
                </c:pt>
                <c:pt idx="46">
                  <c:v>0.23000000000000012</c:v>
                </c:pt>
                <c:pt idx="47">
                  <c:v>0.23500000000000013</c:v>
                </c:pt>
                <c:pt idx="48">
                  <c:v>0.24000000000000013</c:v>
                </c:pt>
                <c:pt idx="49">
                  <c:v>0.24500000000000013</c:v>
                </c:pt>
                <c:pt idx="50">
                  <c:v>0.25000000000000011</c:v>
                </c:pt>
                <c:pt idx="51">
                  <c:v>0.25500000000000012</c:v>
                </c:pt>
                <c:pt idx="52">
                  <c:v>0.26000000000000012</c:v>
                </c:pt>
                <c:pt idx="53">
                  <c:v>0.26500000000000012</c:v>
                </c:pt>
                <c:pt idx="54">
                  <c:v>0.27000000000000013</c:v>
                </c:pt>
                <c:pt idx="55">
                  <c:v>0.27500000000000013</c:v>
                </c:pt>
                <c:pt idx="56">
                  <c:v>0.28000000000000014</c:v>
                </c:pt>
                <c:pt idx="57">
                  <c:v>0.28500000000000014</c:v>
                </c:pt>
                <c:pt idx="58">
                  <c:v>0.29000000000000015</c:v>
                </c:pt>
                <c:pt idx="59">
                  <c:v>0.29500000000000015</c:v>
                </c:pt>
                <c:pt idx="60">
                  <c:v>0.30000000000000016</c:v>
                </c:pt>
                <c:pt idx="61">
                  <c:v>0.30500000000000016</c:v>
                </c:pt>
                <c:pt idx="62">
                  <c:v>0.31000000000000016</c:v>
                </c:pt>
                <c:pt idx="63">
                  <c:v>0.31500000000000017</c:v>
                </c:pt>
                <c:pt idx="64">
                  <c:v>0.32000000000000017</c:v>
                </c:pt>
                <c:pt idx="65">
                  <c:v>0.32500000000000018</c:v>
                </c:pt>
                <c:pt idx="66">
                  <c:v>0.33000000000000018</c:v>
                </c:pt>
                <c:pt idx="67">
                  <c:v>0.33500000000000019</c:v>
                </c:pt>
                <c:pt idx="68">
                  <c:v>0.34000000000000019</c:v>
                </c:pt>
                <c:pt idx="69">
                  <c:v>0.3450000000000002</c:v>
                </c:pt>
                <c:pt idx="70">
                  <c:v>0.3500000000000002</c:v>
                </c:pt>
                <c:pt idx="71">
                  <c:v>0.3550000000000002</c:v>
                </c:pt>
                <c:pt idx="72">
                  <c:v>0.36000000000000021</c:v>
                </c:pt>
                <c:pt idx="73">
                  <c:v>0.36500000000000021</c:v>
                </c:pt>
                <c:pt idx="74">
                  <c:v>0.37000000000000022</c:v>
                </c:pt>
                <c:pt idx="75">
                  <c:v>0.37500000000000022</c:v>
                </c:pt>
                <c:pt idx="76">
                  <c:v>0.38000000000000023</c:v>
                </c:pt>
                <c:pt idx="77">
                  <c:v>0.38500000000000023</c:v>
                </c:pt>
                <c:pt idx="78">
                  <c:v>0.39000000000000024</c:v>
                </c:pt>
                <c:pt idx="79">
                  <c:v>0.39500000000000024</c:v>
                </c:pt>
                <c:pt idx="80">
                  <c:v>0.40000000000000024</c:v>
                </c:pt>
                <c:pt idx="81">
                  <c:v>0.40500000000000025</c:v>
                </c:pt>
                <c:pt idx="82">
                  <c:v>0.41000000000000025</c:v>
                </c:pt>
                <c:pt idx="83">
                  <c:v>0.41500000000000026</c:v>
                </c:pt>
                <c:pt idx="84">
                  <c:v>0.42000000000000026</c:v>
                </c:pt>
                <c:pt idx="85">
                  <c:v>0.42500000000000027</c:v>
                </c:pt>
                <c:pt idx="86">
                  <c:v>0.43000000000000027</c:v>
                </c:pt>
                <c:pt idx="87">
                  <c:v>0.43500000000000028</c:v>
                </c:pt>
                <c:pt idx="88">
                  <c:v>0.44000000000000028</c:v>
                </c:pt>
                <c:pt idx="89">
                  <c:v>0.44500000000000028</c:v>
                </c:pt>
                <c:pt idx="90">
                  <c:v>0.45000000000000029</c:v>
                </c:pt>
                <c:pt idx="91">
                  <c:v>0.45500000000000029</c:v>
                </c:pt>
                <c:pt idx="92">
                  <c:v>0.4600000000000003</c:v>
                </c:pt>
                <c:pt idx="93">
                  <c:v>0.4650000000000003</c:v>
                </c:pt>
                <c:pt idx="94">
                  <c:v>0.47000000000000031</c:v>
                </c:pt>
                <c:pt idx="95">
                  <c:v>0.47500000000000031</c:v>
                </c:pt>
                <c:pt idx="96">
                  <c:v>0.48000000000000032</c:v>
                </c:pt>
                <c:pt idx="97">
                  <c:v>0.48500000000000032</c:v>
                </c:pt>
                <c:pt idx="98">
                  <c:v>0.49000000000000032</c:v>
                </c:pt>
                <c:pt idx="99">
                  <c:v>0.49500000000000033</c:v>
                </c:pt>
                <c:pt idx="100">
                  <c:v>0.50000000000000033</c:v>
                </c:pt>
                <c:pt idx="101">
                  <c:v>0.50500000000000034</c:v>
                </c:pt>
                <c:pt idx="102">
                  <c:v>0.51000000000000034</c:v>
                </c:pt>
                <c:pt idx="103">
                  <c:v>0.51500000000000035</c:v>
                </c:pt>
                <c:pt idx="104">
                  <c:v>0.52000000000000035</c:v>
                </c:pt>
                <c:pt idx="105">
                  <c:v>0.52500000000000036</c:v>
                </c:pt>
                <c:pt idx="106">
                  <c:v>0.53000000000000036</c:v>
                </c:pt>
                <c:pt idx="107">
                  <c:v>0.53500000000000036</c:v>
                </c:pt>
                <c:pt idx="108">
                  <c:v>0.54000000000000037</c:v>
                </c:pt>
                <c:pt idx="109">
                  <c:v>0.54500000000000037</c:v>
                </c:pt>
                <c:pt idx="110">
                  <c:v>0.55000000000000038</c:v>
                </c:pt>
                <c:pt idx="111">
                  <c:v>0.55500000000000038</c:v>
                </c:pt>
                <c:pt idx="112">
                  <c:v>0.56000000000000039</c:v>
                </c:pt>
                <c:pt idx="113">
                  <c:v>0.56500000000000039</c:v>
                </c:pt>
                <c:pt idx="114">
                  <c:v>0.5700000000000004</c:v>
                </c:pt>
                <c:pt idx="115">
                  <c:v>0.5750000000000004</c:v>
                </c:pt>
                <c:pt idx="116">
                  <c:v>0.5800000000000004</c:v>
                </c:pt>
                <c:pt idx="117">
                  <c:v>0.58500000000000041</c:v>
                </c:pt>
                <c:pt idx="118">
                  <c:v>0.59000000000000041</c:v>
                </c:pt>
                <c:pt idx="119">
                  <c:v>0.59500000000000042</c:v>
                </c:pt>
                <c:pt idx="120">
                  <c:v>0.60000000000000042</c:v>
                </c:pt>
                <c:pt idx="121">
                  <c:v>0.60500000000000043</c:v>
                </c:pt>
                <c:pt idx="122">
                  <c:v>0.61000000000000043</c:v>
                </c:pt>
                <c:pt idx="123">
                  <c:v>0.61500000000000044</c:v>
                </c:pt>
                <c:pt idx="124">
                  <c:v>0.62000000000000044</c:v>
                </c:pt>
                <c:pt idx="125">
                  <c:v>0.62500000000000044</c:v>
                </c:pt>
                <c:pt idx="126">
                  <c:v>0.63000000000000045</c:v>
                </c:pt>
                <c:pt idx="127">
                  <c:v>0.63500000000000045</c:v>
                </c:pt>
                <c:pt idx="128">
                  <c:v>0.64000000000000046</c:v>
                </c:pt>
                <c:pt idx="129">
                  <c:v>0.64500000000000046</c:v>
                </c:pt>
                <c:pt idx="130">
                  <c:v>0.65000000000000047</c:v>
                </c:pt>
                <c:pt idx="131">
                  <c:v>0.65500000000000047</c:v>
                </c:pt>
                <c:pt idx="132">
                  <c:v>0.66000000000000048</c:v>
                </c:pt>
                <c:pt idx="133">
                  <c:v>0.66500000000000048</c:v>
                </c:pt>
                <c:pt idx="134">
                  <c:v>0.67000000000000048</c:v>
                </c:pt>
                <c:pt idx="135">
                  <c:v>0.67500000000000049</c:v>
                </c:pt>
                <c:pt idx="136">
                  <c:v>0.68000000000000049</c:v>
                </c:pt>
                <c:pt idx="137">
                  <c:v>0.6850000000000005</c:v>
                </c:pt>
                <c:pt idx="138">
                  <c:v>0.6900000000000005</c:v>
                </c:pt>
                <c:pt idx="139">
                  <c:v>0.69500000000000051</c:v>
                </c:pt>
                <c:pt idx="140">
                  <c:v>0.70000000000000051</c:v>
                </c:pt>
                <c:pt idx="141">
                  <c:v>0.70500000000000052</c:v>
                </c:pt>
                <c:pt idx="142">
                  <c:v>0.71000000000000052</c:v>
                </c:pt>
                <c:pt idx="143">
                  <c:v>0.71500000000000052</c:v>
                </c:pt>
                <c:pt idx="144">
                  <c:v>0.72000000000000053</c:v>
                </c:pt>
                <c:pt idx="145">
                  <c:v>0.72500000000000053</c:v>
                </c:pt>
                <c:pt idx="146">
                  <c:v>0.73000000000000054</c:v>
                </c:pt>
                <c:pt idx="147">
                  <c:v>0.73500000000000054</c:v>
                </c:pt>
                <c:pt idx="148">
                  <c:v>0.74000000000000055</c:v>
                </c:pt>
                <c:pt idx="149">
                  <c:v>0.74500000000000055</c:v>
                </c:pt>
                <c:pt idx="150">
                  <c:v>0.75000000000000056</c:v>
                </c:pt>
                <c:pt idx="151">
                  <c:v>0.75500000000000056</c:v>
                </c:pt>
                <c:pt idx="152">
                  <c:v>0.76000000000000056</c:v>
                </c:pt>
                <c:pt idx="153">
                  <c:v>0.76500000000000057</c:v>
                </c:pt>
                <c:pt idx="154">
                  <c:v>0.77000000000000057</c:v>
                </c:pt>
                <c:pt idx="155">
                  <c:v>0.77500000000000058</c:v>
                </c:pt>
                <c:pt idx="156">
                  <c:v>0.78000000000000058</c:v>
                </c:pt>
                <c:pt idx="157">
                  <c:v>0.78500000000000059</c:v>
                </c:pt>
                <c:pt idx="158">
                  <c:v>0.79000000000000059</c:v>
                </c:pt>
                <c:pt idx="159">
                  <c:v>0.7950000000000006</c:v>
                </c:pt>
                <c:pt idx="160">
                  <c:v>0.8000000000000006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4A-40EF-99A3-11D4BF2B6278}"/>
            </c:ext>
          </c:extLst>
        </c:ser>
        <c:ser>
          <c:idx val="1"/>
          <c:order val="1"/>
          <c:tx>
            <c:strRef>
              <c:f>TIR!$C$22</c:f>
              <c:strCache>
                <c:ptCount val="1"/>
                <c:pt idx="0">
                  <c:v>VP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TIR!$B$23:$B$183</c:f>
              <c:numCache>
                <c:formatCode>0.00%</c:formatCode>
                <c:ptCount val="16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3.0000000000000002E-2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4.9999999999999996E-2</c:v>
                </c:pt>
                <c:pt idx="11">
                  <c:v>5.4999999999999993E-2</c:v>
                </c:pt>
                <c:pt idx="12">
                  <c:v>5.9999999999999991E-2</c:v>
                </c:pt>
                <c:pt idx="13">
                  <c:v>6.4999999999999988E-2</c:v>
                </c:pt>
                <c:pt idx="14">
                  <c:v>6.9999999999999993E-2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9.0000000000000011E-2</c:v>
                </c:pt>
                <c:pt idx="19">
                  <c:v>9.5000000000000015E-2</c:v>
                </c:pt>
                <c:pt idx="20">
                  <c:v>0.10000000000000002</c:v>
                </c:pt>
                <c:pt idx="21">
                  <c:v>0.10500000000000002</c:v>
                </c:pt>
                <c:pt idx="22">
                  <c:v>0.11000000000000003</c:v>
                </c:pt>
                <c:pt idx="23">
                  <c:v>0.11500000000000003</c:v>
                </c:pt>
                <c:pt idx="24">
                  <c:v>0.12000000000000004</c:v>
                </c:pt>
                <c:pt idx="25">
                  <c:v>0.12500000000000003</c:v>
                </c:pt>
                <c:pt idx="26">
                  <c:v>0.13000000000000003</c:v>
                </c:pt>
                <c:pt idx="27">
                  <c:v>0.13500000000000004</c:v>
                </c:pt>
                <c:pt idx="28">
                  <c:v>0.14000000000000004</c:v>
                </c:pt>
                <c:pt idx="29">
                  <c:v>0.14500000000000005</c:v>
                </c:pt>
                <c:pt idx="30">
                  <c:v>0.15000000000000005</c:v>
                </c:pt>
                <c:pt idx="31">
                  <c:v>0.15500000000000005</c:v>
                </c:pt>
                <c:pt idx="32">
                  <c:v>0.16000000000000006</c:v>
                </c:pt>
                <c:pt idx="33">
                  <c:v>0.16500000000000006</c:v>
                </c:pt>
                <c:pt idx="34">
                  <c:v>0.17000000000000007</c:v>
                </c:pt>
                <c:pt idx="35">
                  <c:v>0.17500000000000007</c:v>
                </c:pt>
                <c:pt idx="36">
                  <c:v>0.18000000000000008</c:v>
                </c:pt>
                <c:pt idx="37">
                  <c:v>0.18500000000000008</c:v>
                </c:pt>
                <c:pt idx="38">
                  <c:v>0.19000000000000009</c:v>
                </c:pt>
                <c:pt idx="39">
                  <c:v>0.19500000000000009</c:v>
                </c:pt>
                <c:pt idx="40">
                  <c:v>0.20000000000000009</c:v>
                </c:pt>
                <c:pt idx="41">
                  <c:v>0.2050000000000001</c:v>
                </c:pt>
                <c:pt idx="42">
                  <c:v>0.2100000000000001</c:v>
                </c:pt>
                <c:pt idx="43">
                  <c:v>0.21500000000000011</c:v>
                </c:pt>
                <c:pt idx="44">
                  <c:v>0.22000000000000011</c:v>
                </c:pt>
                <c:pt idx="45">
                  <c:v>0.22500000000000012</c:v>
                </c:pt>
                <c:pt idx="46">
                  <c:v>0.23000000000000012</c:v>
                </c:pt>
                <c:pt idx="47">
                  <c:v>0.23500000000000013</c:v>
                </c:pt>
                <c:pt idx="48">
                  <c:v>0.24000000000000013</c:v>
                </c:pt>
                <c:pt idx="49">
                  <c:v>0.24500000000000013</c:v>
                </c:pt>
                <c:pt idx="50">
                  <c:v>0.25000000000000011</c:v>
                </c:pt>
                <c:pt idx="51">
                  <c:v>0.25500000000000012</c:v>
                </c:pt>
                <c:pt idx="52">
                  <c:v>0.26000000000000012</c:v>
                </c:pt>
                <c:pt idx="53">
                  <c:v>0.26500000000000012</c:v>
                </c:pt>
                <c:pt idx="54">
                  <c:v>0.27000000000000013</c:v>
                </c:pt>
                <c:pt idx="55">
                  <c:v>0.27500000000000013</c:v>
                </c:pt>
                <c:pt idx="56">
                  <c:v>0.28000000000000014</c:v>
                </c:pt>
                <c:pt idx="57">
                  <c:v>0.28500000000000014</c:v>
                </c:pt>
                <c:pt idx="58">
                  <c:v>0.29000000000000015</c:v>
                </c:pt>
                <c:pt idx="59">
                  <c:v>0.29500000000000015</c:v>
                </c:pt>
                <c:pt idx="60">
                  <c:v>0.30000000000000016</c:v>
                </c:pt>
                <c:pt idx="61">
                  <c:v>0.30500000000000016</c:v>
                </c:pt>
                <c:pt idx="62">
                  <c:v>0.31000000000000016</c:v>
                </c:pt>
                <c:pt idx="63">
                  <c:v>0.31500000000000017</c:v>
                </c:pt>
                <c:pt idx="64">
                  <c:v>0.32000000000000017</c:v>
                </c:pt>
                <c:pt idx="65">
                  <c:v>0.32500000000000018</c:v>
                </c:pt>
                <c:pt idx="66">
                  <c:v>0.33000000000000018</c:v>
                </c:pt>
                <c:pt idx="67">
                  <c:v>0.33500000000000019</c:v>
                </c:pt>
                <c:pt idx="68">
                  <c:v>0.34000000000000019</c:v>
                </c:pt>
                <c:pt idx="69">
                  <c:v>0.3450000000000002</c:v>
                </c:pt>
                <c:pt idx="70">
                  <c:v>0.3500000000000002</c:v>
                </c:pt>
                <c:pt idx="71">
                  <c:v>0.3550000000000002</c:v>
                </c:pt>
                <c:pt idx="72">
                  <c:v>0.36000000000000021</c:v>
                </c:pt>
                <c:pt idx="73">
                  <c:v>0.36500000000000021</c:v>
                </c:pt>
                <c:pt idx="74">
                  <c:v>0.37000000000000022</c:v>
                </c:pt>
                <c:pt idx="75">
                  <c:v>0.37500000000000022</c:v>
                </c:pt>
                <c:pt idx="76">
                  <c:v>0.38000000000000023</c:v>
                </c:pt>
                <c:pt idx="77">
                  <c:v>0.38500000000000023</c:v>
                </c:pt>
                <c:pt idx="78">
                  <c:v>0.39000000000000024</c:v>
                </c:pt>
                <c:pt idx="79">
                  <c:v>0.39500000000000024</c:v>
                </c:pt>
                <c:pt idx="80">
                  <c:v>0.40000000000000024</c:v>
                </c:pt>
                <c:pt idx="81">
                  <c:v>0.40500000000000025</c:v>
                </c:pt>
                <c:pt idx="82">
                  <c:v>0.41000000000000025</c:v>
                </c:pt>
                <c:pt idx="83">
                  <c:v>0.41500000000000026</c:v>
                </c:pt>
                <c:pt idx="84">
                  <c:v>0.42000000000000026</c:v>
                </c:pt>
                <c:pt idx="85">
                  <c:v>0.42500000000000027</c:v>
                </c:pt>
                <c:pt idx="86">
                  <c:v>0.43000000000000027</c:v>
                </c:pt>
                <c:pt idx="87">
                  <c:v>0.43500000000000028</c:v>
                </c:pt>
                <c:pt idx="88">
                  <c:v>0.44000000000000028</c:v>
                </c:pt>
                <c:pt idx="89">
                  <c:v>0.44500000000000028</c:v>
                </c:pt>
                <c:pt idx="90">
                  <c:v>0.45000000000000029</c:v>
                </c:pt>
                <c:pt idx="91">
                  <c:v>0.45500000000000029</c:v>
                </c:pt>
                <c:pt idx="92">
                  <c:v>0.4600000000000003</c:v>
                </c:pt>
                <c:pt idx="93">
                  <c:v>0.4650000000000003</c:v>
                </c:pt>
                <c:pt idx="94">
                  <c:v>0.47000000000000031</c:v>
                </c:pt>
                <c:pt idx="95">
                  <c:v>0.47500000000000031</c:v>
                </c:pt>
                <c:pt idx="96">
                  <c:v>0.48000000000000032</c:v>
                </c:pt>
                <c:pt idx="97">
                  <c:v>0.48500000000000032</c:v>
                </c:pt>
                <c:pt idx="98">
                  <c:v>0.49000000000000032</c:v>
                </c:pt>
                <c:pt idx="99">
                  <c:v>0.49500000000000033</c:v>
                </c:pt>
                <c:pt idx="100">
                  <c:v>0.50000000000000033</c:v>
                </c:pt>
                <c:pt idx="101">
                  <c:v>0.50500000000000034</c:v>
                </c:pt>
                <c:pt idx="102">
                  <c:v>0.51000000000000034</c:v>
                </c:pt>
                <c:pt idx="103">
                  <c:v>0.51500000000000035</c:v>
                </c:pt>
                <c:pt idx="104">
                  <c:v>0.52000000000000035</c:v>
                </c:pt>
                <c:pt idx="105">
                  <c:v>0.52500000000000036</c:v>
                </c:pt>
                <c:pt idx="106">
                  <c:v>0.53000000000000036</c:v>
                </c:pt>
                <c:pt idx="107">
                  <c:v>0.53500000000000036</c:v>
                </c:pt>
                <c:pt idx="108">
                  <c:v>0.54000000000000037</c:v>
                </c:pt>
                <c:pt idx="109">
                  <c:v>0.54500000000000037</c:v>
                </c:pt>
                <c:pt idx="110">
                  <c:v>0.55000000000000038</c:v>
                </c:pt>
                <c:pt idx="111">
                  <c:v>0.55500000000000038</c:v>
                </c:pt>
                <c:pt idx="112">
                  <c:v>0.56000000000000039</c:v>
                </c:pt>
                <c:pt idx="113">
                  <c:v>0.56500000000000039</c:v>
                </c:pt>
                <c:pt idx="114">
                  <c:v>0.5700000000000004</c:v>
                </c:pt>
                <c:pt idx="115">
                  <c:v>0.5750000000000004</c:v>
                </c:pt>
                <c:pt idx="116">
                  <c:v>0.5800000000000004</c:v>
                </c:pt>
                <c:pt idx="117">
                  <c:v>0.58500000000000041</c:v>
                </c:pt>
                <c:pt idx="118">
                  <c:v>0.59000000000000041</c:v>
                </c:pt>
                <c:pt idx="119">
                  <c:v>0.59500000000000042</c:v>
                </c:pt>
                <c:pt idx="120">
                  <c:v>0.60000000000000042</c:v>
                </c:pt>
                <c:pt idx="121">
                  <c:v>0.60500000000000043</c:v>
                </c:pt>
                <c:pt idx="122">
                  <c:v>0.61000000000000043</c:v>
                </c:pt>
                <c:pt idx="123">
                  <c:v>0.61500000000000044</c:v>
                </c:pt>
                <c:pt idx="124">
                  <c:v>0.62000000000000044</c:v>
                </c:pt>
                <c:pt idx="125">
                  <c:v>0.62500000000000044</c:v>
                </c:pt>
                <c:pt idx="126">
                  <c:v>0.63000000000000045</c:v>
                </c:pt>
                <c:pt idx="127">
                  <c:v>0.63500000000000045</c:v>
                </c:pt>
                <c:pt idx="128">
                  <c:v>0.64000000000000046</c:v>
                </c:pt>
                <c:pt idx="129">
                  <c:v>0.64500000000000046</c:v>
                </c:pt>
                <c:pt idx="130">
                  <c:v>0.65000000000000047</c:v>
                </c:pt>
                <c:pt idx="131">
                  <c:v>0.65500000000000047</c:v>
                </c:pt>
                <c:pt idx="132">
                  <c:v>0.66000000000000048</c:v>
                </c:pt>
                <c:pt idx="133">
                  <c:v>0.66500000000000048</c:v>
                </c:pt>
                <c:pt idx="134">
                  <c:v>0.67000000000000048</c:v>
                </c:pt>
                <c:pt idx="135">
                  <c:v>0.67500000000000049</c:v>
                </c:pt>
                <c:pt idx="136">
                  <c:v>0.68000000000000049</c:v>
                </c:pt>
                <c:pt idx="137">
                  <c:v>0.6850000000000005</c:v>
                </c:pt>
                <c:pt idx="138">
                  <c:v>0.6900000000000005</c:v>
                </c:pt>
                <c:pt idx="139">
                  <c:v>0.69500000000000051</c:v>
                </c:pt>
                <c:pt idx="140">
                  <c:v>0.70000000000000051</c:v>
                </c:pt>
                <c:pt idx="141">
                  <c:v>0.70500000000000052</c:v>
                </c:pt>
                <c:pt idx="142">
                  <c:v>0.71000000000000052</c:v>
                </c:pt>
                <c:pt idx="143">
                  <c:v>0.71500000000000052</c:v>
                </c:pt>
                <c:pt idx="144">
                  <c:v>0.72000000000000053</c:v>
                </c:pt>
                <c:pt idx="145">
                  <c:v>0.72500000000000053</c:v>
                </c:pt>
                <c:pt idx="146">
                  <c:v>0.73000000000000054</c:v>
                </c:pt>
                <c:pt idx="147">
                  <c:v>0.73500000000000054</c:v>
                </c:pt>
                <c:pt idx="148">
                  <c:v>0.74000000000000055</c:v>
                </c:pt>
                <c:pt idx="149">
                  <c:v>0.74500000000000055</c:v>
                </c:pt>
                <c:pt idx="150">
                  <c:v>0.75000000000000056</c:v>
                </c:pt>
                <c:pt idx="151">
                  <c:v>0.75500000000000056</c:v>
                </c:pt>
                <c:pt idx="152">
                  <c:v>0.76000000000000056</c:v>
                </c:pt>
                <c:pt idx="153">
                  <c:v>0.76500000000000057</c:v>
                </c:pt>
                <c:pt idx="154">
                  <c:v>0.77000000000000057</c:v>
                </c:pt>
                <c:pt idx="155">
                  <c:v>0.77500000000000058</c:v>
                </c:pt>
                <c:pt idx="156">
                  <c:v>0.78000000000000058</c:v>
                </c:pt>
                <c:pt idx="157">
                  <c:v>0.78500000000000059</c:v>
                </c:pt>
                <c:pt idx="158">
                  <c:v>0.79000000000000059</c:v>
                </c:pt>
                <c:pt idx="159">
                  <c:v>0.7950000000000006</c:v>
                </c:pt>
                <c:pt idx="160">
                  <c:v>0.8000000000000006</c:v>
                </c:pt>
              </c:numCache>
            </c:numRef>
          </c:cat>
          <c:val>
            <c:numRef>
              <c:f>TIR!$C$23:$C$183</c:f>
              <c:numCache>
                <c:formatCode>"$"#,##0.00_);[Red]\("$"#,##0.00\)</c:formatCode>
                <c:ptCount val="161"/>
                <c:pt idx="0">
                  <c:v>-1200</c:v>
                </c:pt>
                <c:pt idx="1">
                  <c:v>-1115.0754432119584</c:v>
                </c:pt>
                <c:pt idx="2">
                  <c:v>-1035.1094364360015</c:v>
                </c:pt>
                <c:pt idx="3">
                  <c:v>-959.82622415778008</c:v>
                </c:pt>
                <c:pt idx="4">
                  <c:v>-888.96619246367845</c:v>
                </c:pt>
                <c:pt idx="5">
                  <c:v>-822.28485781260247</c:v>
                </c:pt>
                <c:pt idx="6">
                  <c:v>-759.55192367073278</c:v>
                </c:pt>
                <c:pt idx="7">
                  <c:v>-700.55040014552185</c:v>
                </c:pt>
                <c:pt idx="8">
                  <c:v>-645.07578212583167</c:v>
                </c:pt>
                <c:pt idx="9">
                  <c:v>-592.93528177616702</c:v>
                </c:pt>
                <c:pt idx="10">
                  <c:v>-543.94711154622098</c:v>
                </c:pt>
                <c:pt idx="11">
                  <c:v>-497.93981414552911</c:v>
                </c:pt>
                <c:pt idx="12">
                  <c:v>-454.75163619828743</c:v>
                </c:pt>
                <c:pt idx="13">
                  <c:v>-414.22994253794695</c:v>
                </c:pt>
                <c:pt idx="14">
                  <c:v>-376.23066832619008</c:v>
                </c:pt>
                <c:pt idx="15">
                  <c:v>-340.61780638850144</c:v>
                </c:pt>
                <c:pt idx="16">
                  <c:v>-307.26292734969059</c:v>
                </c:pt>
                <c:pt idx="17">
                  <c:v>-276.04473032922363</c:v>
                </c:pt>
                <c:pt idx="18">
                  <c:v>-246.84862211890231</c:v>
                </c:pt>
                <c:pt idx="19">
                  <c:v>-219.56632291573385</c:v>
                </c:pt>
                <c:pt idx="20">
                  <c:v>-194.09549682144939</c:v>
                </c:pt>
                <c:pt idx="21">
                  <c:v>-170.33940544836469</c:v>
                </c:pt>
                <c:pt idx="22">
                  <c:v>-148.20658308959355</c:v>
                </c:pt>
                <c:pt idx="23">
                  <c:v>-127.61053202114408</c:v>
                </c:pt>
                <c:pt idx="24">
                  <c:v>-108.46943660459783</c:v>
                </c:pt>
                <c:pt idx="25">
                  <c:v>-90.705894952752715</c:v>
                </c:pt>
                <c:pt idx="26">
                  <c:v>-74.246667007230144</c:v>
                </c:pt>
                <c:pt idx="27">
                  <c:v>-59.022437957333068</c:v>
                </c:pt>
                <c:pt idx="28">
                  <c:v>-44.967596003661356</c:v>
                </c:pt>
                <c:pt idx="29">
                  <c:v>-32.020023538906116</c:v>
                </c:pt>
                <c:pt idx="30">
                  <c:v>-20.120900881997386</c:v>
                </c:pt>
                <c:pt idx="31">
                  <c:v>-9.2145217609383963</c:v>
                </c:pt>
                <c:pt idx="32">
                  <c:v>0.75188020549967405</c:v>
                </c:pt>
                <c:pt idx="33">
                  <c:v>9.8282947261277513</c:v>
                </c:pt>
                <c:pt idx="34">
                  <c:v>18.0620884074483</c:v>
                </c:pt>
                <c:pt idx="35">
                  <c:v>25.49814928335536</c:v>
                </c:pt>
                <c:pt idx="36">
                  <c:v>32.179022871567213</c:v>
                </c:pt>
                <c:pt idx="37">
                  <c:v>38.145040286080757</c:v>
                </c:pt>
                <c:pt idx="38">
                  <c:v>43.434438899797442</c:v>
                </c:pt>
                <c:pt idx="39">
                  <c:v>48.083476018781994</c:v>
                </c:pt>
                <c:pt idx="40">
                  <c:v>52.126535999233965</c:v>
                </c:pt>
                <c:pt idx="41">
                  <c:v>55.596231209970028</c:v>
                </c:pt>
                <c:pt idx="42">
                  <c:v>58.52349721693372</c:v>
                </c:pt>
                <c:pt idx="43">
                  <c:v>60.937682541746653</c:v>
                </c:pt>
                <c:pt idx="44">
                  <c:v>62.86663332351668</c:v>
                </c:pt>
                <c:pt idx="45">
                  <c:v>64.336773191916791</c:v>
                </c:pt>
                <c:pt idx="46">
                  <c:v>65.373178639732942</c:v>
                </c:pt>
                <c:pt idx="47">
                  <c:v>65.99965016466399</c:v>
                </c:pt>
                <c:pt idx="48">
                  <c:v>66.238779432969295</c:v>
                </c:pt>
                <c:pt idx="49">
                  <c:v>66.112012701539015</c:v>
                </c:pt>
                <c:pt idx="50">
                  <c:v>65.639710719999812</c:v>
                </c:pt>
                <c:pt idx="51">
                  <c:v>64.841205320546351</c:v>
                </c:pt>
                <c:pt idx="52">
                  <c:v>63.734852890145248</c:v>
                </c:pt>
                <c:pt idx="53">
                  <c:v>62.338084907636812</c:v>
                </c:pt>
                <c:pt idx="54">
                  <c:v>60.667455716875111</c:v>
                </c:pt>
                <c:pt idx="55">
                  <c:v>58.738687696486522</c:v>
                </c:pt>
                <c:pt idx="56">
                  <c:v>56.566713976889559</c:v>
                </c:pt>
                <c:pt idx="57">
                  <c:v>54.165718845977381</c:v>
                </c:pt>
                <c:pt idx="58">
                  <c:v>51.549175976205333</c:v>
                </c:pt>
                <c:pt idx="59">
                  <c:v>48.729884597737737</c:v>
                </c:pt>
                <c:pt idx="60">
                  <c:v>45.720003734725879</c:v>
                </c:pt>
                <c:pt idx="61">
                  <c:v>42.53108461471993</c:v>
                </c:pt>
                <c:pt idx="62">
                  <c:v>39.174101354571349</c:v>
                </c:pt>
                <c:pt idx="63">
                  <c:v>35.659480019995044</c:v>
                </c:pt>
                <c:pt idx="64">
                  <c:v>31.997126150133681</c:v>
                </c:pt>
                <c:pt idx="65">
                  <c:v>28.196450833028848</c:v>
                </c:pt>
                <c:pt idx="66">
                  <c:v>24.266395412799966</c:v>
                </c:pt>
                <c:pt idx="67">
                  <c:v>20.215454904568787</c:v>
                </c:pt>
                <c:pt idx="68">
                  <c:v>16.051700188659197</c:v>
                </c:pt>
                <c:pt idx="69">
                  <c:v>11.782799051424718</c:v>
                </c:pt>
                <c:pt idx="70">
                  <c:v>7.4160361361134619</c:v>
                </c:pt>
                <c:pt idx="71">
                  <c:v>2.9583318634722673</c:v>
                </c:pt>
                <c:pt idx="72">
                  <c:v>-1.5837396216581965</c:v>
                </c:pt>
                <c:pt idx="73">
                  <c:v>-6.2039334247758688</c:v>
                </c:pt>
                <c:pt idx="74">
                  <c:v>-10.896317747235798</c:v>
                </c:pt>
                <c:pt idx="75">
                  <c:v>-15.655258555791534</c:v>
                </c:pt>
                <c:pt idx="76">
                  <c:v>-20.475405031788114</c:v>
                </c:pt>
                <c:pt idx="77">
                  <c:v>-25.351675758161036</c:v>
                </c:pt>
                <c:pt idx="78">
                  <c:v>-30.279245604785274</c:v>
                </c:pt>
                <c:pt idx="79">
                  <c:v>-35.253533274935307</c:v>
                </c:pt>
                <c:pt idx="80">
                  <c:v>-40.27018947773422</c:v>
                </c:pt>
                <c:pt idx="81">
                  <c:v>-45.325085693441906</c:v>
                </c:pt>
                <c:pt idx="82">
                  <c:v>-50.414303500284404</c:v>
                </c:pt>
                <c:pt idx="83">
                  <c:v>-55.53412443327602</c:v>
                </c:pt>
                <c:pt idx="84">
                  <c:v>-60.681020347139111</c:v>
                </c:pt>
                <c:pt idx="85">
                  <c:v>-65.851644256958025</c:v>
                </c:pt>
                <c:pt idx="86">
                  <c:v>-71.042821631681591</c:v>
                </c:pt>
                <c:pt idx="87">
                  <c:v>-76.251542116938936</c:v>
                </c:pt>
                <c:pt idx="88">
                  <c:v>-81.474951664936498</c:v>
                </c:pt>
                <c:pt idx="89">
                  <c:v>-86.710345050423939</c:v>
                </c:pt>
                <c:pt idx="90">
                  <c:v>-91.95515875285696</c:v>
                </c:pt>
                <c:pt idx="91">
                  <c:v>-97.206964185962761</c:v>
                </c:pt>
                <c:pt idx="92">
                  <c:v>-102.46346125693663</c:v>
                </c:pt>
                <c:pt idx="93">
                  <c:v>-107.72247223846875</c:v>
                </c:pt>
                <c:pt idx="94">
                  <c:v>-112.98193593767587</c:v>
                </c:pt>
                <c:pt idx="95">
                  <c:v>-118.23990214689934</c:v>
                </c:pt>
                <c:pt idx="96">
                  <c:v>-123.49452636211481</c:v>
                </c:pt>
                <c:pt idx="97">
                  <c:v>-128.74406475546471</c:v>
                </c:pt>
                <c:pt idx="98">
                  <c:v>-133.9868693891458</c:v>
                </c:pt>
                <c:pt idx="99">
                  <c:v>-139.2213836585529</c:v>
                </c:pt>
                <c:pt idx="100">
                  <c:v>-144.44613795322607</c:v>
                </c:pt>
                <c:pt idx="101">
                  <c:v>-149.65974552474222</c:v>
                </c:pt>
                <c:pt idx="102">
                  <c:v>-154.86089855128125</c:v>
                </c:pt>
                <c:pt idx="103">
                  <c:v>-160.04836438910093</c:v>
                </c:pt>
                <c:pt idx="104">
                  <c:v>-165.22098200170376</c:v>
                </c:pt>
                <c:pt idx="105">
                  <c:v>-170.37765855792691</c:v>
                </c:pt>
                <c:pt idx="106">
                  <c:v>-175.51736619065946</c:v>
                </c:pt>
                <c:pt idx="107">
                  <c:v>-180.63913890830815</c:v>
                </c:pt>
                <c:pt idx="108">
                  <c:v>-185.74206965154758</c:v>
                </c:pt>
                <c:pt idx="109">
                  <c:v>-190.82530748827025</c:v>
                </c:pt>
                <c:pt idx="110">
                  <c:v>-195.88805494001724</c:v>
                </c:pt>
                <c:pt idx="111">
                  <c:v>-200.92956543350874</c:v>
                </c:pt>
                <c:pt idx="112">
                  <c:v>-205.94914087122231</c:v>
                </c:pt>
                <c:pt idx="113">
                  <c:v>-210.94612931527604</c:v>
                </c:pt>
                <c:pt idx="114">
                  <c:v>-215.91992277916097</c:v>
                </c:pt>
                <c:pt idx="115">
                  <c:v>-220.86995512214185</c:v>
                </c:pt>
                <c:pt idx="116">
                  <c:v>-225.79570004140942</c:v>
                </c:pt>
                <c:pt idx="117">
                  <c:v>-230.69666915731307</c:v>
                </c:pt>
                <c:pt idx="118">
                  <c:v>-235.5724101872388</c:v>
                </c:pt>
                <c:pt idx="119">
                  <c:v>-240.42250520390917</c:v>
                </c:pt>
                <c:pt idx="120">
                  <c:v>-245.24656897410841</c:v>
                </c:pt>
                <c:pt idx="121">
                  <c:v>-250.04424737401473</c:v>
                </c:pt>
                <c:pt idx="122">
                  <c:v>-254.815215877539</c:v>
                </c:pt>
                <c:pt idx="123">
                  <c:v>-259.55917811420602</c:v>
                </c:pt>
                <c:pt idx="124">
                  <c:v>-264.27586449332591</c:v>
                </c:pt>
                <c:pt idx="125">
                  <c:v>-268.96503089134148</c:v>
                </c:pt>
                <c:pt idx="126">
                  <c:v>-273.62645739939035</c:v>
                </c:pt>
                <c:pt idx="127">
                  <c:v>-278.25994712826878</c:v>
                </c:pt>
                <c:pt idx="128">
                  <c:v>-282.86532506812898</c:v>
                </c:pt>
                <c:pt idx="129">
                  <c:v>-287.44243700035167</c:v>
                </c:pt>
                <c:pt idx="130">
                  <c:v>-291.99114845918348</c:v>
                </c:pt>
                <c:pt idx="131">
                  <c:v>-296.51134374082483</c:v>
                </c:pt>
                <c:pt idx="132">
                  <c:v>-301.00292495777751</c:v>
                </c:pt>
                <c:pt idx="133">
                  <c:v>-305.46581113636557</c:v>
                </c:pt>
                <c:pt idx="134">
                  <c:v>-309.89993735543499</c:v>
                </c:pt>
                <c:pt idx="135">
                  <c:v>-314.30525392434686</c:v>
                </c:pt>
                <c:pt idx="136">
                  <c:v>-318.68172559845038</c:v>
                </c:pt>
                <c:pt idx="137">
                  <c:v>-323.02933083033361</c:v>
                </c:pt>
                <c:pt idx="138">
                  <c:v>-327.34806105519851</c:v>
                </c:pt>
                <c:pt idx="139">
                  <c:v>-331.63792000882097</c:v>
                </c:pt>
                <c:pt idx="140">
                  <c:v>-335.89892307659397</c:v>
                </c:pt>
                <c:pt idx="141">
                  <c:v>-340.13109667225353</c:v>
                </c:pt>
                <c:pt idx="142">
                  <c:v>-344.3344776449344</c:v>
                </c:pt>
                <c:pt idx="143">
                  <c:v>-348.5091127132664</c:v>
                </c:pt>
                <c:pt idx="144">
                  <c:v>-352.65505792529734</c:v>
                </c:pt>
                <c:pt idx="145">
                  <c:v>-356.77237814306557</c:v>
                </c:pt>
                <c:pt idx="146">
                  <c:v>-360.86114655071822</c:v>
                </c:pt>
                <c:pt idx="147">
                  <c:v>-364.92144418510566</c:v>
                </c:pt>
                <c:pt idx="148">
                  <c:v>-368.9533594878493</c:v>
                </c:pt>
                <c:pt idx="149">
                  <c:v>-372.95698787791002</c:v>
                </c:pt>
                <c:pt idx="150">
                  <c:v>-376.93243134374598</c:v>
                </c:pt>
                <c:pt idx="151">
                  <c:v>-380.87979805417217</c:v>
                </c:pt>
                <c:pt idx="152">
                  <c:v>-384.7992019870909</c:v>
                </c:pt>
                <c:pt idx="153">
                  <c:v>-388.69076257529662</c:v>
                </c:pt>
                <c:pt idx="154">
                  <c:v>-392.55460436858425</c:v>
                </c:pt>
                <c:pt idx="155">
                  <c:v>-396.39085671144244</c:v>
                </c:pt>
                <c:pt idx="156">
                  <c:v>-400.19965343563183</c:v>
                </c:pt>
                <c:pt idx="157">
                  <c:v>-403.98113256698923</c:v>
                </c:pt>
                <c:pt idx="158">
                  <c:v>-407.73543604582426</c:v>
                </c:pt>
                <c:pt idx="159">
                  <c:v>-411.46270946030484</c:v>
                </c:pt>
                <c:pt idx="160">
                  <c:v>-415.16310179225286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4A-40EF-99A3-11D4BF2B62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51098960"/>
        <c:axId val="351104784"/>
      </c:lineChart>
      <c:catAx>
        <c:axId val="351098960"/>
        <c:scaling>
          <c:orientation val="minMax"/>
        </c:scaling>
        <c:delete val="0"/>
        <c:axPos val="b"/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1104784"/>
        <c:crosses val="autoZero"/>
        <c:auto val="1"/>
        <c:lblAlgn val="ctr"/>
        <c:lblOffset val="100"/>
        <c:noMultiLvlLbl val="0"/>
      </c:catAx>
      <c:valAx>
        <c:axId val="351104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51098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noProof="0" dirty="0"/>
              <a:t>Mutuamente Excluyentes:</a:t>
            </a:r>
          </a:p>
          <a:p>
            <a:r>
              <a:rPr lang="es-ES_tradnl" noProof="0" dirty="0"/>
              <a:t>-Trabajar en empresa de sus sueños 1 vs empresa de sus sueños 2</a:t>
            </a:r>
          </a:p>
          <a:p>
            <a:r>
              <a:rPr lang="es-ES_tradnl" noProof="0" dirty="0"/>
              <a:t>-Estudiar en la universidad X</a:t>
            </a:r>
            <a:r>
              <a:rPr lang="es-ES_tradnl" baseline="0" noProof="0" dirty="0"/>
              <a:t> o Z</a:t>
            </a:r>
          </a:p>
          <a:p>
            <a:pPr marL="0" indent="0">
              <a:buFontTx/>
              <a:buNone/>
            </a:pPr>
            <a:r>
              <a:rPr lang="es-ES_tradnl" baseline="0" noProof="0" dirty="0"/>
              <a:t>-Modelo de victoria </a:t>
            </a:r>
            <a:r>
              <a:rPr lang="es-ES_tradnl" baseline="0" noProof="0" dirty="0" err="1"/>
              <a:t>secret</a:t>
            </a:r>
            <a:r>
              <a:rPr lang="es-ES_tradnl" baseline="0" noProof="0" dirty="0"/>
              <a:t> 1 o 2</a:t>
            </a:r>
          </a:p>
          <a:p>
            <a:pPr marL="171450" indent="-171450">
              <a:buFontTx/>
              <a:buChar char="-"/>
            </a:pPr>
            <a:endParaRPr lang="es-ES_tradnl" baseline="0" noProof="0" dirty="0"/>
          </a:p>
          <a:p>
            <a:pPr marL="0" indent="0">
              <a:buFontTx/>
              <a:buNone/>
            </a:pPr>
            <a:r>
              <a:rPr lang="es-ES_tradnl" baseline="0" noProof="0" dirty="0"/>
              <a:t>Restricciones Técnicas:</a:t>
            </a:r>
          </a:p>
          <a:p>
            <a:pPr marL="171450" indent="-171450">
              <a:buFontTx/>
              <a:buChar char="-"/>
            </a:pPr>
            <a:r>
              <a:rPr lang="es-ES_tradnl" baseline="0" noProof="0" dirty="0"/>
              <a:t>Restricción presupuestal del gobierno</a:t>
            </a:r>
          </a:p>
          <a:p>
            <a:pPr marL="171450" indent="-171450">
              <a:buFontTx/>
              <a:buChar char="-"/>
            </a:pPr>
            <a:r>
              <a:rPr lang="es-ES_tradnl" baseline="0" noProof="0" dirty="0"/>
              <a:t>Corte constitucional</a:t>
            </a:r>
            <a:endParaRPr lang="es-ES_tradnl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19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se </a:t>
            </a:r>
            <a:r>
              <a:rPr lang="en-US" dirty="0" err="1"/>
              <a:t>requiere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traer</a:t>
            </a:r>
            <a:r>
              <a:rPr lang="en-US" dirty="0"/>
              <a:t> a valor </a:t>
            </a:r>
            <a:r>
              <a:rPr lang="en-US" dirty="0" err="1"/>
              <a:t>presente</a:t>
            </a:r>
            <a:r>
              <a:rPr lang="en-US" dirty="0"/>
              <a:t>? –</a:t>
            </a:r>
            <a:r>
              <a:rPr lang="en-US" baseline="0" dirty="0"/>
              <a:t> </a:t>
            </a:r>
            <a:r>
              <a:rPr lang="en-US" baseline="0" dirty="0" err="1"/>
              <a:t>Flujos</a:t>
            </a:r>
            <a:r>
              <a:rPr lang="en-US" baseline="0" dirty="0"/>
              <a:t> &amp; </a:t>
            </a:r>
            <a:r>
              <a:rPr lang="en-US" baseline="0" dirty="0" err="1"/>
              <a:t>Tasa</a:t>
            </a:r>
            <a:r>
              <a:rPr lang="en-US" baseline="0" dirty="0"/>
              <a:t> de </a:t>
            </a:r>
            <a:r>
              <a:rPr lang="en-US" baseline="0" dirty="0" err="1"/>
              <a:t>Descuento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99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95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FBD6-CC2A-1538-6474-72589A5C5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860CC-6C4A-69AE-39CC-0D88A4DC3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89BB8-6C9D-6F3F-DA0A-B02CF0EC7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3C998-8F9F-3809-A406-31937C446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97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CB666-6D2F-9A28-535B-38023DAAE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4244E-EF11-CBB3-E216-64D8B73F2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1BBCE-D1B5-E62B-6419-F7F254F04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AEF53-B3BA-2BFB-84AE-7BAC5651FC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27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8D12-FACB-5959-84CE-B3FB24B97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90B45-847C-D377-D235-236BCD2C3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8A2CA-6EC4-49B0-F430-B552418AF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A8BE3-C2A0-88E7-96E5-4A2D6C5D29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Preguntar</a:t>
            </a:r>
            <a:r>
              <a:rPr lang="en-US" dirty="0"/>
              <a:t>: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no la </a:t>
            </a:r>
            <a:r>
              <a:rPr lang="en-US" dirty="0" err="1"/>
              <a:t>rentabilidad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3B15-72A8-4A24-6270-58CD6E7B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491D6-BCAC-FC16-ED3E-2F4767420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414FB-9443-8D5C-0AF5-F651C3EA6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1D76F-EF5E-4BB5-F867-2D3B1112A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04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0143-4FDF-B04D-C51F-F043F9B6F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82E0B-73DD-E0A8-A1A0-02A6AD7E6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82666-691B-52BF-F094-3063416CA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Preguntar</a:t>
            </a:r>
            <a:r>
              <a:rPr lang="en-US" dirty="0"/>
              <a:t>:</a:t>
            </a:r>
            <a:r>
              <a:rPr lang="en-US" baseline="0" dirty="0"/>
              <a:t> ¿</a:t>
            </a:r>
            <a:r>
              <a:rPr lang="en-US" baseline="0" dirty="0" err="1"/>
              <a:t>Cuál</a:t>
            </a:r>
            <a:r>
              <a:rPr lang="en-US" baseline="0" dirty="0"/>
              <a:t> </a:t>
            </a:r>
            <a:r>
              <a:rPr lang="en-US" baseline="0" dirty="0" err="1"/>
              <a:t>es</a:t>
            </a:r>
            <a:r>
              <a:rPr lang="en-US" baseline="0" dirty="0"/>
              <a:t> la TIR?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81D2A-9C27-8774-7F3B-0834FC4FA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321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2C4E94-3DB4-C84A-925E-628A397D8B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2829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2C4E94-3DB4-C84A-925E-628A397D8B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0059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Preguntar</a:t>
            </a:r>
            <a:r>
              <a:rPr lang="en-US" dirty="0"/>
              <a:t>:</a:t>
            </a:r>
            <a:r>
              <a:rPr lang="en-US" baseline="0" dirty="0"/>
              <a:t> ¿</a:t>
            </a:r>
            <a:r>
              <a:rPr lang="en-US" baseline="0" dirty="0" err="1"/>
              <a:t>Cuál</a:t>
            </a:r>
            <a:r>
              <a:rPr lang="en-US" baseline="0" dirty="0"/>
              <a:t> </a:t>
            </a:r>
            <a:r>
              <a:rPr lang="en-US" baseline="0" dirty="0" err="1"/>
              <a:t>es</a:t>
            </a:r>
            <a:r>
              <a:rPr lang="en-US" baseline="0" dirty="0"/>
              <a:t> la TIR?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2C4E94-3DB4-C84A-925E-628A397D8B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18210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2C4E94-3DB4-C84A-925E-628A397D8B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078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B11DB-7271-839A-1EBA-3F7FB9E7D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2BC9E-6214-D543-D95A-FC5C3C883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7AE39-9966-6039-1D83-D5C443341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80BA6-C381-03F3-9317-F716D55527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2C4E94-3DB4-C84A-925E-628A397D8B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9296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2C4E94-3DB4-C84A-925E-628A397D8B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71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2C4E94-3DB4-C84A-925E-628A397D8B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0979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Cuando</a:t>
            </a:r>
            <a:r>
              <a:rPr lang="en-US" dirty="0"/>
              <a:t> se </a:t>
            </a:r>
            <a:r>
              <a:rPr lang="en-US" dirty="0" err="1"/>
              <a:t>hable</a:t>
            </a:r>
            <a:r>
              <a:rPr lang="en-US" dirty="0"/>
              <a:t> del 41,16%,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bueno</a:t>
            </a:r>
            <a:r>
              <a:rPr lang="en-US" baseline="0" dirty="0"/>
              <a:t> </a:t>
            </a:r>
            <a:r>
              <a:rPr lang="en-US" baseline="0" dirty="0" err="1"/>
              <a:t>preguntar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</a:t>
            </a:r>
            <a:r>
              <a:rPr lang="en-US" baseline="0" dirty="0" err="1"/>
              <a:t>comparen</a:t>
            </a:r>
            <a:r>
              <a:rPr lang="en-US" baseline="0" dirty="0"/>
              <a:t> el 41% de 1.000 con el 9% de 1.000 </a:t>
            </a:r>
            <a:r>
              <a:rPr lang="en-US" baseline="0" dirty="0" err="1"/>
              <a:t>cuatro</a:t>
            </a:r>
            <a:r>
              <a:rPr lang="en-US" baseline="0" dirty="0"/>
              <a:t> </a:t>
            </a:r>
            <a:r>
              <a:rPr lang="en-US" baseline="0" dirty="0" err="1"/>
              <a:t>veces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2C4E94-3DB4-C84A-925E-628A397D8B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1385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917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54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46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9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50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6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9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1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3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8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10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38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6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68662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2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359896" cy="826833"/>
          </a:xfrm>
        </p:spPr>
        <p:txBody>
          <a:bodyPr>
            <a:noAutofit/>
          </a:bodyPr>
          <a:lstStyle/>
          <a:p>
            <a:r>
              <a:rPr lang="es-CO" sz="4000" dirty="0">
                <a:latin typeface="Century Gothic"/>
              </a:rPr>
              <a:t>INDICADORES DE BONDAD FINANCIERA (</a:t>
            </a:r>
            <a:r>
              <a:rPr lang="es-CO" sz="4000" dirty="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4000" dirty="0">
                <a:latin typeface="Century Gothic"/>
              </a:rPr>
              <a:t>)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3AD51E0-45F2-4944-F542-877DA066F08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A5762F-1C2D-FD38-E811-7AC845A38582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3173020" y="2318042"/>
            <a:ext cx="8540907" cy="16312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2000" dirty="0">
                <a:solidFill>
                  <a:schemeClr val="accent1"/>
                </a:solidFill>
                <a:latin typeface="Century Gothic"/>
                <a:cs typeface="Arial"/>
              </a:rPr>
              <a:t>Introducción a los Indicadores de Bondad financiera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20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Valor Presente Neto (VPN)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Tasa Interna de Retorno (TIR)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7CCA6F4-3C8A-C61E-D855-42886A54578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7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5367D-8C8F-AAD5-1864-CE320F72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D85B3-4663-C10F-6E56-4A2EBACD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6E94E3-0050-66EC-4451-C82447C4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FFA423B0-D2A5-9FFD-E2A6-8DAF9B40D6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3197CFDB-FADD-C806-5AA8-E29E6DC2FBC6}"/>
              </a:ext>
            </a:extLst>
          </p:cNvPr>
          <p:cNvSpPr/>
          <p:nvPr/>
        </p:nvSpPr>
        <p:spPr>
          <a:xfrm>
            <a:off x="3173020" y="2318042"/>
            <a:ext cx="8540907" cy="16312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2000" dirty="0">
                <a:solidFill>
                  <a:schemeClr val="accent1"/>
                </a:solidFill>
                <a:latin typeface="Century Gothic"/>
                <a:cs typeface="Arial"/>
              </a:rPr>
              <a:t>Introducción a los Indicadores de Bondad Financiera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20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0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Valor Presente Neto (VPN)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000" dirty="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0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Tasa Interna de Retorno (TIR)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9C9B59-DA32-6A0A-E76B-D27ADAAC8F5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25EEB89-2A5B-BCD0-7578-337DE5C0C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EF98DC1-F76B-2BC0-2A3F-2ED052686DC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56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2179321"/>
            <a:ext cx="11029615" cy="23577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400" dirty="0">
                <a:solidFill>
                  <a:srgbClr val="800000"/>
                </a:solidFill>
              </a:rPr>
              <a:t>¿Cuándo un proyecto de inversión es una buena decisión de inversión?</a:t>
            </a:r>
          </a:p>
          <a:p>
            <a:pPr marL="0" indent="0" algn="ctr">
              <a:buNone/>
            </a:pPr>
            <a:endParaRPr lang="es-ES_tradnl" sz="2400" dirty="0">
              <a:solidFill>
                <a:srgbClr val="800000"/>
              </a:solidFill>
            </a:endParaRPr>
          </a:p>
          <a:p>
            <a:pPr marL="0" indent="0" algn="ctr">
              <a:buNone/>
            </a:pPr>
            <a:r>
              <a:rPr lang="es-ES_tradnl" sz="2400" dirty="0">
                <a:solidFill>
                  <a:srgbClr val="800000"/>
                </a:solidFill>
              </a:rPr>
              <a:t>¿Cómo tomar decisiones de inversión cuando disponemos de distintas alternativas de inversión?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BEE794C-3F7F-96AB-EFDC-609B24EB2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IBF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2E2BBBA-842C-D5AD-F8A7-923576D87A4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E3769E5-7AF7-9A28-E14A-741EF0D03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305A0067-3460-15FD-6322-08248B56979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EEE7747A-9C20-23E6-1B91-69C68C24AE5A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93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28800"/>
            <a:ext cx="11029616" cy="388983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 sz="2400" dirty="0"/>
              <a:t>¿Cuál es el objetivo de toda inversión, desde un punto de vista económico y racional?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ctr">
              <a:buNone/>
            </a:pPr>
            <a:r>
              <a:rPr lang="es-ES_tradnl" sz="2400" i="1" dirty="0">
                <a:solidFill>
                  <a:srgbClr val="800000"/>
                </a:solidFill>
              </a:rPr>
              <a:t>Creación de valor (acumulación de capital)</a:t>
            </a:r>
          </a:p>
          <a:p>
            <a:pPr marL="0" indent="0" algn="ctr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El objetivo de los indicadores de bondad financiera (IBF) es medir la conveniencia de una inversión a la luz del concepto de creación de valor.</a:t>
            </a:r>
          </a:p>
          <a:p>
            <a:pPr marL="0" indent="0" algn="just">
              <a:buNone/>
            </a:pPr>
            <a:r>
              <a:rPr lang="es-ES_tradnl" sz="2400" dirty="0"/>
              <a:t>Los IBF no sólo nos indicarán si se genera valor o no en un proyecto. También permitirán establecer el ordenamiento preferencial entre los mismos.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FCFF31E-F868-B25A-6F36-086DFE675AD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C2CFA7C8-F673-93E3-E5CF-64304FD66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D2AFAF7-6990-6BD7-EAF5-41A2AFE581B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4968FBF-E204-E2EA-BA9C-D8B9DD78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IBF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67C8C082-1BF3-53CE-37CE-36D0C4CED1D6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89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17914"/>
            <a:ext cx="10968843" cy="504008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 sz="2400" dirty="0"/>
              <a:t>¿Por qué es importante el ordenamiento de las alternativas?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400" dirty="0"/>
              <a:t>Existen recursos limitados en la economía, por ende se debe optimizar su utilización (desde la perspectiva económica).</a:t>
            </a:r>
          </a:p>
          <a:p>
            <a:pPr marL="457200" indent="-457200" algn="just">
              <a:buFont typeface="+mj-lt"/>
              <a:buAutoNum type="arabicPeriod"/>
            </a:pPr>
            <a:endParaRPr lang="es-ES_tradnl" sz="2400" dirty="0"/>
          </a:p>
          <a:p>
            <a:pPr marL="457200" indent="-457200" algn="just">
              <a:buFont typeface="+mj-lt"/>
              <a:buAutoNum type="arabicPeriod"/>
            </a:pPr>
            <a:endParaRPr lang="es-ES_tradnl" sz="2400" dirty="0"/>
          </a:p>
          <a:p>
            <a:pPr marL="457200" indent="-457200" algn="just">
              <a:buFont typeface="+mj-lt"/>
              <a:buAutoNum type="arabicPeriod"/>
            </a:pPr>
            <a:endParaRPr lang="es-ES_tradnl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s-ES_tradnl" sz="2400" dirty="0"/>
              <a:t>Existen proyectos mutuamente excluyentes; proyectos que de realizarse excluyen la realización de las otras alternativas.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400" dirty="0"/>
              <a:t>Existen restricciones técnicas, legales y demás que pueden forzar a la selección de proyectos.</a:t>
            </a:r>
          </a:p>
        </p:txBody>
      </p:sp>
      <p:pic>
        <p:nvPicPr>
          <p:cNvPr id="6146" name="Picture 2" descr="Resultado de imagen para billetes colombian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7"/>
          <a:stretch/>
        </p:blipFill>
        <p:spPr bwMode="auto">
          <a:xfrm>
            <a:off x="5185896" y="3429000"/>
            <a:ext cx="1759434" cy="150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5F36EF5-3331-D2EE-7F58-B2A0295403D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607F79CC-DB6E-4C66-195D-B670C450D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D1B5F41-53CB-4084-35C5-350350E3F1B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2A67A66-5E56-06FA-3889-FB13F2E06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IBF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D209B1C4-070B-0CB2-E288-66506830CFC7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6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29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16907"/>
            <a:ext cx="11029616" cy="307178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 sz="2600" dirty="0"/>
              <a:t>Para todo análisis de un proyecto de inversión se requiere:</a:t>
            </a:r>
          </a:p>
          <a:p>
            <a:pPr marL="0" indent="0" algn="just">
              <a:buNone/>
            </a:pPr>
            <a:endParaRPr lang="es-ES_tradnl" sz="2600" dirty="0"/>
          </a:p>
          <a:p>
            <a:pPr marL="457200" indent="-457200" algn="just">
              <a:buFont typeface="+mj-lt"/>
              <a:buAutoNum type="arabicPeriod"/>
            </a:pPr>
            <a:r>
              <a:rPr lang="es-ES_tradnl" sz="2600" dirty="0"/>
              <a:t>Horizonte temporal del análisis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600" dirty="0"/>
              <a:t>Flujos de caja futuros generados por el proyecto (FCL)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600" dirty="0"/>
              <a:t>Tasa de descuento apropiada (Costo de oportunidad)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2E6149C-AE17-DAB8-B7A5-12A03CEF6D8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1E63B7CA-A96B-049F-3CBF-41AA98F9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3240F6E-43E6-EB6E-98B5-F6C16A2E4CD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0EA55F5-366F-707B-1C97-37767EA68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IBF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7393E0E7-3AB6-03F0-24AB-7090D53A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7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56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61457"/>
            <a:ext cx="11029615" cy="49965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s-ES_tradnl" sz="2800" dirty="0"/>
          </a:p>
          <a:p>
            <a:pPr marL="0" indent="0" algn="ctr">
              <a:buNone/>
            </a:pPr>
            <a:r>
              <a:rPr lang="es-ES_tradnl" sz="2800" dirty="0"/>
              <a:t>Los IBF más comúnmente utilizados son:</a:t>
            </a:r>
          </a:p>
          <a:p>
            <a:pPr marL="0" indent="0" algn="ctr">
              <a:buNone/>
            </a:pPr>
            <a:endParaRPr lang="es-ES_tradnl" sz="2800" dirty="0"/>
          </a:p>
          <a:p>
            <a:pPr marL="457200" indent="-457200" algn="ctr">
              <a:buFont typeface="+mj-lt"/>
              <a:buAutoNum type="arabicPeriod"/>
            </a:pPr>
            <a:r>
              <a:rPr lang="es-ES_tradnl" sz="2800" dirty="0"/>
              <a:t>VPN (El Valor Presente Neto)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s-ES_tradnl" sz="2800" dirty="0"/>
              <a:t>TIR (Tasa Interna de Retorno)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s-ES_tradnl" sz="2800" dirty="0"/>
              <a:t>TVR (Tasa Verdadera de Retorno)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s-ES_tradnl" sz="2800" dirty="0"/>
              <a:t>VAE (Valor Anual Equivalente)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s-ES_tradnl" sz="2800" dirty="0"/>
              <a:t>B/C (La Relación Beneficio – Costo)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s-ES_tradnl" sz="2800" dirty="0" err="1"/>
              <a:t>Payback</a:t>
            </a:r>
            <a:r>
              <a:rPr lang="es-ES_tradnl" sz="2800" dirty="0"/>
              <a:t> (Periodo de Pago)</a:t>
            </a:r>
          </a:p>
          <a:p>
            <a:pPr marL="0" indent="0">
              <a:buNone/>
            </a:pPr>
            <a:endParaRPr lang="es-ES_tradnl" sz="28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597E6A-4833-818F-5675-CD59367A3AF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C33840E5-8FAF-F998-FB5B-92AEF19F4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F9AB4AF-541F-6462-3EBB-A7F1DD24C6E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181DC73-F3D8-A893-EF35-34656C48B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IBF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57ACF342-87BE-A8CB-D124-97D51DB7A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8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94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07029"/>
            <a:ext cx="11029615" cy="43778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 sz="2400" dirty="0"/>
              <a:t>¿Cuál es la diferencia entre los distintos IBF?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En términos generales, todos los indicadores cumplen el mismo propósito; responder la pertinencia económica de realizar un proyecto y/o sobre el ordenamiento de un portafolio de alternativas de inversión.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No obstante, pese a que todos buscan lo mismo, cada uno utiliza distintos supuestos y miden la creación de valor desde perspectivas diferentes. Por ende, se complementan entre sí.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DE7F265-1231-C6A7-D3EC-71C1AD54751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7511910E-FA91-2A4D-DAEF-BABB3EE6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4A260F8-B8E2-8951-70B6-EF515CA4B6F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B88D9C0-D629-8EA7-5108-3B651A6E8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IBF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C10D5E15-C7D9-0AF7-9750-9A868E37DB0F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9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08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2427-860F-FB60-E045-E01D4EE7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51AAE-71A3-B6AC-B7A4-2F70FA70B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596350-2B0A-F110-FC87-2A15D891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10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DC5F761E-5664-6A1B-F100-55C5ADCF7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08A9F2DD-7B8A-DB90-F5AE-B274BD788F72}"/>
              </a:ext>
            </a:extLst>
          </p:cNvPr>
          <p:cNvSpPr/>
          <p:nvPr/>
        </p:nvSpPr>
        <p:spPr>
          <a:xfrm>
            <a:off x="3173020" y="2318042"/>
            <a:ext cx="8540907" cy="16312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20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Introducción a los Indicadores de Bondad financiera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20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000" dirty="0">
                <a:solidFill>
                  <a:schemeClr val="accent1"/>
                </a:solidFill>
                <a:latin typeface="Century Gothic"/>
                <a:cs typeface="Arial"/>
              </a:rPr>
              <a:t>Valor Presente Neto (VPN)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000" dirty="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0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Tasa Interna de Retorno (TIR)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A15CF73-706A-9186-7411-80F12A5CAD3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396DA69B-9D52-3AAF-EAC8-D02820AD6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2C1076B-CC20-FFD8-5DD4-5DF5F1BFD4E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85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487488" y="2833319"/>
            <a:ext cx="9144000" cy="11913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800" b="1" dirty="0">
                <a:solidFill>
                  <a:srgbClr val="800000"/>
                </a:solidFill>
              </a:rPr>
              <a:t>VPN</a:t>
            </a:r>
          </a:p>
          <a:p>
            <a:pPr marL="0" indent="0" algn="ctr">
              <a:buNone/>
            </a:pPr>
            <a:r>
              <a:rPr lang="es-ES_tradnl" sz="2800" b="1" dirty="0">
                <a:solidFill>
                  <a:srgbClr val="800000"/>
                </a:solidFill>
              </a:rPr>
              <a:t>(El Valor Presente Neto)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0C10946-9949-3FA0-ADCA-2EF421121FF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447BF76F-9AFE-7C7A-7967-BE99ADE45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D993F3C-72AC-6FA9-FBFD-5DF449A9886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835F0096-B957-7ED8-A849-BD8AF8B2689D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11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484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13633"/>
            <a:ext cx="11029615" cy="46624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Es el equivalente algebraico, en pesos de hoy, de la suma de todos los ingresos y egresos, presentes y futuros, que constituyen un proyecto, dada una tasa de descuento apropiada (Costo de Oportunidad).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En otras palabras, es el valor monetario del proyecto medido en pesos de hoy (momento cero).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Como se trata de una suma en valor presente (pesos de t=0) se requieren: </a:t>
            </a:r>
            <a:r>
              <a:rPr lang="es-ES_tradnl" sz="2400" i="1" dirty="0">
                <a:solidFill>
                  <a:srgbClr val="C00000"/>
                </a:solidFill>
              </a:rPr>
              <a:t>1) Los flujos de caja del proyecto; y 2) El costo de oportunidad pertinente.</a:t>
            </a:r>
          </a:p>
          <a:p>
            <a:pPr marL="0" indent="0" algn="just">
              <a:buNone/>
            </a:pPr>
            <a:endParaRPr lang="es-ES_tradnl" sz="2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C862D80-220E-B476-8CEE-8210C15352E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191A97D9-4C7C-4D49-91B2-95209150C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7CBDC996-CA47-C569-A337-0480BAC087A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5466656-327B-3622-AAD4-CFB351A66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191C005B-CAD4-D722-1E6D-DACB2CDE90DF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12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700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3584137" y="3420230"/>
            <a:ext cx="513211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584137" y="3420231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504061" y="2961504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577490" y="2961505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6636964" y="2728519"/>
            <a:ext cx="0" cy="691713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7642826" y="2728519"/>
            <a:ext cx="0" cy="691713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8716255" y="2477298"/>
            <a:ext cx="0" cy="942935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>
            <a:spLocks/>
          </p:cNvSpPr>
          <p:nvPr/>
        </p:nvSpPr>
        <p:spPr bwMode="auto">
          <a:xfrm flipH="1">
            <a:off x="3498536" y="3046233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4320472" y="351256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5408960" y="351256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6468434" y="3526520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7474296" y="354297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4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8547725" y="351256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5</a:t>
            </a:r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2640554" y="4428631"/>
            <a:ext cx="18871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I</a:t>
            </a:r>
          </a:p>
        </p:txBody>
      </p:sp>
      <p:sp>
        <p:nvSpPr>
          <p:cNvPr id="22" name="Rectangle 21"/>
          <p:cNvSpPr>
            <a:spLocks/>
          </p:cNvSpPr>
          <p:nvPr/>
        </p:nvSpPr>
        <p:spPr bwMode="auto">
          <a:xfrm>
            <a:off x="3865335" y="2579350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X1</a:t>
            </a:r>
          </a:p>
        </p:txBody>
      </p:sp>
      <p:sp>
        <p:nvSpPr>
          <p:cNvPr id="23" name="Rectangle 22"/>
          <p:cNvSpPr>
            <a:spLocks/>
          </p:cNvSpPr>
          <p:nvPr/>
        </p:nvSpPr>
        <p:spPr bwMode="auto">
          <a:xfrm>
            <a:off x="5894409" y="2365770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X3</a:t>
            </a:r>
          </a:p>
        </p:txBody>
      </p:sp>
      <p:sp>
        <p:nvSpPr>
          <p:cNvPr id="24" name="Rectangle 23"/>
          <p:cNvSpPr>
            <a:spLocks/>
          </p:cNvSpPr>
          <p:nvPr/>
        </p:nvSpPr>
        <p:spPr bwMode="auto">
          <a:xfrm>
            <a:off x="6829775" y="2365770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X4</a:t>
            </a:r>
          </a:p>
        </p:txBody>
      </p:sp>
      <p:sp>
        <p:nvSpPr>
          <p:cNvPr id="25" name="Rectangle 24"/>
          <p:cNvSpPr>
            <a:spLocks/>
          </p:cNvSpPr>
          <p:nvPr/>
        </p:nvSpPr>
        <p:spPr bwMode="auto">
          <a:xfrm>
            <a:off x="7933289" y="2119549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X5</a:t>
            </a:r>
          </a:p>
        </p:txBody>
      </p:sp>
      <p:sp>
        <p:nvSpPr>
          <p:cNvPr id="27" name="Rectangle 26"/>
          <p:cNvSpPr>
            <a:spLocks/>
          </p:cNvSpPr>
          <p:nvPr/>
        </p:nvSpPr>
        <p:spPr bwMode="auto">
          <a:xfrm>
            <a:off x="4938764" y="2571482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X2</a:t>
            </a:r>
          </a:p>
        </p:txBody>
      </p:sp>
      <p:pic>
        <p:nvPicPr>
          <p:cNvPr id="31" name="Picture 30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340" y="5799231"/>
            <a:ext cx="4081319" cy="7985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581192" y="4760462"/>
                <a:ext cx="11029616" cy="720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i="1">
                          <a:latin typeface="Cambria Math" panose="02040503050406030204" pitchFamily="18" charset="0"/>
                        </a:rPr>
                        <m:t>𝑉𝑃𝑁</m:t>
                      </m:r>
                      <m:r>
                        <a:rPr lang="es-CO" sz="20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s-CO" sz="200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CO" sz="20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CO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s-CO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s-CO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s-CO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4760462"/>
                <a:ext cx="11029616" cy="7203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ángulo 19">
            <a:extLst>
              <a:ext uri="{FF2B5EF4-FFF2-40B4-BE49-F238E27FC236}">
                <a16:creationId xmlns:a16="http://schemas.microsoft.com/office/drawing/2014/main" id="{D0B9EB3D-D2A9-E290-0520-097A5C48332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6" name="Picture 2" descr="Clientes y aliados | Centro de Evaluación | Uniandes">
            <a:extLst>
              <a:ext uri="{FF2B5EF4-FFF2-40B4-BE49-F238E27FC236}">
                <a16:creationId xmlns:a16="http://schemas.microsoft.com/office/drawing/2014/main" id="{C7E1F80F-25EC-74CD-84CB-09A666311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FBC21821-1D2A-D526-96F8-78C71073A7E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4902F01A-C6A1-FEF1-3479-029AA4D32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AD6B94AD-D276-41DF-41FA-66105B5C8C6A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13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97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28800"/>
            <a:ext cx="11029615" cy="44924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 sz="2400" b="1" dirty="0"/>
              <a:t>Ejemplo 1: </a:t>
            </a:r>
            <a:r>
              <a:rPr lang="es-ES_tradnl" sz="2400" dirty="0"/>
              <a:t>Suponga que, con todo el BOOM tecnológico en sistemas de transporte público, un amigo suyo decide comprarse un carro para trabajar con </a:t>
            </a:r>
            <a:r>
              <a:rPr lang="es-ES_tradnl" sz="2400" b="1" dirty="0"/>
              <a:t>UPER</a:t>
            </a:r>
            <a:r>
              <a:rPr lang="es-ES_tradnl" sz="2400" dirty="0"/>
              <a:t>. El carro hoy tiene un costo (inversión) de $80’000.000 COP.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Su amigo espera operar en </a:t>
            </a:r>
            <a:r>
              <a:rPr lang="es-ES_tradnl" sz="2400" b="1" dirty="0"/>
              <a:t>UPER</a:t>
            </a:r>
            <a:r>
              <a:rPr lang="es-ES_tradnl" sz="2400" dirty="0"/>
              <a:t> por 3 años donde espera recibir $15.000.000 COP cada año para luego vender el carro en $60’000.000 COP en el último año. Si el costo de oportunidad de su amigo es del 0,41% M.V. ¿qué tan buen negocio será trabajar para </a:t>
            </a:r>
            <a:r>
              <a:rPr lang="es-ES_tradnl" sz="2400" b="1" dirty="0"/>
              <a:t>UPER</a:t>
            </a:r>
            <a:r>
              <a:rPr lang="es-ES_tradnl" sz="2400" dirty="0"/>
              <a:t>?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83E4175-AE8F-8E4C-3195-C137AFC91FB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0328FD42-EAC4-6680-E9FB-CD7A313DF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11CCC5C9-F9E6-48F6-E113-2E1FF52C497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98780332-6640-B34C-F836-E1251F1FA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BCFD592B-CE43-730F-DA0E-596E99A5F802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14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85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110370" y="3351415"/>
            <a:ext cx="305282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110369" y="3351415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5030293" y="2892688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6103722" y="2892689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7163196" y="2659703"/>
            <a:ext cx="0" cy="691713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>
            <a:spLocks/>
          </p:cNvSpPr>
          <p:nvPr/>
        </p:nvSpPr>
        <p:spPr bwMode="auto">
          <a:xfrm flipH="1">
            <a:off x="4024768" y="2977417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4846704" y="344374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5935192" y="344374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6994666" y="3457704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4359330" y="2592251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15.000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6781084" y="2296954"/>
            <a:ext cx="20036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15.000 + 60.000</a:t>
            </a:r>
          </a:p>
        </p:txBody>
      </p:sp>
      <p:sp>
        <p:nvSpPr>
          <p:cNvPr id="23" name="Rectangle 22"/>
          <p:cNvSpPr>
            <a:spLocks/>
          </p:cNvSpPr>
          <p:nvPr/>
        </p:nvSpPr>
        <p:spPr bwMode="auto">
          <a:xfrm>
            <a:off x="5464996" y="2502666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15.000</a:t>
            </a:r>
          </a:p>
        </p:txBody>
      </p:sp>
      <p:sp>
        <p:nvSpPr>
          <p:cNvPr id="44" name="Rectangle 43"/>
          <p:cNvSpPr>
            <a:spLocks/>
          </p:cNvSpPr>
          <p:nvPr/>
        </p:nvSpPr>
        <p:spPr bwMode="auto">
          <a:xfrm>
            <a:off x="3241801" y="4216746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80.000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8213090" y="3146177"/>
                <a:ext cx="39789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𝐸𝐴</m:t>
                          </m:r>
                        </m:sub>
                      </m:sSub>
                      <m:r>
                        <a:rPr lang="es-CO" sz="24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1+0,41%</m:t>
                              </m:r>
                              <m:r>
                                <a:rPr lang="es-CO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𝑀𝑉</m:t>
                              </m:r>
                            </m:e>
                          </m:d>
                        </m:e>
                        <m:sup>
                          <m:r>
                            <a:rPr lang="es-CO" sz="24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  <m:r>
                        <a:rPr lang="es-CO" sz="24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CO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090" y="3146177"/>
                <a:ext cx="3978910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/>
              <p:cNvSpPr/>
              <p:nvPr/>
            </p:nvSpPr>
            <p:spPr>
              <a:xfrm>
                <a:off x="9295391" y="3581615"/>
                <a:ext cx="19222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𝐸𝐴</m:t>
                          </m:r>
                        </m:sub>
                      </m:sSub>
                      <m:r>
                        <a:rPr lang="es-CO" sz="24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=5,03%</m:t>
                      </m:r>
                    </m:oMath>
                  </m:oMathPara>
                </a14:m>
                <a:endParaRPr lang="es-CO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Rectá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391" y="3581615"/>
                <a:ext cx="1922257" cy="461665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 20"/>
              <p:cNvSpPr/>
              <p:nvPr/>
            </p:nvSpPr>
            <p:spPr>
              <a:xfrm>
                <a:off x="581192" y="4705990"/>
                <a:ext cx="11029616" cy="7325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i="1">
                          <a:latin typeface="Cambria Math" panose="02040503050406030204" pitchFamily="18" charset="0"/>
                        </a:rPr>
                        <m:t>𝑉𝑃𝑁</m:t>
                      </m:r>
                      <m:r>
                        <a:rPr lang="es-CO" sz="2000">
                          <a:latin typeface="Cambria Math" panose="02040503050406030204" pitchFamily="18" charset="0"/>
                        </a:rPr>
                        <m:t>=−$80.000+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$15.000</m:t>
                          </m:r>
                        </m:num>
                        <m:den>
                          <m:d>
                            <m:d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1+5,03%</m:t>
                              </m:r>
                            </m:e>
                          </m:d>
                        </m:den>
                      </m:f>
                      <m:r>
                        <a:rPr lang="es-CO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$15.000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>
                                      <a:latin typeface="Cambria Math" panose="02040503050406030204" pitchFamily="18" charset="0"/>
                                    </a:rPr>
                                    <m:t>1+5,03%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$15.000+$60.000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>
                                      <a:latin typeface="Cambria Math" panose="02040503050406030204" pitchFamily="18" charset="0"/>
                                    </a:rPr>
                                    <m:t>1+5,03%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1" name="Rectá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4705990"/>
                <a:ext cx="11029616" cy="732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/>
              <p:cNvSpPr/>
              <p:nvPr/>
            </p:nvSpPr>
            <p:spPr>
              <a:xfrm>
                <a:off x="4895082" y="5535405"/>
                <a:ext cx="246702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i="1">
                          <a:latin typeface="Cambria Math" panose="02040503050406030204" pitchFamily="18" charset="0"/>
                        </a:rPr>
                        <m:t>𝑉𝑃𝑁</m:t>
                      </m:r>
                      <m:r>
                        <a:rPr lang="es-CO" sz="2000">
                          <a:latin typeface="Cambria Math" panose="02040503050406030204" pitchFamily="18" charset="0"/>
                        </a:rPr>
                        <m:t>=$12.606,068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2" name="Rectá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082" y="5535405"/>
                <a:ext cx="2467021" cy="400110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id="{4F57F667-E0A2-ED44-B9C9-EEFC91820C5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FBD9CF25-F6EF-6F13-744D-BA8CFA985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C8C452C9-9DDD-FC21-9C5E-819A9042809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2209FD0D-494A-E990-3171-B6BF39F1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F3DF1665-F1B6-7341-6C5F-2E6A5BBBDC1B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15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04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780493"/>
            <a:ext cx="11029615" cy="501061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 sz="2400" b="1" dirty="0"/>
              <a:t>Ejemplo 1: </a:t>
            </a:r>
            <a:r>
              <a:rPr lang="es-ES_tradnl" sz="2400" dirty="0"/>
              <a:t>Suponga que, con todo el BOOM tecnológico en sistemas de transporte público, un amigo suyo decide comprarse un carro para trabajar con </a:t>
            </a:r>
            <a:r>
              <a:rPr lang="es-ES_tradnl" sz="2400" b="1" dirty="0"/>
              <a:t>UPER</a:t>
            </a:r>
            <a:r>
              <a:rPr lang="es-ES_tradnl" sz="2400" dirty="0"/>
              <a:t>. El carro hoy tiene un costo (inversión) de $80’000.000 COP.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Su amigo espera operar en </a:t>
            </a:r>
            <a:r>
              <a:rPr lang="es-ES_tradnl" sz="2400" b="1" dirty="0"/>
              <a:t>UPER</a:t>
            </a:r>
            <a:r>
              <a:rPr lang="es-ES_tradnl" sz="2400" dirty="0"/>
              <a:t> por 3 años donde espera recibir $1’250.000 COP cada mes para luego vender el carro en $60’000.000 COP en el último año. Si el costo de oportunidad de su amigo es del 0,41% M.V. ¿qué tan buen negocio será trabajar para </a:t>
            </a:r>
            <a:r>
              <a:rPr lang="es-ES_tradnl" sz="2400" b="1" dirty="0"/>
              <a:t>UPER</a:t>
            </a:r>
            <a:r>
              <a:rPr lang="es-ES_tradnl" sz="2400" dirty="0"/>
              <a:t>?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ctr">
              <a:buNone/>
            </a:pPr>
            <a:r>
              <a:rPr lang="es-ES_tradnl" sz="2400" b="1" dirty="0"/>
              <a:t>Nota</a:t>
            </a:r>
            <a:r>
              <a:rPr lang="es-ES_tradnl" sz="2400" dirty="0"/>
              <a:t>: </a:t>
            </a:r>
            <a:r>
              <a:rPr lang="es-ES_tradnl" sz="2400" i="1" dirty="0"/>
              <a:t>Desprecie el valor del dinero en el tiempo para periodos inferiores a un año.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F39369-EE9C-5CC5-C89C-7DCC8AA783D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03DC0290-7844-5ACC-66E7-3A6D041AB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E7BFB1CE-A55E-F5D4-30A9-1744D0A4953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AB6B1026-8CCB-00C6-CD9D-5B308D2D5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DD2EFF59-D879-98EC-BAEB-E154D6833E66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16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498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EEED-8B27-5E3E-56E5-7B813D00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A52363-A5CE-4EB2-AB95-C85248F8015D}"/>
              </a:ext>
            </a:extLst>
          </p:cNvPr>
          <p:cNvCxnSpPr/>
          <p:nvPr/>
        </p:nvCxnSpPr>
        <p:spPr>
          <a:xfrm>
            <a:off x="4110370" y="3351415"/>
            <a:ext cx="305282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64D6F0-4D8E-9FE4-9214-5F8CDBD1168C}"/>
              </a:ext>
            </a:extLst>
          </p:cNvPr>
          <p:cNvCxnSpPr/>
          <p:nvPr/>
        </p:nvCxnSpPr>
        <p:spPr>
          <a:xfrm>
            <a:off x="4110369" y="3351415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B861B9-BA1D-5871-89B3-0E582BA074DA}"/>
              </a:ext>
            </a:extLst>
          </p:cNvPr>
          <p:cNvCxnSpPr/>
          <p:nvPr/>
        </p:nvCxnSpPr>
        <p:spPr>
          <a:xfrm flipV="1">
            <a:off x="5030293" y="2892688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4094CC-A6AD-1514-9632-09737E5E9CD3}"/>
              </a:ext>
            </a:extLst>
          </p:cNvPr>
          <p:cNvCxnSpPr/>
          <p:nvPr/>
        </p:nvCxnSpPr>
        <p:spPr>
          <a:xfrm flipV="1">
            <a:off x="6103722" y="2892689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DDE24B-4DE4-BEC3-9ADB-A6E13DAF534F}"/>
              </a:ext>
            </a:extLst>
          </p:cNvPr>
          <p:cNvCxnSpPr/>
          <p:nvPr/>
        </p:nvCxnSpPr>
        <p:spPr>
          <a:xfrm flipV="1">
            <a:off x="7163196" y="2659703"/>
            <a:ext cx="0" cy="691713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9CEE8EA-F77E-DB1A-A842-8E70CD7B3770}"/>
              </a:ext>
            </a:extLst>
          </p:cNvPr>
          <p:cNvSpPr>
            <a:spLocks/>
          </p:cNvSpPr>
          <p:nvPr/>
        </p:nvSpPr>
        <p:spPr bwMode="auto">
          <a:xfrm flipH="1">
            <a:off x="4024768" y="2977417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CDB70C-5A46-E44C-1398-2C246286A038}"/>
              </a:ext>
            </a:extLst>
          </p:cNvPr>
          <p:cNvSpPr>
            <a:spLocks/>
          </p:cNvSpPr>
          <p:nvPr/>
        </p:nvSpPr>
        <p:spPr bwMode="auto">
          <a:xfrm>
            <a:off x="4846704" y="344374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3BA442-1AD9-FAF1-25A1-7D00B8D0346C}"/>
              </a:ext>
            </a:extLst>
          </p:cNvPr>
          <p:cNvSpPr>
            <a:spLocks/>
          </p:cNvSpPr>
          <p:nvPr/>
        </p:nvSpPr>
        <p:spPr bwMode="auto">
          <a:xfrm>
            <a:off x="5935192" y="344374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46BCF-0A65-045D-30C3-5BA76E9362AD}"/>
              </a:ext>
            </a:extLst>
          </p:cNvPr>
          <p:cNvSpPr>
            <a:spLocks/>
          </p:cNvSpPr>
          <p:nvPr/>
        </p:nvSpPr>
        <p:spPr bwMode="auto">
          <a:xfrm>
            <a:off x="6994666" y="3457704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90F5EF-859D-208F-8265-14ACCA5E14B7}"/>
              </a:ext>
            </a:extLst>
          </p:cNvPr>
          <p:cNvSpPr>
            <a:spLocks/>
          </p:cNvSpPr>
          <p:nvPr/>
        </p:nvSpPr>
        <p:spPr bwMode="auto">
          <a:xfrm>
            <a:off x="4359330" y="2592251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15.000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F88387-E6F2-E23D-EE45-7C88128938D9}"/>
              </a:ext>
            </a:extLst>
          </p:cNvPr>
          <p:cNvSpPr>
            <a:spLocks/>
          </p:cNvSpPr>
          <p:nvPr/>
        </p:nvSpPr>
        <p:spPr bwMode="auto">
          <a:xfrm>
            <a:off x="6781084" y="2296954"/>
            <a:ext cx="20036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15.000 + 60.000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5BA8FA-9B32-3D5F-9466-53BCECD02EDA}"/>
              </a:ext>
            </a:extLst>
          </p:cNvPr>
          <p:cNvSpPr>
            <a:spLocks/>
          </p:cNvSpPr>
          <p:nvPr/>
        </p:nvSpPr>
        <p:spPr bwMode="auto">
          <a:xfrm>
            <a:off x="5464996" y="2502666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15.000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A43BC97-62EC-5F65-21E3-4CE407584924}"/>
              </a:ext>
            </a:extLst>
          </p:cNvPr>
          <p:cNvSpPr>
            <a:spLocks/>
          </p:cNvSpPr>
          <p:nvPr/>
        </p:nvSpPr>
        <p:spPr bwMode="auto">
          <a:xfrm>
            <a:off x="3241801" y="4216746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80.000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A88C98DE-0F06-F521-ED3A-710F1017657C}"/>
                  </a:ext>
                </a:extLst>
              </p:cNvPr>
              <p:cNvSpPr/>
              <p:nvPr/>
            </p:nvSpPr>
            <p:spPr>
              <a:xfrm>
                <a:off x="8213090" y="3146177"/>
                <a:ext cx="39789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𝐸𝐴</m:t>
                          </m:r>
                        </m:sub>
                      </m:sSub>
                      <m:r>
                        <a:rPr lang="es-CO" sz="24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1+0,41%</m:t>
                              </m:r>
                              <m:r>
                                <a:rPr lang="es-CO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𝑀𝑉</m:t>
                              </m:r>
                            </m:e>
                          </m:d>
                        </m:e>
                        <m:sup>
                          <m:r>
                            <a:rPr lang="es-CO" sz="24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  <m:r>
                        <a:rPr lang="es-CO" sz="24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CO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A88C98DE-0F06-F521-ED3A-710F101765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090" y="3146177"/>
                <a:ext cx="3978910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96DE9280-F5B8-3776-BA59-CFE1C75208DF}"/>
                  </a:ext>
                </a:extLst>
              </p:cNvPr>
              <p:cNvSpPr/>
              <p:nvPr/>
            </p:nvSpPr>
            <p:spPr>
              <a:xfrm>
                <a:off x="9295391" y="3581615"/>
                <a:ext cx="19222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CO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𝐸𝐴</m:t>
                          </m:r>
                        </m:sub>
                      </m:sSub>
                      <m:r>
                        <a:rPr lang="es-CO" sz="24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=5,03%</m:t>
                      </m:r>
                    </m:oMath>
                  </m:oMathPara>
                </a14:m>
                <a:endParaRPr lang="es-CO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96DE9280-F5B8-3776-BA59-CFE1C75208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391" y="3581615"/>
                <a:ext cx="1922257" cy="461665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DCF3740A-0820-C880-2E93-FF82016DFEF5}"/>
                  </a:ext>
                </a:extLst>
              </p:cNvPr>
              <p:cNvSpPr/>
              <p:nvPr/>
            </p:nvSpPr>
            <p:spPr>
              <a:xfrm>
                <a:off x="581192" y="4705990"/>
                <a:ext cx="11029616" cy="7325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i="1">
                          <a:latin typeface="Cambria Math" panose="02040503050406030204" pitchFamily="18" charset="0"/>
                        </a:rPr>
                        <m:t>𝑉𝑃𝑁</m:t>
                      </m:r>
                      <m:r>
                        <a:rPr lang="es-CO" sz="2000">
                          <a:latin typeface="Cambria Math" panose="02040503050406030204" pitchFamily="18" charset="0"/>
                        </a:rPr>
                        <m:t>=−$80.000+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$15.000</m:t>
                          </m:r>
                        </m:num>
                        <m:den>
                          <m:d>
                            <m:d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1+5,03%</m:t>
                              </m:r>
                            </m:e>
                          </m:d>
                        </m:den>
                      </m:f>
                      <m:r>
                        <a:rPr lang="es-CO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$15.000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>
                                      <a:latin typeface="Cambria Math" panose="02040503050406030204" pitchFamily="18" charset="0"/>
                                    </a:rPr>
                                    <m:t>1+5,03%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$15.000+$60.000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>
                                      <a:latin typeface="Cambria Math" panose="02040503050406030204" pitchFamily="18" charset="0"/>
                                    </a:rPr>
                                    <m:t>1+5,03%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DCF3740A-0820-C880-2E93-FF82016DFE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4705990"/>
                <a:ext cx="11029616" cy="732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E2607FF5-BA59-65AC-A7F4-6D9F60B10998}"/>
                  </a:ext>
                </a:extLst>
              </p:cNvPr>
              <p:cNvSpPr/>
              <p:nvPr/>
            </p:nvSpPr>
            <p:spPr>
              <a:xfrm>
                <a:off x="4895082" y="5535405"/>
                <a:ext cx="246702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i="1">
                          <a:latin typeface="Cambria Math" panose="02040503050406030204" pitchFamily="18" charset="0"/>
                        </a:rPr>
                        <m:t>𝑉𝑃𝑁</m:t>
                      </m:r>
                      <m:r>
                        <a:rPr lang="es-CO" sz="2000">
                          <a:latin typeface="Cambria Math" panose="02040503050406030204" pitchFamily="18" charset="0"/>
                        </a:rPr>
                        <m:t>=$12.606,068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E2607FF5-BA59-65AC-A7F4-6D9F60B109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082" y="5535405"/>
                <a:ext cx="2467021" cy="400110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id="{598691B3-C2C2-1760-6AA8-34787DD84BA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E6099517-6BCE-4E67-EF87-296A71F0E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F98CC633-3DA8-2627-9441-37F9BF8611E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CC662199-D0F2-FC46-7A6F-2F3542F7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29C53BFF-34DC-B7C9-7637-585D2A2EF206}"/>
              </a:ext>
            </a:extLst>
          </p:cNvPr>
          <p:cNvSpPr/>
          <p:nvPr/>
        </p:nvSpPr>
        <p:spPr>
          <a:xfrm>
            <a:off x="4364843" y="2327569"/>
            <a:ext cx="1277453" cy="564957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A43775DE-B991-0C2A-3752-B147BF4B7270}"/>
                  </a:ext>
                </a:extLst>
              </p:cNvPr>
              <p:cNvSpPr/>
              <p:nvPr/>
            </p:nvSpPr>
            <p:spPr>
              <a:xfrm>
                <a:off x="1560808" y="1807285"/>
                <a:ext cx="40492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CO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>
                          <a:latin typeface="Cambria Math" panose="02040503050406030204" pitchFamily="18" charset="0"/>
                        </a:rPr>
                        <m:t>=$1.250.000∗12=$15.000.000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A43775DE-B991-0C2A-3752-B147BF4B7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808" y="1807285"/>
                <a:ext cx="4049250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curvado 11">
            <a:extLst>
              <a:ext uri="{FF2B5EF4-FFF2-40B4-BE49-F238E27FC236}">
                <a16:creationId xmlns:a16="http://schemas.microsoft.com/office/drawing/2014/main" id="{BCD16F55-6913-A870-8823-6FAFB4588C67}"/>
              </a:ext>
            </a:extLst>
          </p:cNvPr>
          <p:cNvCxnSpPr>
            <a:stCxn id="2" idx="2"/>
            <a:endCxn id="3" idx="2"/>
          </p:cNvCxnSpPr>
          <p:nvPr/>
        </p:nvCxnSpPr>
        <p:spPr>
          <a:xfrm rot="10800000">
            <a:off x="3585435" y="2176617"/>
            <a:ext cx="779409" cy="43343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arcador de número de diapositiva 3">
            <a:extLst>
              <a:ext uri="{FF2B5EF4-FFF2-40B4-BE49-F238E27FC236}">
                <a16:creationId xmlns:a16="http://schemas.microsoft.com/office/drawing/2014/main" id="{61335E68-DFCB-9B96-B438-D7D2CC565FE3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17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20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  <p:bldP spid="22" grpId="0"/>
      <p:bldP spid="2" grpId="0" animBg="1"/>
      <p:bldP spid="2" grpId="1" animBg="1"/>
      <p:bldP spid="3" grpId="0"/>
      <p:bldP spid="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50570"/>
            <a:ext cx="11029615" cy="43052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b="1" dirty="0"/>
              <a:t>Ejemplo 2: </a:t>
            </a:r>
            <a:r>
              <a:rPr lang="es-ES_tradnl" sz="2400" dirty="0"/>
              <a:t>Usted desea imitar la idea de negocio del </a:t>
            </a:r>
            <a:r>
              <a:rPr lang="es-ES_tradnl" sz="2400" b="1" dirty="0"/>
              <a:t> UPER </a:t>
            </a:r>
            <a:r>
              <a:rPr lang="es-ES_tradnl" sz="2400" dirty="0"/>
              <a:t>anteriormente expuesta. Dependiendo de con cuál banco usted decida financiar parte del negocio, usted tendrá los siguientes costos de oportunidad. ¿Cambia la viabilidad del proyecto?</a:t>
            </a:r>
          </a:p>
          <a:p>
            <a:pPr marL="0" indent="0" algn="just">
              <a:buNone/>
            </a:pPr>
            <a:endParaRPr lang="es-ES_tradnl" sz="24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s-ES_tradnl" sz="2400" dirty="0"/>
              <a:t>Bancolombia			8% E.A.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s-ES_tradnl" sz="2400" dirty="0"/>
              <a:t>Banco de Bogotá		10% E.A.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s-ES_tradnl" sz="2400" dirty="0"/>
              <a:t>Pichincha				12% E.A.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Nota: </a:t>
            </a:r>
            <a:r>
              <a:rPr lang="es-ES_tradnl" sz="2400" i="1" dirty="0"/>
              <a:t>Desprecie el valor del dinero en el tiempo para periodos inferiores a un año.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A8D0D84-EAC5-D469-BFFA-0E928079458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FA275FD1-F3A3-7755-37B6-1F7C07F0D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FC7FE3B-B8C7-3D3D-EC78-7179436A10D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E0E44F13-8B7A-C22D-593A-EBCC873A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B0E02764-5825-200E-5AAE-85A72A5176CD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18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57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607985" y="3086521"/>
            <a:ext cx="305282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607984" y="3086521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5527908" y="2627794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6601337" y="2627795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7660811" y="2394809"/>
            <a:ext cx="0" cy="691713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>
            <a:spLocks/>
          </p:cNvSpPr>
          <p:nvPr/>
        </p:nvSpPr>
        <p:spPr bwMode="auto">
          <a:xfrm flipH="1">
            <a:off x="4522383" y="2712523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5344319" y="317885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6432807" y="317885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7492281" y="3192810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4889182" y="2245640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15.000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7278699" y="2032060"/>
            <a:ext cx="21592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15.000 + 60.000</a:t>
            </a:r>
          </a:p>
        </p:txBody>
      </p:sp>
      <p:sp>
        <p:nvSpPr>
          <p:cNvPr id="23" name="Rectangle 22"/>
          <p:cNvSpPr>
            <a:spLocks/>
          </p:cNvSpPr>
          <p:nvPr/>
        </p:nvSpPr>
        <p:spPr bwMode="auto">
          <a:xfrm>
            <a:off x="5962611" y="2237772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15.000</a:t>
            </a:r>
          </a:p>
        </p:txBody>
      </p:sp>
      <p:sp>
        <p:nvSpPr>
          <p:cNvPr id="44" name="Rectangle 43"/>
          <p:cNvSpPr>
            <a:spLocks/>
          </p:cNvSpPr>
          <p:nvPr/>
        </p:nvSpPr>
        <p:spPr bwMode="auto">
          <a:xfrm>
            <a:off x="3739416" y="3951852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80.000</a:t>
            </a:r>
          </a:p>
        </p:txBody>
      </p:sp>
      <p:sp>
        <p:nvSpPr>
          <p:cNvPr id="12" name="11 Elipse"/>
          <p:cNvSpPr/>
          <p:nvPr/>
        </p:nvSpPr>
        <p:spPr>
          <a:xfrm>
            <a:off x="9328338" y="5995211"/>
            <a:ext cx="1293943" cy="51568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1579028" y="4421846"/>
                <a:ext cx="9191297" cy="668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𝑉𝑃𝑁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(8%)</m:t>
                      </m:r>
                      <m:r>
                        <a:rPr lang="es-CO">
                          <a:latin typeface="Cambria Math" panose="02040503050406030204" pitchFamily="18" charset="0"/>
                        </a:rPr>
                        <m:t>=−$80.000+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>
                              <a:latin typeface="Cambria Math" panose="02040503050406030204" pitchFamily="18" charset="0"/>
                            </a:rPr>
                            <m:t>$15.000</m:t>
                          </m:r>
                        </m:num>
                        <m:den>
                          <m:d>
                            <m:d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1+8%</m:t>
                              </m:r>
                            </m:e>
                          </m:d>
                        </m:den>
                      </m:f>
                      <m:r>
                        <a:rPr lang="es-CO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>
                              <a:latin typeface="Cambria Math" panose="02040503050406030204" pitchFamily="18" charset="0"/>
                            </a:rPr>
                            <m:t>$15.000</m:t>
                          </m:r>
                        </m:num>
                        <m:den>
                          <m:sSup>
                            <m:sSup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>
                                      <a:latin typeface="Cambria Math" panose="02040503050406030204" pitchFamily="18" charset="0"/>
                                    </a:rPr>
                                    <m:t>1+8%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>
                              <a:latin typeface="Cambria Math" panose="02040503050406030204" pitchFamily="18" charset="0"/>
                            </a:rPr>
                            <m:t>$15.000+$60.000</m:t>
                          </m:r>
                        </m:num>
                        <m:den>
                          <m:sSup>
                            <m:sSup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>
                                      <a:latin typeface="Cambria Math" panose="02040503050406030204" pitchFamily="18" charset="0"/>
                                    </a:rPr>
                                    <m:t>1+8%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s-CO">
                          <a:latin typeface="Cambria Math" panose="02040503050406030204" pitchFamily="18" charset="0"/>
                        </a:rPr>
                        <m:t>=$6.286,39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028" y="4421846"/>
                <a:ext cx="9191297" cy="6686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/>
              <p:cNvSpPr/>
              <p:nvPr/>
            </p:nvSpPr>
            <p:spPr>
              <a:xfrm>
                <a:off x="1742965" y="5158554"/>
                <a:ext cx="8853925" cy="668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𝑉𝑃𝑁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(10%)</m:t>
                      </m:r>
                      <m:r>
                        <a:rPr lang="es-CO">
                          <a:latin typeface="Cambria Math" panose="02040503050406030204" pitchFamily="18" charset="0"/>
                        </a:rPr>
                        <m:t>=−$80.000+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>
                              <a:latin typeface="Cambria Math" panose="02040503050406030204" pitchFamily="18" charset="0"/>
                            </a:rPr>
                            <m:t>$15.000</m:t>
                          </m:r>
                        </m:num>
                        <m:den>
                          <m:d>
                            <m:d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1+10%</m:t>
                              </m:r>
                            </m:e>
                          </m:d>
                        </m:den>
                      </m:f>
                      <m:r>
                        <a:rPr lang="es-CO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>
                              <a:latin typeface="Cambria Math" panose="02040503050406030204" pitchFamily="18" charset="0"/>
                            </a:rPr>
                            <m:t>$15.000</m:t>
                          </m:r>
                        </m:num>
                        <m:den>
                          <m:sSup>
                            <m:sSup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>
                                      <a:latin typeface="Cambria Math" panose="02040503050406030204" pitchFamily="18" charset="0"/>
                                    </a:rPr>
                                    <m:t>1+10%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>
                              <a:latin typeface="Cambria Math" panose="02040503050406030204" pitchFamily="18" charset="0"/>
                            </a:rPr>
                            <m:t>$15.000+$60.000</m:t>
                          </m:r>
                        </m:num>
                        <m:den>
                          <m:sSup>
                            <m:sSup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>
                                      <a:latin typeface="Cambria Math" panose="02040503050406030204" pitchFamily="18" charset="0"/>
                                    </a:rPr>
                                    <m:t>1+10%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s-CO">
                          <a:latin typeface="Cambria Math" panose="02040503050406030204" pitchFamily="18" charset="0"/>
                        </a:rPr>
                        <m:t>=$2.381,67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8" name="Rectá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965" y="5158554"/>
                <a:ext cx="8853925" cy="6686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 20"/>
              <p:cNvSpPr/>
              <p:nvPr/>
            </p:nvSpPr>
            <p:spPr>
              <a:xfrm>
                <a:off x="1672172" y="5918733"/>
                <a:ext cx="8970579" cy="668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𝑉𝑃𝑁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(12%)</m:t>
                      </m:r>
                      <m:r>
                        <a:rPr lang="es-CO">
                          <a:latin typeface="Cambria Math" panose="02040503050406030204" pitchFamily="18" charset="0"/>
                        </a:rPr>
                        <m:t>=−$80.000+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>
                              <a:latin typeface="Cambria Math" panose="02040503050406030204" pitchFamily="18" charset="0"/>
                            </a:rPr>
                            <m:t>$15.000</m:t>
                          </m:r>
                        </m:num>
                        <m:den>
                          <m:d>
                            <m:d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1+12%</m:t>
                              </m:r>
                            </m:e>
                          </m:d>
                        </m:den>
                      </m:f>
                      <m:r>
                        <a:rPr lang="es-CO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>
                              <a:latin typeface="Cambria Math" panose="02040503050406030204" pitchFamily="18" charset="0"/>
                            </a:rPr>
                            <m:t>$15.000</m:t>
                          </m:r>
                        </m:num>
                        <m:den>
                          <m:sSup>
                            <m:sSup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>
                                      <a:latin typeface="Cambria Math" panose="02040503050406030204" pitchFamily="18" charset="0"/>
                                    </a:rPr>
                                    <m:t>1+12%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>
                              <a:latin typeface="Cambria Math" panose="02040503050406030204" pitchFamily="18" charset="0"/>
                            </a:rPr>
                            <m:t>$15.000+$60.000</m:t>
                          </m:r>
                        </m:num>
                        <m:den>
                          <m:sSup>
                            <m:sSup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>
                                      <a:latin typeface="Cambria Math" panose="02040503050406030204" pitchFamily="18" charset="0"/>
                                    </a:rPr>
                                    <m:t>1+12%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s-CO">
                          <a:latin typeface="Cambria Math" panose="02040503050406030204" pitchFamily="18" charset="0"/>
                        </a:rPr>
                        <m:t>=−$1.265,72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1" name="Rectá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172" y="5918733"/>
                <a:ext cx="8970579" cy="668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id="{D9955658-E36F-B7DE-E7F8-AB1D82A4A19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2" name="Picture 2" descr="Clientes y aliados | Centro de Evaluación | Uniandes">
            <a:extLst>
              <a:ext uri="{FF2B5EF4-FFF2-40B4-BE49-F238E27FC236}">
                <a16:creationId xmlns:a16="http://schemas.microsoft.com/office/drawing/2014/main" id="{11991C36-9953-BE32-6227-3C04C5D86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4B4BE4C7-9DEC-B8E9-178B-7DF162E98EF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B56A3198-00E4-3F55-4578-9674754A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9783F645-F64B-4511-0832-ECE4250EB812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19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3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/>
      <p:bldP spid="18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17915"/>
            <a:ext cx="11186265" cy="423454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Como se pudo observar, el resultado del VPN es una función directa de dos elementos: </a:t>
            </a:r>
            <a:r>
              <a:rPr lang="es-ES_tradnl" sz="2400" b="1" dirty="0"/>
              <a:t>los flujos de caja </a:t>
            </a:r>
            <a:r>
              <a:rPr lang="es-ES_tradnl" sz="2400" dirty="0"/>
              <a:t>y </a:t>
            </a:r>
            <a:r>
              <a:rPr lang="es-ES_tradnl" sz="2400" b="1" dirty="0"/>
              <a:t>la tasa de descuento</a:t>
            </a:r>
            <a:r>
              <a:rPr lang="es-ES_tradnl" sz="2400" dirty="0"/>
              <a:t>.</a:t>
            </a:r>
          </a:p>
          <a:p>
            <a:pPr marL="0" indent="0" algn="just">
              <a:buNone/>
            </a:pPr>
            <a:endParaRPr lang="es-ES_tradnl" sz="2400" dirty="0"/>
          </a:p>
          <a:p>
            <a:pPr algn="just"/>
            <a:r>
              <a:rPr lang="es-ES_tradnl" sz="2400" dirty="0"/>
              <a:t>¿Qué pasa con el VPN si aumenta el valor los flujos de caja positivos (ceteris paribus)?</a:t>
            </a:r>
          </a:p>
          <a:p>
            <a:pPr algn="just"/>
            <a:r>
              <a:rPr lang="es-ES_tradnl" sz="2400" dirty="0"/>
              <a:t>¿Qué pasa con el VPN si aumenta la tasa de descuento (ceteris paribus)?</a:t>
            </a:r>
          </a:p>
          <a:p>
            <a:pPr algn="just"/>
            <a:r>
              <a:rPr lang="es-ES_tradnl" sz="2400" dirty="0"/>
              <a:t>¿Qué pasa con el VPN si se desplazan los flujos de caja en el tiempo (ceteris paribus)?</a:t>
            </a:r>
          </a:p>
          <a:p>
            <a:pPr algn="just"/>
            <a:endParaRPr lang="es-ES_tradnl" sz="2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4CFEAF4-51AE-5C6B-9209-71A456813C3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E80DB6FA-3897-8349-7B5A-97E341CFA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ADA6AF5-BD08-38DD-88C7-2B03C00D809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E7DAB6EF-E5FF-D724-14D2-A5F887CC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4A62481D-002F-7C0E-652B-85E5775E04DD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20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0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5">
            <a:extLst>
              <a:ext uri="{FF2B5EF4-FFF2-40B4-BE49-F238E27FC236}">
                <a16:creationId xmlns:a16="http://schemas.microsoft.com/office/drawing/2014/main" id="{3FCA5356-424B-42A1-6EC6-BB173E5E61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0016739"/>
              </p:ext>
            </p:extLst>
          </p:nvPr>
        </p:nvGraphicFramePr>
        <p:xfrm>
          <a:off x="597520" y="2117092"/>
          <a:ext cx="10996959" cy="4204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5EE8F9F1-7968-DB53-991F-38E4F16F0D8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AF405C21-824A-C0B3-3797-D9B2FB602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E8AEBC40-0FDB-D03B-C4E3-2258E5E875C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E701DF44-0C70-ADCB-796E-DCEAA5E8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89CBECBC-8BB3-8270-EA50-800D2C782CEE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21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719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796143"/>
            <a:ext cx="11029615" cy="152450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600" dirty="0"/>
              <a:t>Ahora bien, es necesario responder la pregunta más relevante respecto al VPN.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600" dirty="0"/>
              <a:t>¿Cuál es la regla de decisión del VPN como IBF?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B63C574-161D-17FE-1E0E-B3AA55B2761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C57BC7F4-D72C-41DF-D13D-8A4C160A5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AB0F2AFE-FF18-AF1A-ADCA-6EA624C869C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8A7DD7-1DFB-9A7A-60B0-B27671DCB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5950967A-D997-0B0C-53FD-5F1C566FF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388433"/>
              </p:ext>
            </p:extLst>
          </p:nvPr>
        </p:nvGraphicFramePr>
        <p:xfrm>
          <a:off x="3779310" y="3429000"/>
          <a:ext cx="4633381" cy="2781439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3278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VPN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Decisión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VPN &lt;</a:t>
                      </a:r>
                      <a:r>
                        <a:rPr lang="es-ES_tradnl" sz="2000" baseline="0" noProof="0" dirty="0">
                          <a:solidFill>
                            <a:sysClr val="windowText" lastClr="000000"/>
                          </a:solidFill>
                        </a:rPr>
                        <a:t> 0</a:t>
                      </a:r>
                      <a:endParaRPr lang="es-ES_tradnl" sz="2000" noProof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Proyecto No Conveniente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VPN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Proyecto Conveniente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VPN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Indiferente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D92B2E96-D374-E14B-1B9A-D6373CC46833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22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860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20ACA-AA72-0DA5-C3F0-F84AA0B5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5D582B6-AFA3-FCAA-30D9-3B69162E899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1387EE22-DD1F-D2ED-5FC1-6B50E7F5F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F5E1AFA-9F7B-8FB0-1DC0-588937007EB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E63290D-37DD-8892-F4BF-17F6226B7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F5DBB2B3-E680-E0C7-1572-2D9394E95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70886"/>
              </p:ext>
            </p:extLst>
          </p:nvPr>
        </p:nvGraphicFramePr>
        <p:xfrm>
          <a:off x="2824843" y="2885930"/>
          <a:ext cx="6542314" cy="3039201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988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76935">
                  <a:extLst>
                    <a:ext uri="{9D8B030D-6E8A-4147-A177-3AD203B41FA5}">
                      <a16:colId xmlns:a16="http://schemas.microsoft.com/office/drawing/2014/main" val="3477822804"/>
                    </a:ext>
                  </a:extLst>
                </a:gridCol>
              </a:tblGrid>
              <a:tr h="443278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VPN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Decisión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Creación de Valor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VPN &lt;</a:t>
                      </a:r>
                      <a:r>
                        <a:rPr lang="es-ES_tradnl" sz="2000" baseline="0" noProof="0" dirty="0">
                          <a:solidFill>
                            <a:sysClr val="windowText" lastClr="000000"/>
                          </a:solidFill>
                        </a:rPr>
                        <a:t> 0</a:t>
                      </a:r>
                      <a:endParaRPr lang="es-ES_tradnl" sz="2000" noProof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Proyecto No Conveniente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VPN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Proyecto Conveniente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VPN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Indiferente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654235-CA1E-1E70-5ED5-E32B71CA3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828799"/>
            <a:ext cx="10968843" cy="5343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800" dirty="0"/>
              <a:t>¿Cuándo el proyecto </a:t>
            </a:r>
            <a:r>
              <a:rPr lang="es-ES_tradnl" sz="2800" i="1" dirty="0">
                <a:solidFill>
                  <a:srgbClr val="800000"/>
                </a:solidFill>
              </a:rPr>
              <a:t>crea valor</a:t>
            </a:r>
            <a:r>
              <a:rPr lang="es-ES_tradnl" sz="2800" dirty="0"/>
              <a:t>?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684EA3FB-BDBA-CF14-0231-B0D657B15EEC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23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73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4E4D3-6BEC-4299-D715-BCAB3FB8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FCD1B41-FA59-01ED-655D-12FC18C1E6B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CAFE1A1A-8997-EE83-1A9E-6EE574391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245AF12-8974-A03A-5E4B-C62B30EC27D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52AAA4E-7748-02BF-A2AA-4CA790A50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012EF3FA-45E6-DCB9-FB91-977D7C9F8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401175"/>
              </p:ext>
            </p:extLst>
          </p:nvPr>
        </p:nvGraphicFramePr>
        <p:xfrm>
          <a:off x="2824843" y="2885930"/>
          <a:ext cx="6542314" cy="316992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988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76935">
                  <a:extLst>
                    <a:ext uri="{9D8B030D-6E8A-4147-A177-3AD203B41FA5}">
                      <a16:colId xmlns:a16="http://schemas.microsoft.com/office/drawing/2014/main" val="3477822804"/>
                    </a:ext>
                  </a:extLst>
                </a:gridCol>
              </a:tblGrid>
              <a:tr h="443278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VPN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Decisión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Creación de Valor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VPN &lt;</a:t>
                      </a:r>
                      <a:r>
                        <a:rPr lang="es-ES_tradnl" sz="2000" baseline="0" noProof="0" dirty="0">
                          <a:solidFill>
                            <a:sysClr val="windowText" lastClr="000000"/>
                          </a:solidFill>
                        </a:rPr>
                        <a:t> 0</a:t>
                      </a:r>
                      <a:endParaRPr lang="es-ES_tradnl" sz="2000" noProof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Proyecto No Conveniente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Proyecto destruye 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VPN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Proyecto Conveniente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Proyecto crea 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VPN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Indiferente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No hay efecto sobre el 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BF1AF3-CEC0-3A27-9B31-892B2A988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828799"/>
            <a:ext cx="10968843" cy="5343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800" dirty="0"/>
              <a:t>¿Cuándo el proyecto </a:t>
            </a:r>
            <a:r>
              <a:rPr lang="es-ES_tradnl" sz="2800" i="1" dirty="0">
                <a:solidFill>
                  <a:srgbClr val="800000"/>
                </a:solidFill>
              </a:rPr>
              <a:t>crea valor</a:t>
            </a:r>
            <a:r>
              <a:rPr lang="es-ES_tradnl" sz="2800" dirty="0"/>
              <a:t>?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5D204398-E2EA-46E0-4992-C83D9B266D8E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24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593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2127105"/>
            <a:ext cx="11029615" cy="38290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400" i="1" dirty="0">
                <a:solidFill>
                  <a:srgbClr val="800000"/>
                </a:solidFill>
              </a:rPr>
              <a:t>¿Qué significa en términos financieros el VPN?</a:t>
            </a:r>
          </a:p>
          <a:p>
            <a:pPr marL="0" indent="0" algn="ctr">
              <a:buNone/>
            </a:pPr>
            <a:endParaRPr lang="es-ES_tradnl" sz="2400" i="1" dirty="0">
              <a:solidFill>
                <a:srgbClr val="800000"/>
              </a:solidFill>
            </a:endParaRPr>
          </a:p>
          <a:p>
            <a:pPr marL="0" indent="0" algn="ctr">
              <a:buNone/>
            </a:pPr>
            <a:r>
              <a:rPr lang="es-ES_tradnl" sz="2400" i="1" dirty="0">
                <a:solidFill>
                  <a:srgbClr val="800000"/>
                </a:solidFill>
              </a:rPr>
              <a:t>El VPN será la medición en pesos de hoy del </a:t>
            </a:r>
            <a:r>
              <a:rPr lang="es-ES_tradnl" sz="2400" b="1" i="1" dirty="0">
                <a:solidFill>
                  <a:srgbClr val="800000"/>
                </a:solidFill>
              </a:rPr>
              <a:t>“spread”</a:t>
            </a:r>
            <a:r>
              <a:rPr lang="es-ES_tradnl" sz="2400" i="1" dirty="0">
                <a:solidFill>
                  <a:srgbClr val="800000"/>
                </a:solidFill>
              </a:rPr>
              <a:t> o diferencial de la </a:t>
            </a:r>
            <a:r>
              <a:rPr lang="es-ES_tradnl" sz="2400" b="1" i="1" dirty="0">
                <a:solidFill>
                  <a:srgbClr val="800000"/>
                </a:solidFill>
              </a:rPr>
              <a:t>rentabilidad del proyecto</a:t>
            </a:r>
            <a:r>
              <a:rPr lang="es-ES_tradnl" sz="2400" i="1" dirty="0">
                <a:solidFill>
                  <a:srgbClr val="800000"/>
                </a:solidFill>
              </a:rPr>
              <a:t> respecto al </a:t>
            </a:r>
            <a:r>
              <a:rPr lang="es-ES_tradnl" sz="2400" b="1" i="1" dirty="0">
                <a:solidFill>
                  <a:srgbClr val="800000"/>
                </a:solidFill>
              </a:rPr>
              <a:t>C.O.</a:t>
            </a:r>
            <a:r>
              <a:rPr lang="es-ES_tradnl" sz="2400" i="1" dirty="0">
                <a:solidFill>
                  <a:srgbClr val="800000"/>
                </a:solidFill>
              </a:rPr>
              <a:t> Es decir, el </a:t>
            </a:r>
            <a:r>
              <a:rPr lang="es-ES_tradnl" sz="2400" b="1" i="1" dirty="0">
                <a:solidFill>
                  <a:srgbClr val="800000"/>
                </a:solidFill>
              </a:rPr>
              <a:t>VALOR AGREGADO</a:t>
            </a:r>
            <a:r>
              <a:rPr lang="es-ES_tradnl" sz="2400" i="1" dirty="0">
                <a:solidFill>
                  <a:srgbClr val="800000"/>
                </a:solidFill>
              </a:rPr>
              <a:t> del proyecto en pesos del momento cero.</a:t>
            </a:r>
          </a:p>
          <a:p>
            <a:pPr marL="0" indent="0" algn="just">
              <a:buNone/>
            </a:pPr>
            <a:endParaRPr lang="es-ES_tradnl" sz="2400" dirty="0"/>
          </a:p>
          <a:p>
            <a:pPr algn="just"/>
            <a:endParaRPr lang="es-ES_tradnl" sz="2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7ED423-70B2-B1DB-A4BF-8DCA20E462C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13162535-C97C-24F7-840B-42BDEE9BF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DB432A83-214C-A3B6-63FB-3381244AAE8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D63FB49F-8E94-8DA6-2715-34001DD9A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66C8484C-722D-7E34-7F48-FF1DCA94D7CB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25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59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58917"/>
            <a:ext cx="11029616" cy="115926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Para dar claridad a lo anterior, tomemos el siguiente proyecto de inversión que tiene una rentabilidad del 9% E.A. Para el análisis su C.O. = 5% E.A.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4116808" y="4260414"/>
            <a:ext cx="423664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116808" y="4260414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5036732" y="3801687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110161" y="3801688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7169635" y="3801687"/>
            <a:ext cx="0" cy="458728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>
            <a:spLocks/>
          </p:cNvSpPr>
          <p:nvPr/>
        </p:nvSpPr>
        <p:spPr bwMode="auto">
          <a:xfrm flipH="1">
            <a:off x="4031207" y="3886416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24" name="Rectangle 23"/>
          <p:cNvSpPr>
            <a:spLocks/>
          </p:cNvSpPr>
          <p:nvPr/>
        </p:nvSpPr>
        <p:spPr bwMode="auto">
          <a:xfrm>
            <a:off x="4853143" y="435274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25" name="Rectangle 24"/>
          <p:cNvSpPr>
            <a:spLocks/>
          </p:cNvSpPr>
          <p:nvPr/>
        </p:nvSpPr>
        <p:spPr bwMode="auto">
          <a:xfrm>
            <a:off x="5941631" y="435274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26" name="Rectangle 25"/>
          <p:cNvSpPr>
            <a:spLocks/>
          </p:cNvSpPr>
          <p:nvPr/>
        </p:nvSpPr>
        <p:spPr bwMode="auto">
          <a:xfrm>
            <a:off x="7001105" y="436670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27" name="Rectangle 26"/>
          <p:cNvSpPr>
            <a:spLocks/>
          </p:cNvSpPr>
          <p:nvPr/>
        </p:nvSpPr>
        <p:spPr bwMode="auto">
          <a:xfrm>
            <a:off x="4398006" y="3419533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90.000</a:t>
            </a:r>
          </a:p>
        </p:txBody>
      </p:sp>
      <p:sp>
        <p:nvSpPr>
          <p:cNvPr id="28" name="Rectangle 27"/>
          <p:cNvSpPr>
            <a:spLocks/>
          </p:cNvSpPr>
          <p:nvPr/>
        </p:nvSpPr>
        <p:spPr bwMode="auto">
          <a:xfrm>
            <a:off x="7670364" y="3082842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1.090.000</a:t>
            </a:r>
          </a:p>
        </p:txBody>
      </p:sp>
      <p:sp>
        <p:nvSpPr>
          <p:cNvPr id="29" name="Rectangle 28"/>
          <p:cNvSpPr>
            <a:spLocks/>
          </p:cNvSpPr>
          <p:nvPr/>
        </p:nvSpPr>
        <p:spPr bwMode="auto">
          <a:xfrm>
            <a:off x="5471435" y="3411665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90.000</a:t>
            </a:r>
          </a:p>
        </p:txBody>
      </p:sp>
      <p:sp>
        <p:nvSpPr>
          <p:cNvPr id="30" name="Rectangle 29"/>
          <p:cNvSpPr>
            <a:spLocks/>
          </p:cNvSpPr>
          <p:nvPr/>
        </p:nvSpPr>
        <p:spPr bwMode="auto">
          <a:xfrm>
            <a:off x="3248240" y="5125745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1.000.000</a:t>
            </a:r>
          </a:p>
        </p:txBody>
      </p:sp>
      <p:sp>
        <p:nvSpPr>
          <p:cNvPr id="32" name="Rectangle 31"/>
          <p:cNvSpPr>
            <a:spLocks/>
          </p:cNvSpPr>
          <p:nvPr/>
        </p:nvSpPr>
        <p:spPr bwMode="auto">
          <a:xfrm>
            <a:off x="8116270" y="4348714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4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8329681" y="3568701"/>
            <a:ext cx="0" cy="691713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>
            <a:spLocks/>
          </p:cNvSpPr>
          <p:nvPr/>
        </p:nvSpPr>
        <p:spPr bwMode="auto">
          <a:xfrm>
            <a:off x="6530909" y="3394504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90.000</a:t>
            </a:r>
          </a:p>
        </p:txBody>
      </p:sp>
      <p:pic>
        <p:nvPicPr>
          <p:cNvPr id="31" name="Imagen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40" y="5768125"/>
            <a:ext cx="8961120" cy="604452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8CEAA96-1E16-5D7E-32FC-837D92F24BB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21A65076-8C0C-59B1-FAA1-605924390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5CC0E57F-CD87-7568-E20F-1E821C53E13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F3607F3-89BA-4D7B-D066-37619075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B818FFE7-1CB9-2F3B-AC04-AAB39A558CBB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26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02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24214"/>
            <a:ext cx="11029615" cy="79896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ES_tradnl" sz="2600" dirty="0"/>
              <a:t>Podemos comparar los flujos del proyecto con los que se obtendría si el inversionista invirtiera a su costo de oportunidad. La diferencia de flujos serán los </a:t>
            </a:r>
            <a:r>
              <a:rPr lang="es-ES_tradnl" sz="2600" i="1" dirty="0">
                <a:solidFill>
                  <a:srgbClr val="800000"/>
                </a:solidFill>
              </a:rPr>
              <a:t>flujos marginales.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597962" y="4036305"/>
            <a:ext cx="263207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597961" y="4036306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140282" y="3577579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3736048" y="3577581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4422784" y="3577580"/>
            <a:ext cx="0" cy="458728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>
            <a:spLocks/>
          </p:cNvSpPr>
          <p:nvPr/>
        </p:nvSpPr>
        <p:spPr bwMode="auto">
          <a:xfrm flipH="1">
            <a:off x="2512360" y="3662308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24" name="Rectangle 23"/>
          <p:cNvSpPr>
            <a:spLocks/>
          </p:cNvSpPr>
          <p:nvPr/>
        </p:nvSpPr>
        <p:spPr bwMode="auto">
          <a:xfrm>
            <a:off x="2971752" y="412460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25" name="Rectangle 24"/>
          <p:cNvSpPr>
            <a:spLocks/>
          </p:cNvSpPr>
          <p:nvPr/>
        </p:nvSpPr>
        <p:spPr bwMode="auto">
          <a:xfrm>
            <a:off x="3567518" y="412460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26" name="Rectangle 25"/>
          <p:cNvSpPr>
            <a:spLocks/>
          </p:cNvSpPr>
          <p:nvPr/>
        </p:nvSpPr>
        <p:spPr bwMode="auto">
          <a:xfrm>
            <a:off x="4219926" y="412917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27" name="Rectangle 26"/>
          <p:cNvSpPr>
            <a:spLocks/>
          </p:cNvSpPr>
          <p:nvPr/>
        </p:nvSpPr>
        <p:spPr bwMode="auto">
          <a:xfrm>
            <a:off x="3098507" y="2998181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90.000</a:t>
            </a:r>
          </a:p>
        </p:txBody>
      </p:sp>
      <p:sp>
        <p:nvSpPr>
          <p:cNvPr id="28" name="Rectangle 27"/>
          <p:cNvSpPr>
            <a:spLocks/>
          </p:cNvSpPr>
          <p:nvPr/>
        </p:nvSpPr>
        <p:spPr bwMode="auto">
          <a:xfrm>
            <a:off x="4447074" y="2981844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1.090.000</a:t>
            </a:r>
          </a:p>
        </p:txBody>
      </p:sp>
      <p:sp>
        <p:nvSpPr>
          <p:cNvPr id="30" name="Rectangle 29"/>
          <p:cNvSpPr>
            <a:spLocks/>
          </p:cNvSpPr>
          <p:nvPr/>
        </p:nvSpPr>
        <p:spPr bwMode="auto">
          <a:xfrm>
            <a:off x="1729393" y="4901637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1.000.000</a:t>
            </a:r>
          </a:p>
        </p:txBody>
      </p:sp>
      <p:sp>
        <p:nvSpPr>
          <p:cNvPr id="32" name="Rectangle 31"/>
          <p:cNvSpPr>
            <a:spLocks/>
          </p:cNvSpPr>
          <p:nvPr/>
        </p:nvSpPr>
        <p:spPr bwMode="auto">
          <a:xfrm>
            <a:off x="5044346" y="412460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4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5230040" y="3347229"/>
            <a:ext cx="0" cy="691713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 rot="16200000">
            <a:off x="3598703" y="2727562"/>
            <a:ext cx="343347" cy="1485550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31" name="Straight Connector 30"/>
          <p:cNvCxnSpPr/>
          <p:nvPr/>
        </p:nvCxnSpPr>
        <p:spPr>
          <a:xfrm>
            <a:off x="6832753" y="3947919"/>
            <a:ext cx="263207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6832752" y="3947920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7375073" y="3489193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7970839" y="3489195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8657575" y="3489194"/>
            <a:ext cx="0" cy="458728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>
            <a:spLocks/>
          </p:cNvSpPr>
          <p:nvPr/>
        </p:nvSpPr>
        <p:spPr bwMode="auto">
          <a:xfrm flipH="1">
            <a:off x="6747151" y="3573922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41" name="Rectangle 40"/>
          <p:cNvSpPr>
            <a:spLocks/>
          </p:cNvSpPr>
          <p:nvPr/>
        </p:nvSpPr>
        <p:spPr bwMode="auto">
          <a:xfrm>
            <a:off x="7206543" y="4036220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42" name="Rectangle 41"/>
          <p:cNvSpPr>
            <a:spLocks/>
          </p:cNvSpPr>
          <p:nvPr/>
        </p:nvSpPr>
        <p:spPr bwMode="auto">
          <a:xfrm>
            <a:off x="7802309" y="4036220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43" name="Rectangle 42"/>
          <p:cNvSpPr>
            <a:spLocks/>
          </p:cNvSpPr>
          <p:nvPr/>
        </p:nvSpPr>
        <p:spPr bwMode="auto">
          <a:xfrm>
            <a:off x="8454717" y="4040791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44" name="Rectangle 43"/>
          <p:cNvSpPr>
            <a:spLocks/>
          </p:cNvSpPr>
          <p:nvPr/>
        </p:nvSpPr>
        <p:spPr bwMode="auto">
          <a:xfrm>
            <a:off x="7333298" y="2909795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50.000</a:t>
            </a:r>
          </a:p>
        </p:txBody>
      </p:sp>
      <p:sp>
        <p:nvSpPr>
          <p:cNvPr id="45" name="Rectangle 44"/>
          <p:cNvSpPr>
            <a:spLocks/>
          </p:cNvSpPr>
          <p:nvPr/>
        </p:nvSpPr>
        <p:spPr bwMode="auto">
          <a:xfrm>
            <a:off x="8681865" y="2893458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1.050.000</a:t>
            </a:r>
          </a:p>
        </p:txBody>
      </p:sp>
      <p:sp>
        <p:nvSpPr>
          <p:cNvPr id="46" name="Rectangle 45"/>
          <p:cNvSpPr>
            <a:spLocks/>
          </p:cNvSpPr>
          <p:nvPr/>
        </p:nvSpPr>
        <p:spPr bwMode="auto">
          <a:xfrm>
            <a:off x="9279137" y="4036220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4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9464831" y="3258843"/>
            <a:ext cx="0" cy="691713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ight Brace 47"/>
          <p:cNvSpPr/>
          <p:nvPr/>
        </p:nvSpPr>
        <p:spPr>
          <a:xfrm rot="16200000">
            <a:off x="7833494" y="2639176"/>
            <a:ext cx="343347" cy="1485550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4" name="Rectangle 33"/>
          <p:cNvSpPr>
            <a:spLocks/>
          </p:cNvSpPr>
          <p:nvPr/>
        </p:nvSpPr>
        <p:spPr bwMode="auto">
          <a:xfrm>
            <a:off x="5934441" y="4845340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1.000.000</a:t>
            </a:r>
          </a:p>
        </p:txBody>
      </p:sp>
      <p:sp>
        <p:nvSpPr>
          <p:cNvPr id="5" name="4 Abrir llave"/>
          <p:cNvSpPr/>
          <p:nvPr/>
        </p:nvSpPr>
        <p:spPr>
          <a:xfrm rot="16200000">
            <a:off x="3438848" y="3818985"/>
            <a:ext cx="535040" cy="3658519"/>
          </a:xfrm>
          <a:prstGeom prst="lef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>
              <a:solidFill>
                <a:srgbClr val="C00000"/>
              </a:solidFill>
            </a:endParaRPr>
          </a:p>
        </p:txBody>
      </p:sp>
      <p:sp>
        <p:nvSpPr>
          <p:cNvPr id="36" name="35 Abrir llave"/>
          <p:cNvSpPr/>
          <p:nvPr/>
        </p:nvSpPr>
        <p:spPr>
          <a:xfrm rot="16200000">
            <a:off x="7780024" y="3799566"/>
            <a:ext cx="535040" cy="3658519"/>
          </a:xfrm>
          <a:prstGeom prst="lef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>
              <a:solidFill>
                <a:srgbClr val="C00000"/>
              </a:solidFill>
            </a:endParaRPr>
          </a:p>
        </p:txBody>
      </p:sp>
      <p:sp>
        <p:nvSpPr>
          <p:cNvPr id="49" name="Rectangle 29"/>
          <p:cNvSpPr>
            <a:spLocks/>
          </p:cNvSpPr>
          <p:nvPr/>
        </p:nvSpPr>
        <p:spPr bwMode="auto">
          <a:xfrm>
            <a:off x="2158944" y="5920855"/>
            <a:ext cx="30710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O" sz="2000" dirty="0"/>
              <a:t>Invertir en el proyecto</a:t>
            </a:r>
          </a:p>
        </p:txBody>
      </p:sp>
      <p:sp>
        <p:nvSpPr>
          <p:cNvPr id="50" name="Rectangle 29"/>
          <p:cNvSpPr>
            <a:spLocks/>
          </p:cNvSpPr>
          <p:nvPr/>
        </p:nvSpPr>
        <p:spPr bwMode="auto">
          <a:xfrm>
            <a:off x="6280710" y="5935546"/>
            <a:ext cx="352999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O" sz="2000" dirty="0"/>
              <a:t>Invertir al costo de oportunidad</a:t>
            </a:r>
          </a:p>
        </p:txBody>
      </p:sp>
      <p:sp>
        <p:nvSpPr>
          <p:cNvPr id="51" name="Menos 50"/>
          <p:cNvSpPr/>
          <p:nvPr/>
        </p:nvSpPr>
        <p:spPr>
          <a:xfrm>
            <a:off x="5839809" y="3939307"/>
            <a:ext cx="440900" cy="216077"/>
          </a:xfrm>
          <a:prstGeom prst="mathMin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0D115B0-CB97-8D47-411E-7D087E4CF59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E1C33779-EC71-0519-785D-55BFDC550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26555A5-91BC-5929-9F3D-0647A8C384E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6DF5CF24-F666-969D-47B0-6F1892FA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617CC341-8D58-1BB1-DC0A-3EBC5D838147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27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05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30" grpId="0"/>
      <p:bldP spid="32" grpId="0"/>
      <p:bldP spid="12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  <p:bldP spid="48" grpId="0" animBg="1"/>
      <p:bldP spid="34" grpId="0"/>
      <p:bldP spid="34" grpId="1"/>
      <p:bldP spid="5" grpId="0" animBg="1"/>
      <p:bldP spid="36" grpId="0" animBg="1"/>
      <p:bldP spid="49" grpId="0"/>
      <p:bldP spid="50" grpId="0"/>
      <p:bldP spid="5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792436"/>
            <a:ext cx="11029609" cy="113275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 sz="2400" dirty="0"/>
              <a:t>Podemos comparar los flujos del proyecto con los que se obtendría si el inversionista invirtiera a su costo de oportunidad. La diferencia de flujos serán los </a:t>
            </a:r>
            <a:r>
              <a:rPr lang="es-ES_tradnl" sz="2400" i="1" dirty="0">
                <a:solidFill>
                  <a:srgbClr val="800000"/>
                </a:solidFill>
              </a:rPr>
              <a:t>flujos marginales.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3768615" y="5063997"/>
            <a:ext cx="46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4899322" y="4307358"/>
            <a:ext cx="0" cy="775512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6082848" y="4284499"/>
            <a:ext cx="0" cy="775515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</p:cNvCxnSpPr>
          <p:nvPr/>
        </p:nvCxnSpPr>
        <p:spPr>
          <a:xfrm flipV="1">
            <a:off x="7248527" y="4284498"/>
            <a:ext cx="0" cy="77551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>
            <a:spLocks/>
          </p:cNvSpPr>
          <p:nvPr/>
        </p:nvSpPr>
        <p:spPr bwMode="auto">
          <a:xfrm flipH="1">
            <a:off x="3736036" y="5210236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24" name="Rectangle 23"/>
          <p:cNvSpPr>
            <a:spLocks/>
          </p:cNvSpPr>
          <p:nvPr/>
        </p:nvSpPr>
        <p:spPr bwMode="auto">
          <a:xfrm>
            <a:off x="4730792" y="521023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25" name="Rectangle 24"/>
          <p:cNvSpPr>
            <a:spLocks/>
          </p:cNvSpPr>
          <p:nvPr/>
        </p:nvSpPr>
        <p:spPr bwMode="auto">
          <a:xfrm>
            <a:off x="5940085" y="521023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26" name="Rectangle 25"/>
          <p:cNvSpPr>
            <a:spLocks/>
          </p:cNvSpPr>
          <p:nvPr/>
        </p:nvSpPr>
        <p:spPr bwMode="auto">
          <a:xfrm>
            <a:off x="7079997" y="524452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27" name="Rectangle 26"/>
          <p:cNvSpPr>
            <a:spLocks/>
          </p:cNvSpPr>
          <p:nvPr/>
        </p:nvSpPr>
        <p:spPr bwMode="auto">
          <a:xfrm>
            <a:off x="6035678" y="3150588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40.000</a:t>
            </a:r>
          </a:p>
        </p:txBody>
      </p:sp>
      <p:sp>
        <p:nvSpPr>
          <p:cNvPr id="32" name="Rectangle 31"/>
          <p:cNvSpPr>
            <a:spLocks/>
          </p:cNvSpPr>
          <p:nvPr/>
        </p:nvSpPr>
        <p:spPr bwMode="auto">
          <a:xfrm>
            <a:off x="8236451" y="521023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4</a:t>
            </a:r>
          </a:p>
        </p:txBody>
      </p:sp>
      <p:sp>
        <p:nvSpPr>
          <p:cNvPr id="12" name="Right Brace 11"/>
          <p:cNvSpPr/>
          <p:nvPr/>
        </p:nvSpPr>
        <p:spPr>
          <a:xfrm rot="16200000">
            <a:off x="6383744" y="2143144"/>
            <a:ext cx="580455" cy="3549292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34" name="Straight Arrow Connector 33"/>
          <p:cNvCxnSpPr>
            <a:cxnSpLocks/>
          </p:cNvCxnSpPr>
          <p:nvPr/>
        </p:nvCxnSpPr>
        <p:spPr>
          <a:xfrm flipV="1">
            <a:off x="8448615" y="4307358"/>
            <a:ext cx="0" cy="77551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7651F772-38C1-2A3E-148A-BCFFA67FBF9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AB049C85-AE9A-FE0A-58AE-A1289608B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A34571F-1C24-80A2-9143-5C9C7817463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F6754D1-A78B-D203-D2A1-1DB97D07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05B753D6-5BAB-A09B-56B5-4FB46304158F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28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6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792436"/>
            <a:ext cx="11029607" cy="8871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¿Cuál es el valor presente, al 5% E.A., de los flujos de caja marginales?</a:t>
            </a:r>
            <a:endParaRPr lang="es-ES_tradnl" sz="2400" i="1" dirty="0">
              <a:solidFill>
                <a:srgbClr val="800000"/>
              </a:solidFill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127" y="5689232"/>
            <a:ext cx="8758323" cy="7572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90BAB69-7E1F-DA34-F16B-39D59D16502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460F81F-3CDE-C232-3ED1-366DCFD7F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7FA84BD-6B79-B84F-E729-90C1AD196ED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A5A0CBE-77B5-717D-8CCB-2EDE3698A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A414E34D-898E-DFA1-3832-7A3C917FB11B}"/>
              </a:ext>
            </a:extLst>
          </p:cNvPr>
          <p:cNvCxnSpPr>
            <a:cxnSpLocks/>
          </p:cNvCxnSpPr>
          <p:nvPr/>
        </p:nvCxnSpPr>
        <p:spPr>
          <a:xfrm>
            <a:off x="3768615" y="5063997"/>
            <a:ext cx="46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9">
            <a:extLst>
              <a:ext uri="{FF2B5EF4-FFF2-40B4-BE49-F238E27FC236}">
                <a16:creationId xmlns:a16="http://schemas.microsoft.com/office/drawing/2014/main" id="{871AEEB7-01AF-5394-2001-B1AE19D011AE}"/>
              </a:ext>
            </a:extLst>
          </p:cNvPr>
          <p:cNvCxnSpPr>
            <a:cxnSpLocks/>
          </p:cNvCxnSpPr>
          <p:nvPr/>
        </p:nvCxnSpPr>
        <p:spPr>
          <a:xfrm flipV="1">
            <a:off x="4899322" y="4307358"/>
            <a:ext cx="0" cy="775512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20">
            <a:extLst>
              <a:ext uri="{FF2B5EF4-FFF2-40B4-BE49-F238E27FC236}">
                <a16:creationId xmlns:a16="http://schemas.microsoft.com/office/drawing/2014/main" id="{5A14C983-9434-02F3-0AE8-C6B44729D8F4}"/>
              </a:ext>
            </a:extLst>
          </p:cNvPr>
          <p:cNvCxnSpPr>
            <a:cxnSpLocks/>
          </p:cNvCxnSpPr>
          <p:nvPr/>
        </p:nvCxnSpPr>
        <p:spPr>
          <a:xfrm flipV="1">
            <a:off x="6082848" y="4284499"/>
            <a:ext cx="0" cy="775515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21">
            <a:extLst>
              <a:ext uri="{FF2B5EF4-FFF2-40B4-BE49-F238E27FC236}">
                <a16:creationId xmlns:a16="http://schemas.microsoft.com/office/drawing/2014/main" id="{80C2E88E-F321-280B-5C38-32DDC171A0D9}"/>
              </a:ext>
            </a:extLst>
          </p:cNvPr>
          <p:cNvCxnSpPr>
            <a:cxnSpLocks/>
          </p:cNvCxnSpPr>
          <p:nvPr/>
        </p:nvCxnSpPr>
        <p:spPr>
          <a:xfrm flipV="1">
            <a:off x="7248527" y="4284498"/>
            <a:ext cx="0" cy="77551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2">
            <a:extLst>
              <a:ext uri="{FF2B5EF4-FFF2-40B4-BE49-F238E27FC236}">
                <a16:creationId xmlns:a16="http://schemas.microsoft.com/office/drawing/2014/main" id="{2465981E-079B-9C0A-F333-43BAC7C6651E}"/>
              </a:ext>
            </a:extLst>
          </p:cNvPr>
          <p:cNvSpPr>
            <a:spLocks/>
          </p:cNvSpPr>
          <p:nvPr/>
        </p:nvSpPr>
        <p:spPr bwMode="auto">
          <a:xfrm flipH="1">
            <a:off x="3736036" y="5210236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14" name="Rectangle 23">
            <a:extLst>
              <a:ext uri="{FF2B5EF4-FFF2-40B4-BE49-F238E27FC236}">
                <a16:creationId xmlns:a16="http://schemas.microsoft.com/office/drawing/2014/main" id="{C710F580-540A-198D-1D58-62AAF40EBBD7}"/>
              </a:ext>
            </a:extLst>
          </p:cNvPr>
          <p:cNvSpPr>
            <a:spLocks/>
          </p:cNvSpPr>
          <p:nvPr/>
        </p:nvSpPr>
        <p:spPr bwMode="auto">
          <a:xfrm>
            <a:off x="4730792" y="521023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C948483E-E0CB-F161-893A-E8F32F6A9130}"/>
              </a:ext>
            </a:extLst>
          </p:cNvPr>
          <p:cNvSpPr>
            <a:spLocks/>
          </p:cNvSpPr>
          <p:nvPr/>
        </p:nvSpPr>
        <p:spPr bwMode="auto">
          <a:xfrm>
            <a:off x="5940085" y="521023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E782DB74-090D-AB57-3703-B2CB7FA088DA}"/>
              </a:ext>
            </a:extLst>
          </p:cNvPr>
          <p:cNvSpPr>
            <a:spLocks/>
          </p:cNvSpPr>
          <p:nvPr/>
        </p:nvSpPr>
        <p:spPr bwMode="auto">
          <a:xfrm>
            <a:off x="7079997" y="524452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BD7E08A0-2F38-B2CA-F925-0D14AAF33DF0}"/>
              </a:ext>
            </a:extLst>
          </p:cNvPr>
          <p:cNvSpPr>
            <a:spLocks/>
          </p:cNvSpPr>
          <p:nvPr/>
        </p:nvSpPr>
        <p:spPr bwMode="auto">
          <a:xfrm>
            <a:off x="6035678" y="3150588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40.000</a:t>
            </a:r>
          </a:p>
        </p:txBody>
      </p:sp>
      <p:sp>
        <p:nvSpPr>
          <p:cNvPr id="19" name="Rectangle 31">
            <a:extLst>
              <a:ext uri="{FF2B5EF4-FFF2-40B4-BE49-F238E27FC236}">
                <a16:creationId xmlns:a16="http://schemas.microsoft.com/office/drawing/2014/main" id="{3E81ED56-5B02-46B6-37D5-582B37445250}"/>
              </a:ext>
            </a:extLst>
          </p:cNvPr>
          <p:cNvSpPr>
            <a:spLocks/>
          </p:cNvSpPr>
          <p:nvPr/>
        </p:nvSpPr>
        <p:spPr bwMode="auto">
          <a:xfrm>
            <a:off x="8236451" y="521023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4</a:t>
            </a:r>
          </a:p>
        </p:txBody>
      </p:sp>
      <p:sp>
        <p:nvSpPr>
          <p:cNvPr id="33" name="Right Brace 11">
            <a:extLst>
              <a:ext uri="{FF2B5EF4-FFF2-40B4-BE49-F238E27FC236}">
                <a16:creationId xmlns:a16="http://schemas.microsoft.com/office/drawing/2014/main" id="{62DA6DDD-2E1E-A32C-EDC7-3D9618EC4D4C}"/>
              </a:ext>
            </a:extLst>
          </p:cNvPr>
          <p:cNvSpPr/>
          <p:nvPr/>
        </p:nvSpPr>
        <p:spPr>
          <a:xfrm rot="16200000">
            <a:off x="6383744" y="2143144"/>
            <a:ext cx="580455" cy="3549292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698D0F-BB4A-0275-B4F9-8D5048EBF8ED}"/>
              </a:ext>
            </a:extLst>
          </p:cNvPr>
          <p:cNvCxnSpPr>
            <a:cxnSpLocks/>
          </p:cNvCxnSpPr>
          <p:nvPr/>
        </p:nvCxnSpPr>
        <p:spPr>
          <a:xfrm flipV="1">
            <a:off x="8448615" y="4307358"/>
            <a:ext cx="0" cy="77551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D99EA3EB-F17B-030F-7F27-E1A339469028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29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90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22890"/>
            <a:ext cx="11029615" cy="41665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Es claro entonces como, cuando el VPN es positivo, se está obteniendo una medición, en pesos de hoy, del rendimiento </a:t>
            </a:r>
            <a:r>
              <a:rPr lang="es-ES_tradnl" sz="2400" i="1" dirty="0">
                <a:solidFill>
                  <a:srgbClr val="800000"/>
                </a:solidFill>
              </a:rPr>
              <a:t>MARGINAL</a:t>
            </a:r>
            <a:r>
              <a:rPr lang="es-ES_tradnl" sz="2400" dirty="0"/>
              <a:t> que se obtiene al invertir en un proyecto respecto al costo de oportunidad.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Es importante recordar que el VPN es un criterio de evaluación </a:t>
            </a:r>
            <a:r>
              <a:rPr lang="es-ES_tradnl" sz="2400" i="1" dirty="0">
                <a:solidFill>
                  <a:srgbClr val="800000"/>
                </a:solidFill>
              </a:rPr>
              <a:t>RELATIVO </a:t>
            </a:r>
            <a:r>
              <a:rPr lang="es-ES_tradnl" sz="2400" dirty="0"/>
              <a:t>(depende del C.O.).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El VPN es un indicador que indica generación de </a:t>
            </a:r>
            <a:r>
              <a:rPr lang="es-ES_tradnl" sz="2400" i="1" dirty="0">
                <a:solidFill>
                  <a:srgbClr val="800000"/>
                </a:solidFill>
              </a:rPr>
              <a:t>VALOR</a:t>
            </a:r>
            <a:r>
              <a:rPr lang="es-ES_tradnl" sz="2400" dirty="0"/>
              <a:t>, no rentabilidad.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25D6DB2-6C2C-ED73-73FC-C34497F1DF8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33D40DE4-193F-EBD7-C079-2CB20D7CC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17DEAD90-3036-DBDE-C377-4810CC5DB0F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83FF0254-DE5F-6776-3C08-8BD52DD81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EB27E382-EE18-E5EB-2ECC-406F65F4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30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23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17914"/>
            <a:ext cx="11029616" cy="440000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 sz="2400" dirty="0"/>
              <a:t>¿Cuál es el objetivo de la gerencia de una compañía?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ctr">
              <a:buNone/>
            </a:pPr>
            <a:r>
              <a:rPr lang="es-ES_tradnl" sz="2400" i="1" dirty="0">
                <a:solidFill>
                  <a:srgbClr val="800000"/>
                </a:solidFill>
              </a:rPr>
              <a:t>Creación de valor</a:t>
            </a:r>
          </a:p>
          <a:p>
            <a:pPr marL="0" indent="0" algn="ctr">
              <a:buNone/>
            </a:pPr>
            <a:endParaRPr lang="es-ES_tradnl" sz="2400" i="1" dirty="0">
              <a:solidFill>
                <a:srgbClr val="800000"/>
              </a:solidFill>
            </a:endParaRPr>
          </a:p>
          <a:p>
            <a:pPr marL="0" indent="0" algn="just">
              <a:buNone/>
            </a:pPr>
            <a:r>
              <a:rPr lang="es-ES_tradnl" sz="2400" dirty="0"/>
              <a:t>El VPN se vuelve entonces un </a:t>
            </a:r>
            <a:r>
              <a:rPr lang="es-ES_tradnl" sz="2400" b="1" dirty="0"/>
              <a:t>MUY BUEN IBF</a:t>
            </a:r>
            <a:r>
              <a:rPr lang="es-ES_tradnl" sz="2400" dirty="0"/>
              <a:t>, pues mide el impacto y la creación de valor de los inversionistas.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DCCF35-B90B-C110-0A0A-56716814880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6DD7593A-5670-C089-E179-78E7FEF63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83003EB-DA46-B374-FDCE-D24D375C89D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A1E7749A-56AE-484C-5076-445FD3EE6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VPN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0B59075F-3788-9864-DF44-A83A3EA36356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31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49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CEA5E-1F64-B511-9A59-09868996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72301-5D89-F99C-325E-F5BDDFCDC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C2B519-9DB0-9BC4-6160-87170DA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32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3D6DC173-76C0-A71B-4666-6A40D024A3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026F967E-5B0B-2D3F-B913-7781F518A78F}"/>
              </a:ext>
            </a:extLst>
          </p:cNvPr>
          <p:cNvSpPr/>
          <p:nvPr/>
        </p:nvSpPr>
        <p:spPr>
          <a:xfrm>
            <a:off x="3173020" y="2318042"/>
            <a:ext cx="8540907" cy="16312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20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Introducción a los Indicadores de Bondad financiera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2000" dirty="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000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Valor Presente Neto (VPN)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000" dirty="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000" dirty="0">
                <a:solidFill>
                  <a:schemeClr val="accent1"/>
                </a:solidFill>
                <a:latin typeface="Century Gothic"/>
                <a:cs typeface="Arial"/>
              </a:rPr>
              <a:t>Tasa Interna de Retorno (TIR)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B5EF67-480C-4845-4DC5-5BBFE925796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8065B851-8D6F-207B-F316-4636A5F5D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26D1B1C-9371-EC47-A9DA-436630B6293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8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487488" y="2866288"/>
            <a:ext cx="9144000" cy="20764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3200" b="1" dirty="0">
                <a:solidFill>
                  <a:srgbClr val="800000"/>
                </a:solidFill>
              </a:rPr>
              <a:t>TIR</a:t>
            </a:r>
          </a:p>
          <a:p>
            <a:pPr marL="0" indent="0" algn="ctr">
              <a:buNone/>
            </a:pPr>
            <a:r>
              <a:rPr lang="es-ES_tradnl" sz="3200" b="1" dirty="0">
                <a:solidFill>
                  <a:srgbClr val="800000"/>
                </a:solidFill>
              </a:rPr>
              <a:t>(Tasa Interna de Retorno)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9E04554-C55E-BA90-328C-E7BC9B4E9E7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61BC8E17-3C71-717E-938F-1ABBC8797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02C79EE-A7B5-78B5-C430-82AE84F78E3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83A56E74-55A5-40EA-44A9-311E051CD2F2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33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574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17913"/>
            <a:ext cx="11029615" cy="40218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Junto con el VPN, es el IBF más conocido. No obstante, pese a su uso generalizado y la valiosa información que posee, es el más difícil de interpretar y el más inadecuadamente utilizado.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La TIR busca responder: ¿Cuál es la rentabilidad efectiva periódica de un proyecto de inversión? </a:t>
            </a:r>
            <a:r>
              <a:rPr lang="es-ES_tradnl" sz="2400" i="1" dirty="0">
                <a:solidFill>
                  <a:srgbClr val="800000"/>
                </a:solidFill>
              </a:rPr>
              <a:t>En otras palabras, cuál es la rentabilidad que obtienen los dineros que permanecen invertidos durante la vida útil del proyecto.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E0B567-43D1-116E-E403-5FDBF328654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34EFB266-AED3-10DF-693F-141CEF9A8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391A5006-987C-03AA-47CE-B82746599C6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97EF21B9-CC85-D2BA-A08A-B1FEC5B0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DCA5A9D8-242E-306D-0784-1171ED861BA5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34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3139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19010"/>
            <a:ext cx="11029615" cy="4528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Para entender lo anterior, veamos un ejemplo sencillo de flujos trimestrales. ¿Cuál es la TIR del siguiente proyecto?</a:t>
            </a:r>
          </a:p>
          <a:p>
            <a:pPr marL="0" indent="0" algn="just">
              <a:buNone/>
            </a:pPr>
            <a:endParaRPr lang="es-ES_tradnl" sz="2400" i="1" dirty="0">
              <a:solidFill>
                <a:srgbClr val="800000"/>
              </a:solidFill>
            </a:endParaRPr>
          </a:p>
          <a:p>
            <a:pPr marL="0" indent="0" algn="just">
              <a:buNone/>
            </a:pPr>
            <a:endParaRPr lang="es-ES_tradnl" sz="2400" i="1" dirty="0">
              <a:solidFill>
                <a:srgbClr val="800000"/>
              </a:solidFill>
            </a:endParaRPr>
          </a:p>
          <a:p>
            <a:pPr marL="0" indent="0" algn="just">
              <a:buNone/>
            </a:pPr>
            <a:endParaRPr lang="es-ES_tradnl" sz="2400" i="1" dirty="0">
              <a:solidFill>
                <a:srgbClr val="800000"/>
              </a:solidFill>
            </a:endParaRPr>
          </a:p>
          <a:p>
            <a:pPr marL="0" indent="0" algn="just">
              <a:buNone/>
            </a:pPr>
            <a:endParaRPr lang="es-ES_tradnl" sz="2400" i="1" dirty="0">
              <a:solidFill>
                <a:srgbClr val="800000"/>
              </a:solidFill>
            </a:endParaRPr>
          </a:p>
          <a:p>
            <a:pPr marL="0" indent="0" algn="just">
              <a:buNone/>
            </a:pPr>
            <a:endParaRPr lang="es-ES_tradnl" sz="2400" i="1" dirty="0">
              <a:solidFill>
                <a:srgbClr val="800000"/>
              </a:solidFill>
            </a:endParaRPr>
          </a:p>
          <a:p>
            <a:pPr marL="0" indent="0" algn="just">
              <a:buNone/>
            </a:pPr>
            <a:r>
              <a:rPr lang="es-ES_tradnl" sz="2400" dirty="0"/>
              <a:t>¿Cuál es la tasa que hace que ese millón se convierta en 1.090.000? O dicho de otra manera ¿Cuál es la tasa que hace equivalente los egresos e ingresos? </a:t>
            </a:r>
            <a:endParaRPr lang="es-ES_tradnl" sz="2400" i="1" dirty="0">
              <a:solidFill>
                <a:srgbClr val="8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711145" y="3999578"/>
            <a:ext cx="0" cy="365299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7343224" y="3416098"/>
            <a:ext cx="0" cy="583479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>
            <a:spLocks/>
          </p:cNvSpPr>
          <p:nvPr/>
        </p:nvSpPr>
        <p:spPr bwMode="auto">
          <a:xfrm flipH="1">
            <a:off x="4625544" y="3625579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7174694" y="4087879"/>
            <a:ext cx="12913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 </a:t>
            </a:r>
            <a:r>
              <a:rPr lang="es-CO" sz="2000" dirty="0"/>
              <a:t>trimestre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711146" y="3999576"/>
            <a:ext cx="263207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>
            <a:spLocks/>
          </p:cNvSpPr>
          <p:nvPr/>
        </p:nvSpPr>
        <p:spPr bwMode="auto">
          <a:xfrm>
            <a:off x="6704498" y="3098957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1.090.000</a:t>
            </a:r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4072419" y="4449306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1.000.000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4C3CFE0-6621-2ACD-F154-F0CB12D6EBF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4" name="Picture 2" descr="Clientes y aliados | Centro de Evaluación | Uniandes">
            <a:extLst>
              <a:ext uri="{FF2B5EF4-FFF2-40B4-BE49-F238E27FC236}">
                <a16:creationId xmlns:a16="http://schemas.microsoft.com/office/drawing/2014/main" id="{9E8852C9-41AD-8038-84A7-63F0F3529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7AEDF12B-799A-2205-6933-E425A444494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4B5B4771-AEC6-5F61-7EA7-1A9B9AE0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93DB3E75-D299-753C-3A4B-22118AD0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35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79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8730-124C-266B-D63D-7019AB59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0CFBC-0CC8-B054-AF85-6DA40F317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00385"/>
            <a:ext cx="11029616" cy="11926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Para entender lo anterior, veamos un ejemplo sencillo de flujos trimestrales. ¿Cuál es la TIR del siguiente proyecto?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3C0A-789B-8AAA-2C41-A9CC1EAE4B29}"/>
              </a:ext>
            </a:extLst>
          </p:cNvPr>
          <p:cNvCxnSpPr/>
          <p:nvPr/>
        </p:nvCxnSpPr>
        <p:spPr>
          <a:xfrm>
            <a:off x="1789449" y="4117706"/>
            <a:ext cx="0" cy="365299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A0235F-FDC4-14C7-077A-88F061979579}"/>
              </a:ext>
            </a:extLst>
          </p:cNvPr>
          <p:cNvCxnSpPr/>
          <p:nvPr/>
        </p:nvCxnSpPr>
        <p:spPr>
          <a:xfrm flipV="1">
            <a:off x="4421528" y="3534226"/>
            <a:ext cx="0" cy="583479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FBDEAF4-7E40-98D8-3EE3-B10EC35F97E6}"/>
              </a:ext>
            </a:extLst>
          </p:cNvPr>
          <p:cNvSpPr>
            <a:spLocks/>
          </p:cNvSpPr>
          <p:nvPr/>
        </p:nvSpPr>
        <p:spPr bwMode="auto">
          <a:xfrm flipH="1">
            <a:off x="1703848" y="3743707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D8F1A-13D1-F01E-BA2C-DC064DD572DA}"/>
              </a:ext>
            </a:extLst>
          </p:cNvPr>
          <p:cNvCxnSpPr/>
          <p:nvPr/>
        </p:nvCxnSpPr>
        <p:spPr>
          <a:xfrm>
            <a:off x="1789450" y="4117704"/>
            <a:ext cx="263207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774365E-4FAD-D148-F3E1-56B39B56C13C}"/>
              </a:ext>
            </a:extLst>
          </p:cNvPr>
          <p:cNvSpPr>
            <a:spLocks/>
          </p:cNvSpPr>
          <p:nvPr/>
        </p:nvSpPr>
        <p:spPr bwMode="auto">
          <a:xfrm>
            <a:off x="3782802" y="3217085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1.090.000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640B6-E36A-C1F6-6073-32F7B5535957}"/>
              </a:ext>
            </a:extLst>
          </p:cNvPr>
          <p:cNvSpPr>
            <a:spLocks/>
          </p:cNvSpPr>
          <p:nvPr/>
        </p:nvSpPr>
        <p:spPr bwMode="auto">
          <a:xfrm>
            <a:off x="1150723" y="4567434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1.000.000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6F746CC-8B2B-A9BD-B778-F4E0D38A5C98}"/>
                  </a:ext>
                </a:extLst>
              </p:cNvPr>
              <p:cNvSpPr txBox="1"/>
              <p:nvPr/>
            </p:nvSpPr>
            <p:spPr>
              <a:xfrm>
                <a:off x="8802207" y="5142925"/>
                <a:ext cx="6835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0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s-MX" sz="2000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sz="2000" b="1" dirty="0"/>
                  <a:t>9%</a:t>
                </a: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6F746CC-8B2B-A9BD-B778-F4E0D38A5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2207" y="5142925"/>
                <a:ext cx="683585" cy="307777"/>
              </a:xfrm>
              <a:prstGeom prst="rect">
                <a:avLst/>
              </a:prstGeom>
              <a:blipFill>
                <a:blip r:embed="rId3"/>
                <a:stretch>
                  <a:fillRect l="-13393" t="-26000" r="-21429" b="-5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DCE24D-60B3-459E-988D-F560794DA566}"/>
                  </a:ext>
                </a:extLst>
              </p:cNvPr>
              <p:cNvSpPr txBox="1"/>
              <p:nvPr/>
            </p:nvSpPr>
            <p:spPr>
              <a:xfrm>
                <a:off x="6096000" y="4324916"/>
                <a:ext cx="6096000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1.090.000</m:t>
                          </m:r>
                        </m:num>
                        <m:den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1.000.000</m:t>
                          </m:r>
                        </m:den>
                      </m:f>
                      <m:r>
                        <a:rPr lang="es-ES" sz="2000" i="1">
                          <a:latin typeface="Cambria Math" panose="02040503050406030204" pitchFamily="18" charset="0"/>
                        </a:rPr>
                        <m:t>−1=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1.090.000−1.000.000</m:t>
                          </m:r>
                        </m:num>
                        <m:den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1.000.000</m:t>
                          </m:r>
                        </m:den>
                      </m:f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DCE24D-60B3-459E-988D-F560794DA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324916"/>
                <a:ext cx="6096000" cy="578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268C0A27-FCC4-431A-8483-AFC01514B55F}"/>
              </a:ext>
            </a:extLst>
          </p:cNvPr>
          <p:cNvSpPr>
            <a:spLocks/>
          </p:cNvSpPr>
          <p:nvPr/>
        </p:nvSpPr>
        <p:spPr bwMode="auto">
          <a:xfrm>
            <a:off x="3768882" y="4192570"/>
            <a:ext cx="12913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 </a:t>
            </a:r>
            <a:r>
              <a:rPr lang="es-CO" sz="2000" dirty="0"/>
              <a:t>trimestre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97C510A-475B-7CCD-AEF1-4302A212BE7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4" name="Picture 2" descr="Clientes y aliados | Centro de Evaluación | Uniandes">
            <a:extLst>
              <a:ext uri="{FF2B5EF4-FFF2-40B4-BE49-F238E27FC236}">
                <a16:creationId xmlns:a16="http://schemas.microsoft.com/office/drawing/2014/main" id="{C796EF7C-75A6-5D54-88BD-6BB5731B3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769D4AE-0291-FC64-CA23-F0B133C0058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79C32043-AA21-7321-E450-F634E390E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9E60498-6281-28EA-6223-5D19DDA5471B}"/>
              </a:ext>
            </a:extLst>
          </p:cNvPr>
          <p:cNvSpPr txBox="1"/>
          <p:nvPr/>
        </p:nvSpPr>
        <p:spPr>
          <a:xfrm>
            <a:off x="581191" y="5610730"/>
            <a:ext cx="102110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_tradnl" sz="2400" dirty="0"/>
              <a:t>El millón de pesos que permanece invertido tiene un </a:t>
            </a:r>
            <a:r>
              <a:rPr lang="es-ES_tradnl" sz="2400" i="1" dirty="0">
                <a:solidFill>
                  <a:srgbClr val="800000"/>
                </a:solidFill>
              </a:rPr>
              <a:t>RENDIMIENTO EFECTIVO</a:t>
            </a:r>
            <a:r>
              <a:rPr lang="es-ES_tradnl" sz="2400" dirty="0">
                <a:solidFill>
                  <a:schemeClr val="tx1"/>
                </a:solidFill>
              </a:rPr>
              <a:t> </a:t>
            </a:r>
            <a:r>
              <a:rPr lang="es-ES_tradnl" sz="2400" dirty="0"/>
              <a:t>del 9% por periodo. La TIR será 9% para un trimestre.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14E9A061-77E9-B0EA-E949-10F7374020DF}"/>
                  </a:ext>
                </a:extLst>
              </p:cNvPr>
              <p:cNvSpPr txBox="1"/>
              <p:nvPr/>
            </p:nvSpPr>
            <p:spPr>
              <a:xfrm>
                <a:off x="6096000" y="2674175"/>
                <a:ext cx="6096000" cy="6328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1.000.000+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1.090.000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14E9A061-77E9-B0EA-E949-10F737402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674175"/>
                <a:ext cx="6096000" cy="6328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C38D8C0-5182-3564-C059-97769D25C18D}"/>
                  </a:ext>
                </a:extLst>
              </p:cNvPr>
              <p:cNvSpPr txBox="1"/>
              <p:nvPr/>
            </p:nvSpPr>
            <p:spPr>
              <a:xfrm>
                <a:off x="6096000" y="3488675"/>
                <a:ext cx="6096000" cy="6328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1.000.000=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1.090.000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C38D8C0-5182-3564-C059-97769D25C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88675"/>
                <a:ext cx="6096000" cy="6328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8EEC422A-5365-0160-02DB-14374196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36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114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062B5DF4-B989-FCD0-12F3-311069902680}"/>
              </a:ext>
            </a:extLst>
          </p:cNvPr>
          <p:cNvSpPr txBox="1"/>
          <p:nvPr/>
        </p:nvSpPr>
        <p:spPr>
          <a:xfrm>
            <a:off x="581191" y="5661703"/>
            <a:ext cx="110296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sz="2400" dirty="0"/>
              <a:t>¿Cuál es la </a:t>
            </a:r>
            <a:r>
              <a:rPr lang="es-ES_tradnl" sz="2400" i="1" dirty="0">
                <a:solidFill>
                  <a:srgbClr val="800000"/>
                </a:solidFill>
              </a:rPr>
              <a:t>RENTABILIDAD EFECTIVA</a:t>
            </a:r>
            <a:r>
              <a:rPr lang="es-ES_tradnl" sz="2400" dirty="0">
                <a:solidFill>
                  <a:schemeClr val="tx1"/>
                </a:solidFill>
              </a:rPr>
              <a:t> </a:t>
            </a:r>
            <a:r>
              <a:rPr lang="es-ES_tradnl" sz="2400" dirty="0"/>
              <a:t>del proyecto por periodo?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17684"/>
            <a:ext cx="11029615" cy="79655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Suponga ahora que los flujos son los siguientes. ¿Cuál es la TIR del siguiente proyecto?</a:t>
            </a:r>
            <a:endParaRPr lang="es-ES_tradnl" sz="2400" i="1" dirty="0">
              <a:solidFill>
                <a:srgbClr val="800000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4387550" y="3781434"/>
            <a:ext cx="383579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387549" y="3781434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6062689" y="3322707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7136118" y="3322708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8195592" y="3089722"/>
            <a:ext cx="0" cy="691713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>
            <a:spLocks/>
          </p:cNvSpPr>
          <p:nvPr/>
        </p:nvSpPr>
        <p:spPr bwMode="auto">
          <a:xfrm flipH="1">
            <a:off x="4301948" y="3407436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5879100" y="387376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6967588" y="387376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8027062" y="388772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4</a:t>
            </a:r>
          </a:p>
        </p:txBody>
      </p:sp>
      <p:sp>
        <p:nvSpPr>
          <p:cNvPr id="22" name="Rectangle 21"/>
          <p:cNvSpPr>
            <a:spLocks/>
          </p:cNvSpPr>
          <p:nvPr/>
        </p:nvSpPr>
        <p:spPr bwMode="auto">
          <a:xfrm>
            <a:off x="7412626" y="2755622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80.000</a:t>
            </a:r>
          </a:p>
        </p:txBody>
      </p:sp>
      <p:sp>
        <p:nvSpPr>
          <p:cNvPr id="23" name="Rectangle 22"/>
          <p:cNvSpPr>
            <a:spLocks/>
          </p:cNvSpPr>
          <p:nvPr/>
        </p:nvSpPr>
        <p:spPr bwMode="auto">
          <a:xfrm>
            <a:off x="3518981" y="4646765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80.000</a:t>
            </a:r>
          </a:p>
        </p:txBody>
      </p:sp>
      <p:sp>
        <p:nvSpPr>
          <p:cNvPr id="24" name="Rectangle 23"/>
          <p:cNvSpPr>
            <a:spLocks/>
          </p:cNvSpPr>
          <p:nvPr/>
        </p:nvSpPr>
        <p:spPr bwMode="auto">
          <a:xfrm>
            <a:off x="4916383" y="340743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096079" y="3794439"/>
            <a:ext cx="0" cy="63361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>
            <a:spLocks/>
          </p:cNvSpPr>
          <p:nvPr/>
        </p:nvSpPr>
        <p:spPr bwMode="auto">
          <a:xfrm>
            <a:off x="4313168" y="4389476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40.000</a:t>
            </a:r>
          </a:p>
        </p:txBody>
      </p:sp>
      <p:sp>
        <p:nvSpPr>
          <p:cNvPr id="28" name="Rectangle 27"/>
          <p:cNvSpPr>
            <a:spLocks/>
          </p:cNvSpPr>
          <p:nvPr/>
        </p:nvSpPr>
        <p:spPr bwMode="auto">
          <a:xfrm>
            <a:off x="5279723" y="3001843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60.000</a:t>
            </a:r>
          </a:p>
        </p:txBody>
      </p:sp>
      <p:sp>
        <p:nvSpPr>
          <p:cNvPr id="29" name="Rectangle 28"/>
          <p:cNvSpPr>
            <a:spLocks/>
          </p:cNvSpPr>
          <p:nvPr/>
        </p:nvSpPr>
        <p:spPr bwMode="auto">
          <a:xfrm>
            <a:off x="6353472" y="2999794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dirty="0"/>
              <a:t>60.000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C4763D6-3EE0-3C9D-FE76-1D966ED1C55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C48DCEF-0C39-D524-A555-760FC42B6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24F1259D-7534-742B-07A7-DA92C96F9F2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3540E76-3CE2-F39B-CCAB-2B29F589E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528378F1-FFA3-F5B0-52F5-8885C71A2583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37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4156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21303"/>
            <a:ext cx="11029615" cy="33316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Para responder la pregunta, recordemos que estamos buscando la tasa o rentabilidad que logra los egresos sean equivalentes a los egresos.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ctr">
              <a:buNone/>
            </a:pPr>
            <a:r>
              <a:rPr lang="es-ES_tradnl" sz="2400" dirty="0"/>
              <a:t>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¿Qué pasa con el VPN si los egresos son equivalentes a los ingresos?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2DE5EEC-A27D-8FA0-E812-50F303836A0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83D77E69-6CEB-2478-C81C-8257D03D0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4D135F6-EFC2-960F-5EFD-435BAACC237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D944FA3-37A8-DC50-E254-C56E5EC1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1714FB87-BF43-5A3E-4737-11893C7B5C05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38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3972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D1726-E165-6919-F55D-C52FE331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51B7B1-A2A9-77AE-0A30-830E4CDD8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813" y="5867852"/>
            <a:ext cx="7610476" cy="90793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¿Qué vendría siendo esa tasa que hace que el VPN sea igual a 0?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F15CD4-D27A-EAFF-35F8-11C6E31EE5E6}"/>
              </a:ext>
            </a:extLst>
          </p:cNvPr>
          <p:cNvSpPr/>
          <p:nvPr/>
        </p:nvSpPr>
        <p:spPr>
          <a:xfrm>
            <a:off x="6283298" y="3844224"/>
            <a:ext cx="1201464" cy="7722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E1BA0C-DD93-F135-AC96-41A85BC6752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DE8C77DC-6D95-7CF8-3E40-A1D2D9BDC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C5F9FAE-59B9-19E4-78DA-B7FEFBB2ECD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2277D162-DF8E-7585-5E89-9D403FC6B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graphicFrame>
        <p:nvGraphicFramePr>
          <p:cNvPr id="2" name="Chart 5">
            <a:extLst>
              <a:ext uri="{FF2B5EF4-FFF2-40B4-BE49-F238E27FC236}">
                <a16:creationId xmlns:a16="http://schemas.microsoft.com/office/drawing/2014/main" id="{37B2B837-9997-C0B2-9E7B-846A9C95AA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2286549"/>
              </p:ext>
            </p:extLst>
          </p:nvPr>
        </p:nvGraphicFramePr>
        <p:xfrm>
          <a:off x="597520" y="1834061"/>
          <a:ext cx="10996959" cy="4204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95C9183D-FBA5-E62E-F424-2E5A87DD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39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84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964" y="1913653"/>
            <a:ext cx="10968841" cy="8784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Consecuentemente, la TIR no es más que la tasa de descuento que hace que el VPN sea igual a cero.</a:t>
            </a:r>
            <a:endParaRPr lang="es-ES_tradnl" sz="2400" i="1" dirty="0">
              <a:solidFill>
                <a:srgbClr val="8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191" y="3272436"/>
            <a:ext cx="3355614" cy="87843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C8CE55-E1BD-0362-4469-E3279FCD6664}"/>
              </a:ext>
            </a:extLst>
          </p:cNvPr>
          <p:cNvSpPr txBox="1">
            <a:spLocks/>
          </p:cNvSpPr>
          <p:nvPr/>
        </p:nvSpPr>
        <p:spPr>
          <a:xfrm>
            <a:off x="581191" y="4787784"/>
            <a:ext cx="11029615" cy="1175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_tradnl" sz="2400" dirty="0"/>
              <a:t>Entonces, si encontramos la </a:t>
            </a:r>
            <a:r>
              <a:rPr lang="es-ES_tradnl" sz="2400" i="1" dirty="0">
                <a:solidFill>
                  <a:srgbClr val="800000"/>
                </a:solidFill>
              </a:rPr>
              <a:t>tasa de descuento que hace el VPN cero</a:t>
            </a:r>
            <a:r>
              <a:rPr lang="es-ES_tradnl" sz="2400" dirty="0"/>
              <a:t>, sabemos que esa tasa será </a:t>
            </a:r>
            <a:r>
              <a:rPr lang="es-ES_tradnl" sz="2400" i="1" dirty="0">
                <a:solidFill>
                  <a:srgbClr val="800000"/>
                </a:solidFill>
              </a:rPr>
              <a:t>IGUAL</a:t>
            </a:r>
            <a:r>
              <a:rPr lang="es-ES_tradnl" sz="2400" dirty="0">
                <a:solidFill>
                  <a:srgbClr val="800000"/>
                </a:solidFill>
              </a:rPr>
              <a:t> </a:t>
            </a:r>
            <a:r>
              <a:rPr lang="es-ES_tradnl" sz="2400" dirty="0"/>
              <a:t>al retorno efectivo por periodo del proyecto. Es decir, la TIR.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D7EA3D2-941E-06BB-A714-76ED958B24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4DF86237-D155-21F5-596F-162D5EE59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0075DC5D-5096-D369-5638-30975DFEE61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5330EFE-7955-F587-EF37-7D1CE8F62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7D0D8F32-9930-79E4-BDB1-17E42CAF6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40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21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680" y="1828554"/>
            <a:ext cx="11029615" cy="5268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Suponga ahora que los flujos son los siguientes. ¿Cuál es la TIR del siguiente proyecto?</a:t>
            </a:r>
            <a:endParaRPr lang="es-ES_tradnl" sz="2400" i="1" dirty="0">
              <a:solidFill>
                <a:srgbClr val="800000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3854149" y="3552834"/>
            <a:ext cx="383579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854148" y="3552834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529288" y="3094107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6602717" y="3094108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7662191" y="2861122"/>
            <a:ext cx="0" cy="691713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>
            <a:spLocks/>
          </p:cNvSpPr>
          <p:nvPr/>
        </p:nvSpPr>
        <p:spPr bwMode="auto">
          <a:xfrm flipH="1">
            <a:off x="3768547" y="3178836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0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5345699" y="364516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2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6434187" y="364516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3</a:t>
            </a:r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7493661" y="365912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4</a:t>
            </a:r>
          </a:p>
        </p:txBody>
      </p:sp>
      <p:sp>
        <p:nvSpPr>
          <p:cNvPr id="22" name="Rectangle 21"/>
          <p:cNvSpPr>
            <a:spLocks/>
          </p:cNvSpPr>
          <p:nvPr/>
        </p:nvSpPr>
        <p:spPr bwMode="auto">
          <a:xfrm>
            <a:off x="6879225" y="2527022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80.000</a:t>
            </a:r>
          </a:p>
        </p:txBody>
      </p:sp>
      <p:sp>
        <p:nvSpPr>
          <p:cNvPr id="23" name="Rectangle 22"/>
          <p:cNvSpPr>
            <a:spLocks/>
          </p:cNvSpPr>
          <p:nvPr/>
        </p:nvSpPr>
        <p:spPr bwMode="auto">
          <a:xfrm>
            <a:off x="2985580" y="4418165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80.000</a:t>
            </a:r>
          </a:p>
        </p:txBody>
      </p:sp>
      <p:sp>
        <p:nvSpPr>
          <p:cNvPr id="24" name="Rectangle 23"/>
          <p:cNvSpPr>
            <a:spLocks/>
          </p:cNvSpPr>
          <p:nvPr/>
        </p:nvSpPr>
        <p:spPr bwMode="auto">
          <a:xfrm>
            <a:off x="4382982" y="317883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1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562678" y="3565839"/>
            <a:ext cx="0" cy="63361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>
            <a:spLocks/>
          </p:cNvSpPr>
          <p:nvPr/>
        </p:nvSpPr>
        <p:spPr bwMode="auto">
          <a:xfrm>
            <a:off x="3779767" y="4160876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40.000</a:t>
            </a:r>
          </a:p>
        </p:txBody>
      </p:sp>
      <p:sp>
        <p:nvSpPr>
          <p:cNvPr id="28" name="Rectangle 27"/>
          <p:cNvSpPr>
            <a:spLocks/>
          </p:cNvSpPr>
          <p:nvPr/>
        </p:nvSpPr>
        <p:spPr bwMode="auto">
          <a:xfrm>
            <a:off x="4746322" y="2773243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60.000</a:t>
            </a:r>
          </a:p>
        </p:txBody>
      </p:sp>
      <p:sp>
        <p:nvSpPr>
          <p:cNvPr id="29" name="Rectangle 28"/>
          <p:cNvSpPr>
            <a:spLocks/>
          </p:cNvSpPr>
          <p:nvPr/>
        </p:nvSpPr>
        <p:spPr bwMode="auto">
          <a:xfrm>
            <a:off x="5820071" y="2771194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60.000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EFD64E-346C-4584-8E63-DCEC58293543}"/>
                  </a:ext>
                </a:extLst>
              </p:cNvPr>
              <p:cNvSpPr txBox="1"/>
              <p:nvPr/>
            </p:nvSpPr>
            <p:spPr>
              <a:xfrm>
                <a:off x="2633050" y="5057983"/>
                <a:ext cx="6852877" cy="6217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>
                          <a:latin typeface="Cambria Math" panose="02040503050406030204" pitchFamily="18" charset="0"/>
                        </a:rPr>
                        <m:t>−80.000−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40.000</m:t>
                          </m:r>
                        </m:num>
                        <m:den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den>
                      </m:f>
                      <m:r>
                        <a:rPr lang="es-E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60.000</m:t>
                          </m:r>
                        </m:num>
                        <m:den>
                          <m:sSup>
                            <m:sSup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60.000</m:t>
                          </m:r>
                        </m:num>
                        <m:den>
                          <m:sSup>
                            <m:sSup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s-E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80.000</m:t>
                          </m:r>
                        </m:num>
                        <m:den>
                          <m:sSup>
                            <m:sSup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s-ES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EFD64E-346C-4584-8E63-DCEC58293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050" y="5057983"/>
                <a:ext cx="6852877" cy="6217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E080FC2-F8D2-4D07-848F-10A77EFA6134}"/>
                  </a:ext>
                </a:extLst>
              </p:cNvPr>
              <p:cNvSpPr txBox="1"/>
              <p:nvPr/>
            </p:nvSpPr>
            <p:spPr>
              <a:xfrm>
                <a:off x="3726454" y="5979806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_tradnl" sz="2400" dirty="0"/>
                  <a:t>¿Cómo despeja </a:t>
                </a:r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sz="2400" dirty="0"/>
                  <a:t>?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E080FC2-F8D2-4D07-848F-10A77EFA6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454" y="5979806"/>
                <a:ext cx="4572000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600D6A37-1A7A-912E-C6C3-DFE695A4053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94CCFC4C-24F0-5111-D54C-93CA8D384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C21A803-7C93-A34D-2AF0-F515F1A8DCD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48271AC-6AD0-77FA-19C9-4F8365A71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A3631F80-E675-0178-FA09-3404B5B17F44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41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0050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17913"/>
            <a:ext cx="11029615" cy="247105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Ahora: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781200" lvl="1" indent="-457200" algn="just">
              <a:buFont typeface="+mj-lt"/>
              <a:buAutoNum type="arabicPeriod"/>
            </a:pPr>
            <a:r>
              <a:rPr lang="es-ES_tradnl" sz="2400" dirty="0"/>
              <a:t>¿Cuál es la regla de decisión de la TIR?</a:t>
            </a:r>
          </a:p>
          <a:p>
            <a:pPr marL="781200" lvl="1" indent="-457200" algn="just">
              <a:buFont typeface="+mj-lt"/>
              <a:buAutoNum type="arabicPeriod"/>
            </a:pPr>
            <a:r>
              <a:rPr lang="es-ES_tradnl" sz="2400" dirty="0"/>
              <a:t>¿Qué significa en términos financieros la TIR?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5208F7-9B32-B40B-3B69-7AA8BA8D8B1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885A7350-9130-C012-D2AB-419A55CFD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F9467E5-5D5D-1D23-6EB6-8E52876507B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D3E0369-330C-D586-F3F5-087FE70DD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829BE095-1057-AB55-05ED-B3841AE44ADA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42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6831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13829"/>
            <a:ext cx="11029615" cy="450743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_tradnl" sz="2400" b="1" dirty="0"/>
              <a:t>¿Cuál es la regla de decisión de la TIR?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ctr">
              <a:buNone/>
            </a:pPr>
            <a:r>
              <a:rPr lang="es-ES_tradnl" sz="2400" i="1" dirty="0">
                <a:solidFill>
                  <a:srgbClr val="800000"/>
                </a:solidFill>
              </a:rPr>
              <a:t>La TIR NO incorpora una regla de decisión automática como el VPN. Esto se debe a que la conveniencia de un proyecto se basa en la capacidad de generar VALOR.</a:t>
            </a:r>
          </a:p>
          <a:p>
            <a:pPr marL="0" indent="0" algn="ctr">
              <a:buNone/>
            </a:pPr>
            <a:endParaRPr lang="es-ES_tradnl" sz="2400" i="1" dirty="0">
              <a:solidFill>
                <a:srgbClr val="800000"/>
              </a:solidFill>
            </a:endParaRPr>
          </a:p>
          <a:p>
            <a:pPr marL="0" indent="0" algn="just">
              <a:buNone/>
            </a:pPr>
            <a:r>
              <a:rPr lang="es-ES_tradnl" sz="2400" dirty="0"/>
              <a:t>Recordemos que la TIR es un indicador de rentabilidad, no de valor. Por ende, por si sola no permite concluir sobre viabilidad de un proyecto.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ctr">
              <a:buNone/>
            </a:pPr>
            <a:r>
              <a:rPr lang="es-ES_tradnl" sz="2400" b="1" dirty="0"/>
              <a:t>Empero, preguntémonos: ¿cuándo un proyecto genera valor?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0B011AB-A013-6196-3F59-FE2CA675375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1A8B1A1B-113F-AF2D-02DD-6120FD343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3C904FA-09CA-0725-967B-0554DCA3FC5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E23F7AB-C4A5-F2FB-A02A-A8605BB9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69CF9AA4-07A4-C009-6A23-896256C5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43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65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89" y="1762086"/>
            <a:ext cx="11029615" cy="97022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_tradnl" sz="2400" dirty="0"/>
              <a:t>¿Cuál es la TIR?</a:t>
            </a:r>
          </a:p>
          <a:p>
            <a:pPr marL="0" indent="0" algn="ctr">
              <a:buNone/>
            </a:pPr>
            <a:r>
              <a:rPr lang="es-ES_tradnl" sz="2400" dirty="0"/>
              <a:t>¿en que escenarios de CO el proyecto genera y no genera valor?</a:t>
            </a:r>
          </a:p>
        </p:txBody>
      </p:sp>
      <p:sp>
        <p:nvSpPr>
          <p:cNvPr id="6" name="Oval 5"/>
          <p:cNvSpPr/>
          <p:nvPr/>
        </p:nvSpPr>
        <p:spPr>
          <a:xfrm>
            <a:off x="6023093" y="4702631"/>
            <a:ext cx="1266483" cy="8338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B34367-CB8E-4BB0-BADE-6B5C102BB88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8E82D9B9-5343-F495-4C4C-222ABE000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8E1AB041-BD01-8535-5592-4E64DF76166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A2204204-D9E2-95A4-AD73-F17152E9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graphicFrame>
        <p:nvGraphicFramePr>
          <p:cNvPr id="2" name="Chart 5">
            <a:extLst>
              <a:ext uri="{FF2B5EF4-FFF2-40B4-BE49-F238E27FC236}">
                <a16:creationId xmlns:a16="http://schemas.microsoft.com/office/drawing/2014/main" id="{B3FB8A9C-3D01-D93A-643E-7EB0A2DF3F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538826"/>
              </p:ext>
            </p:extLst>
          </p:nvPr>
        </p:nvGraphicFramePr>
        <p:xfrm>
          <a:off x="553077" y="2778442"/>
          <a:ext cx="10483789" cy="4079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1DA8B6A3-4D61-EA61-5C8E-D4074F54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44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66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25188"/>
            <a:ext cx="11029615" cy="102644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Es decir, si se conoce la TIR y el C.O., se puede decidir sobre la conveniencia del proyecto.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7139525-3862-0030-0993-BADA7E6ABA5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F77A5146-5E13-5042-A177-ED97AFC6B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A6DA1DA6-B474-2BC7-E780-740838DE33D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F5DBD21-A5DF-C337-A999-6DED41213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ABA84EA7-631C-CCB3-516D-61496E68C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635348"/>
              </p:ext>
            </p:extLst>
          </p:nvPr>
        </p:nvGraphicFramePr>
        <p:xfrm>
          <a:off x="2549979" y="2851636"/>
          <a:ext cx="7092042" cy="2520001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2155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2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258">
                  <a:extLst>
                    <a:ext uri="{9D8B030D-6E8A-4147-A177-3AD203B41FA5}">
                      <a16:colId xmlns:a16="http://schemas.microsoft.com/office/drawing/2014/main" val="3477822804"/>
                    </a:ext>
                  </a:extLst>
                </a:gridCol>
              </a:tblGrid>
              <a:tr h="443278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TIR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Decisión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Creación de Valor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TIR &lt;</a:t>
                      </a:r>
                      <a:r>
                        <a:rPr lang="es-ES_tradnl" sz="2000" baseline="0" noProof="0" dirty="0">
                          <a:solidFill>
                            <a:sysClr val="windowText" lastClr="000000"/>
                          </a:solidFill>
                        </a:rPr>
                        <a:t> C.O.</a:t>
                      </a:r>
                      <a:endParaRPr lang="es-ES_tradnl" sz="2000" noProof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TIR &gt; C.O.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TIR = C.O.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E87500DA-E29F-B2AF-B66C-5CD9BDEB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45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401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3F81C-0AF1-7ABA-5818-AE648063C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0F600-C84B-5838-687B-0468F48C3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825188"/>
            <a:ext cx="11029615" cy="102644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Es decir, si se conoce la TIR y el C.O., se puede decidir sobre la conveniencia del proyecto.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F4EA11D-723F-716F-3302-07A09663EBF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4F87B1F1-7A88-DA51-37AA-3D940636D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392306F-D422-0FF1-6267-CC9032E224C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53A999F-64E3-CD83-657C-0AD3B313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80358C65-2123-D57B-42FC-ED0C33AB9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551656"/>
              </p:ext>
            </p:extLst>
          </p:nvPr>
        </p:nvGraphicFramePr>
        <p:xfrm>
          <a:off x="2549979" y="2851636"/>
          <a:ext cx="7092042" cy="2790238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2155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2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258">
                  <a:extLst>
                    <a:ext uri="{9D8B030D-6E8A-4147-A177-3AD203B41FA5}">
                      <a16:colId xmlns:a16="http://schemas.microsoft.com/office/drawing/2014/main" val="3477822804"/>
                    </a:ext>
                  </a:extLst>
                </a:gridCol>
              </a:tblGrid>
              <a:tr h="443278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TIR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Decisión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/>
                        <a:t>Creación de Valor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TIR &lt;</a:t>
                      </a:r>
                      <a:r>
                        <a:rPr lang="es-ES_tradnl" sz="2000" baseline="0" noProof="0" dirty="0">
                          <a:solidFill>
                            <a:sysClr val="windowText" lastClr="000000"/>
                          </a:solidFill>
                        </a:rPr>
                        <a:t> C.O.</a:t>
                      </a:r>
                      <a:endParaRPr lang="es-ES_tradnl" sz="2000" noProof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Proyecto No Conveniente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chemeClr val="tx1"/>
                          </a:solidFill>
                        </a:rPr>
                        <a:t>Proyecto Destruye 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TIR &gt; C.O.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Proyecto Conveniente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chemeClr val="tx1"/>
                          </a:solidFill>
                        </a:rPr>
                        <a:t>Proyecto Genera 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241"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ysClr val="windowText" lastClr="000000"/>
                          </a:solidFill>
                        </a:rPr>
                        <a:t>TIR = C.O.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noProof="0" dirty="0">
                          <a:solidFill>
                            <a:schemeClr val="tx1"/>
                          </a:solidFill>
                        </a:rPr>
                        <a:t>Indiferente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000" noProof="0" dirty="0">
                          <a:solidFill>
                            <a:schemeClr val="tx1"/>
                          </a:solidFill>
                        </a:rPr>
                        <a:t>No hay</a:t>
                      </a:r>
                      <a:r>
                        <a:rPr lang="es-ES_tradnl" sz="2000" baseline="0" noProof="0" dirty="0">
                          <a:solidFill>
                            <a:schemeClr val="tx1"/>
                          </a:solidFill>
                        </a:rPr>
                        <a:t> efecto sobre el valor</a:t>
                      </a:r>
                      <a:endParaRPr lang="es-ES_tradnl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B2736F86-4F18-2375-4046-9D0C908D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46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851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39686"/>
            <a:ext cx="11029615" cy="41839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4000" b="1" dirty="0"/>
              <a:t>¿</a:t>
            </a:r>
            <a:r>
              <a:rPr lang="es-ES_tradnl" sz="3600" b="1" dirty="0"/>
              <a:t>Qué significa en términos financieros la TIR? </a:t>
            </a:r>
          </a:p>
          <a:p>
            <a:pPr marL="0" indent="0" algn="ctr">
              <a:buNone/>
            </a:pPr>
            <a:endParaRPr lang="es-ES_tradnl" sz="4000" b="1" dirty="0"/>
          </a:p>
          <a:p>
            <a:pPr marL="0" indent="0" algn="ctr">
              <a:buNone/>
            </a:pPr>
            <a:r>
              <a:rPr lang="es-ES_tradnl" sz="2400" dirty="0"/>
              <a:t>Es la rentabilidad de los fondos o flujos que permanecen en el proyecto cada periodo.</a:t>
            </a:r>
          </a:p>
          <a:p>
            <a:pPr marL="0" indent="0" algn="ctr">
              <a:buNone/>
            </a:pPr>
            <a:endParaRPr lang="es-ES_tradnl" sz="2400" dirty="0"/>
          </a:p>
          <a:p>
            <a:pPr marL="0" indent="0" algn="ctr">
              <a:buNone/>
            </a:pPr>
            <a:r>
              <a:rPr lang="es-ES_tradnl" sz="2400" dirty="0"/>
              <a:t>Para ilustrarlo veamos los siguientes ejemplos:</a:t>
            </a:r>
          </a:p>
          <a:p>
            <a:pPr marL="0" indent="0" algn="just">
              <a:buNone/>
            </a:pPr>
            <a:endParaRPr lang="es-ES_tradnl" sz="24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4CDF13A-6358-7122-6D05-BE1F09970A7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37448A00-3CA4-9B96-5180-3D8F4AA29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A07FA06-60F7-768E-260C-018CB6F2644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B839BD6-EDDC-A25A-5236-5FADFF46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A854022E-AD2E-5A05-04BE-D958AFF1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47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3979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12612"/>
            <a:ext cx="11029615" cy="7569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b="1" dirty="0"/>
              <a:t>Proyecto 1</a:t>
            </a:r>
            <a:r>
              <a:rPr lang="es-ES_tradnl" sz="2400" dirty="0"/>
              <a:t>: Este es el flujo trimestral de un proyecto. ¿Cuál es la TIR?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4417825" y="3977825"/>
            <a:ext cx="23055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417824" y="3977826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4960145" y="3519099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5555911" y="3519101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6144673" y="3519100"/>
            <a:ext cx="0" cy="458728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>
            <a:spLocks/>
          </p:cNvSpPr>
          <p:nvPr/>
        </p:nvSpPr>
        <p:spPr bwMode="auto">
          <a:xfrm flipH="1">
            <a:off x="4332223" y="3603828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0</a:t>
            </a:r>
          </a:p>
        </p:txBody>
      </p:sp>
      <p:sp>
        <p:nvSpPr>
          <p:cNvPr id="24" name="Rectangle 23"/>
          <p:cNvSpPr>
            <a:spLocks/>
          </p:cNvSpPr>
          <p:nvPr/>
        </p:nvSpPr>
        <p:spPr bwMode="auto">
          <a:xfrm>
            <a:off x="4791615" y="406612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5" name="Rectangle 24"/>
          <p:cNvSpPr>
            <a:spLocks/>
          </p:cNvSpPr>
          <p:nvPr/>
        </p:nvSpPr>
        <p:spPr bwMode="auto">
          <a:xfrm>
            <a:off x="5387381" y="406612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26" name="Rectangle 25"/>
          <p:cNvSpPr>
            <a:spLocks/>
          </p:cNvSpPr>
          <p:nvPr/>
        </p:nvSpPr>
        <p:spPr bwMode="auto">
          <a:xfrm>
            <a:off x="6039789" y="407069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27" name="Rectangle 26"/>
          <p:cNvSpPr>
            <a:spLocks/>
          </p:cNvSpPr>
          <p:nvPr/>
        </p:nvSpPr>
        <p:spPr bwMode="auto">
          <a:xfrm>
            <a:off x="4896764" y="2812733"/>
            <a:ext cx="127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90.000</a:t>
            </a:r>
          </a:p>
        </p:txBody>
      </p:sp>
      <p:sp>
        <p:nvSpPr>
          <p:cNvPr id="28" name="Rectangle 27"/>
          <p:cNvSpPr>
            <a:spLocks/>
          </p:cNvSpPr>
          <p:nvPr/>
        </p:nvSpPr>
        <p:spPr bwMode="auto">
          <a:xfrm>
            <a:off x="6266937" y="2923364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1.090.000</a:t>
            </a:r>
          </a:p>
        </p:txBody>
      </p:sp>
      <p:sp>
        <p:nvSpPr>
          <p:cNvPr id="30" name="Rectangle 29"/>
          <p:cNvSpPr>
            <a:spLocks/>
          </p:cNvSpPr>
          <p:nvPr/>
        </p:nvSpPr>
        <p:spPr bwMode="auto">
          <a:xfrm>
            <a:off x="3680985" y="4797916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</a:rPr>
              <a:t>1.000.000</a:t>
            </a:r>
          </a:p>
        </p:txBody>
      </p:sp>
      <p:sp>
        <p:nvSpPr>
          <p:cNvPr id="32" name="Rectangle 31"/>
          <p:cNvSpPr>
            <a:spLocks/>
          </p:cNvSpPr>
          <p:nvPr/>
        </p:nvSpPr>
        <p:spPr bwMode="auto">
          <a:xfrm>
            <a:off x="6864209" y="406612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4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6723331" y="3288749"/>
            <a:ext cx="0" cy="691713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 rot="16200000">
            <a:off x="5385908" y="2669082"/>
            <a:ext cx="343347" cy="1485550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20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210" y="5503097"/>
            <a:ext cx="8029576" cy="652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CuadroTexto"/>
              <p:cNvSpPr txBox="1"/>
              <p:nvPr/>
            </p:nvSpPr>
            <p:spPr>
              <a:xfrm>
                <a:off x="8029720" y="3411858"/>
                <a:ext cx="18428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i="1">
                          <a:solidFill>
                            <a:prstClr val="black"/>
                          </a:solidFill>
                          <a:latin typeface="Cambria Math"/>
                        </a:rPr>
                        <m:t>𝑖</m:t>
                      </m:r>
                      <m:r>
                        <a:rPr lang="es-CO" sz="2400" i="1">
                          <a:solidFill>
                            <a:prstClr val="black"/>
                          </a:solidFill>
                          <a:latin typeface="Cambria Math"/>
                        </a:rPr>
                        <m:t>=9% </m:t>
                      </m:r>
                      <m:r>
                        <a:rPr lang="es-CO" sz="2400" i="1">
                          <a:solidFill>
                            <a:prstClr val="black"/>
                          </a:solidFill>
                          <a:latin typeface="Cambria Math"/>
                        </a:rPr>
                        <m:t>𝐸</m:t>
                      </m:r>
                      <m:r>
                        <a:rPr lang="es-CO" sz="2400" i="1">
                          <a:solidFill>
                            <a:prstClr val="black"/>
                          </a:solidFill>
                          <a:latin typeface="Cambria Math"/>
                        </a:rPr>
                        <m:t>.</m:t>
                      </m:r>
                      <m:r>
                        <a:rPr lang="es-CO" sz="2400" i="1">
                          <a:solidFill>
                            <a:prstClr val="black"/>
                          </a:solidFill>
                          <a:latin typeface="Cambria Math"/>
                        </a:rPr>
                        <m:t>𝑇</m:t>
                      </m:r>
                      <m:r>
                        <a:rPr lang="es-CO" sz="2400" i="1">
                          <a:solidFill>
                            <a:prstClr val="black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s-CO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" name="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720" y="3411858"/>
                <a:ext cx="184287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42E1CF4A-327F-416A-2C50-6E0B394B0D7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A50E60E5-6FB6-09D7-CE3D-47CE485E1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DEECABD-CF11-86EB-02E2-39E896FFF20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BEC9FB4-26B7-61FC-7753-59D69C20F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0130B8D2-3C15-26D4-B06B-C5965F585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48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12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29714"/>
            <a:ext cx="11029616" cy="73539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 sz="2400" b="1" dirty="0"/>
              <a:t>Proyecto 2</a:t>
            </a:r>
            <a:r>
              <a:rPr lang="es-ES_tradnl" sz="2400" dirty="0"/>
              <a:t>: Se invierte en activos 1.000.000 para generar flujos de caja de 308.668,7 por los próximos 4 trimestres.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415638" y="3938075"/>
            <a:ext cx="383579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415637" y="3938075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6090777" y="3479348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7164206" y="3479349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8223680" y="3479348"/>
            <a:ext cx="0" cy="458728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>
            <a:spLocks/>
          </p:cNvSpPr>
          <p:nvPr/>
        </p:nvSpPr>
        <p:spPr bwMode="auto">
          <a:xfrm flipH="1">
            <a:off x="4330036" y="3564077"/>
            <a:ext cx="1317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0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5907188" y="403040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6995676" y="403040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8055150" y="4044364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3547069" y="4803406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1.000.000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4944471" y="4044364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5911749" y="2679482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308.668,7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5113001" y="3479350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eft Brace 22"/>
          <p:cNvSpPr/>
          <p:nvPr/>
        </p:nvSpPr>
        <p:spPr>
          <a:xfrm rot="5400000">
            <a:off x="6408674" y="1701746"/>
            <a:ext cx="519331" cy="3447739"/>
          </a:xfrm>
          <a:prstGeom prst="lef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20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646" y="3557074"/>
            <a:ext cx="1346200" cy="381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0495" y="5516598"/>
            <a:ext cx="7771010" cy="631728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E5AC027D-D9F3-4155-11F6-D19BA0415E8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0" name="Picture 2" descr="Clientes y aliados | Centro de Evaluación | Uniandes">
            <a:extLst>
              <a:ext uri="{FF2B5EF4-FFF2-40B4-BE49-F238E27FC236}">
                <a16:creationId xmlns:a16="http://schemas.microsoft.com/office/drawing/2014/main" id="{5706E475-8B1B-4850-793D-608726CC4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2DFC4CB2-66DA-A810-7009-1E0616B05D6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789E804F-19AF-0007-3B2C-9A9A10F12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3DEDD665-3107-E863-9034-38627451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49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00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5" grpId="0"/>
      <p:bldP spid="16" grpId="0"/>
      <p:bldP spid="19" grpId="0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07030"/>
            <a:ext cx="11029616" cy="41491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Los dos proyectos aunque cuentan con estructuras de flujos muy diferentes  cuentan con una misma rentabilidad (TIR).</a:t>
            </a:r>
          </a:p>
          <a:p>
            <a:pPr marL="0" indent="0" algn="just">
              <a:buNone/>
            </a:pPr>
            <a:endParaRPr lang="es-ES_tradnl" sz="2400" dirty="0"/>
          </a:p>
          <a:p>
            <a:pPr marL="0" indent="0" algn="just">
              <a:buNone/>
            </a:pPr>
            <a:r>
              <a:rPr lang="es-ES_tradnl" sz="2400" dirty="0"/>
              <a:t>Esto se debe a que la TIR es la rentabilidad de los recursos que</a:t>
            </a:r>
            <a:r>
              <a:rPr lang="es-ES_tradnl" sz="2400" b="1" dirty="0"/>
              <a:t> permanecen en el proyecto. </a:t>
            </a:r>
            <a:endParaRPr lang="es-ES_tradnl" sz="2400" dirty="0"/>
          </a:p>
          <a:p>
            <a:pPr marL="0" indent="0" algn="just">
              <a:buNone/>
            </a:pPr>
            <a:endParaRPr lang="es-ES_tradnl" sz="24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CA2F824-25BE-B488-7683-C44300C511D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05C33AF6-AA43-4CB4-1C89-9E6804C1A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7A96DF7-5AA8-D7F7-2BAD-298A16FC9CE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6FC5D49-042C-69A0-C98A-F510CA13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C9AF633F-F6D2-1E62-17A4-EB2BB3A4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50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0783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813930"/>
            <a:ext cx="11029615" cy="39798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600" dirty="0"/>
              <a:t>Es importante recordar que la utilización de la TIR implica la aceptación de sus </a:t>
            </a:r>
            <a:r>
              <a:rPr lang="es-ES_tradnl" sz="2600" i="1" dirty="0">
                <a:solidFill>
                  <a:srgbClr val="800000"/>
                </a:solidFill>
              </a:rPr>
              <a:t>supuestos</a:t>
            </a:r>
            <a:r>
              <a:rPr lang="es-ES_tradnl" sz="2600" dirty="0"/>
              <a:t>. En particular el supuesto de REINVERSIÓN de los flujos.</a:t>
            </a:r>
          </a:p>
          <a:p>
            <a:pPr marL="0" indent="0" algn="just">
              <a:buNone/>
            </a:pPr>
            <a:endParaRPr lang="es-ES_tradnl" sz="2600" dirty="0"/>
          </a:p>
          <a:p>
            <a:pPr marL="0" indent="0" algn="just">
              <a:buNone/>
            </a:pPr>
            <a:r>
              <a:rPr lang="es-ES_tradnl" sz="2600" dirty="0"/>
              <a:t>Adicionalmente, la TIR tiene las “</a:t>
            </a:r>
            <a:r>
              <a:rPr lang="es-ES_tradnl" sz="2600" i="1" dirty="0">
                <a:solidFill>
                  <a:srgbClr val="800000"/>
                </a:solidFill>
              </a:rPr>
              <a:t>complicaciones</a:t>
            </a:r>
            <a:r>
              <a:rPr lang="es-ES_tradnl" sz="2600" dirty="0"/>
              <a:t>” asociadas a las raíces de los polinomios; es decir puede tener tantas soluciones como raíces tenga la ecuación. Lo anterior impediría encontrar la TIR para ciertos proyectos.</a:t>
            </a:r>
          </a:p>
          <a:p>
            <a:pPr marL="0" indent="0" algn="just">
              <a:buNone/>
            </a:pPr>
            <a:endParaRPr lang="es-ES_tradnl" sz="2600" dirty="0"/>
          </a:p>
          <a:p>
            <a:pPr marL="0" indent="0" algn="ctr">
              <a:buNone/>
            </a:pPr>
            <a:r>
              <a:rPr lang="es-ES_tradnl" sz="2600" dirty="0"/>
              <a:t>Veamos el VPN de un proyecto así.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0AAD51E-DB66-6703-4618-65DA4702C51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110B7922-6964-7D7F-6336-049B598CD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28569D9-7BAD-63F7-2135-77319118EA4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45B6EC-96D3-4130-A95F-CCD5A236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8570D78A-A1AD-B8E0-A068-593DEDE32138}"/>
              </a:ext>
            </a:extLst>
          </p:cNvPr>
          <p:cNvSpPr txBox="1">
            <a:spLocks/>
          </p:cNvSpPr>
          <p:nvPr/>
        </p:nvSpPr>
        <p:spPr>
          <a:xfrm>
            <a:off x="10710700" y="61085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51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26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C72B0BA3-769F-3BDC-D8B0-D3329D64E5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2361940"/>
              </p:ext>
            </p:extLst>
          </p:nvPr>
        </p:nvGraphicFramePr>
        <p:xfrm>
          <a:off x="581191" y="1905002"/>
          <a:ext cx="10612929" cy="4503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AD7556AF-2DAF-7ED0-ADC5-7F885FB82E8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20C7C68-B395-D36E-1539-308938BE2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426B318-534E-08F0-6190-11C42CA8E71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76E5E54-FC92-BBA5-9AF2-DF64A93F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01081563-3679-E8B2-5FA2-B0B5CE048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52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9325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F56BFC92-7D77-4055-92BB-139CC9F328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8539277"/>
              </p:ext>
            </p:extLst>
          </p:nvPr>
        </p:nvGraphicFramePr>
        <p:xfrm>
          <a:off x="581191" y="1817914"/>
          <a:ext cx="10968843" cy="4626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90502B9D-BF35-E52F-FA88-20182F96B95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594CE4E3-0B17-26F7-B9A0-21DA9EE0E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56615DD-8418-39D1-5081-5F4BEF5B6B6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442FF81-9F59-D72F-87DB-D990EDB1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5" name="Marcador de número de diapositiva 3">
            <a:extLst>
              <a:ext uri="{FF2B5EF4-FFF2-40B4-BE49-F238E27FC236}">
                <a16:creationId xmlns:a16="http://schemas.microsoft.com/office/drawing/2014/main" id="{936BCF46-025E-0249-B748-8510A25B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53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7286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4"/>
          <p:cNvCxnSpPr/>
          <p:nvPr/>
        </p:nvCxnSpPr>
        <p:spPr>
          <a:xfrm>
            <a:off x="4430045" y="2799315"/>
            <a:ext cx="383579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6"/>
          <p:cNvCxnSpPr/>
          <p:nvPr/>
        </p:nvCxnSpPr>
        <p:spPr>
          <a:xfrm flipV="1">
            <a:off x="6105184" y="2340588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7"/>
          <p:cNvCxnSpPr/>
          <p:nvPr/>
        </p:nvCxnSpPr>
        <p:spPr>
          <a:xfrm flipV="1">
            <a:off x="7178613" y="2340589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8"/>
          <p:cNvCxnSpPr/>
          <p:nvPr/>
        </p:nvCxnSpPr>
        <p:spPr>
          <a:xfrm flipV="1">
            <a:off x="8238087" y="2340588"/>
            <a:ext cx="0" cy="458728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9"/>
          <p:cNvSpPr>
            <a:spLocks/>
          </p:cNvSpPr>
          <p:nvPr/>
        </p:nvSpPr>
        <p:spPr bwMode="auto">
          <a:xfrm flipH="1">
            <a:off x="4344443" y="2394539"/>
            <a:ext cx="1317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12" name="Rectangle 10"/>
          <p:cNvSpPr>
            <a:spLocks/>
          </p:cNvSpPr>
          <p:nvPr/>
        </p:nvSpPr>
        <p:spPr bwMode="auto">
          <a:xfrm>
            <a:off x="5921595" y="2860869"/>
            <a:ext cx="3370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3" name="Rectangle 11"/>
          <p:cNvSpPr>
            <a:spLocks/>
          </p:cNvSpPr>
          <p:nvPr/>
        </p:nvSpPr>
        <p:spPr bwMode="auto">
          <a:xfrm>
            <a:off x="7010083" y="2860869"/>
            <a:ext cx="3370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4" name="Rectangle 12"/>
          <p:cNvSpPr>
            <a:spLocks/>
          </p:cNvSpPr>
          <p:nvPr/>
        </p:nvSpPr>
        <p:spPr bwMode="auto">
          <a:xfrm>
            <a:off x="8069557" y="2874826"/>
            <a:ext cx="3370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4"/>
          <p:cNvSpPr>
            <a:spLocks/>
          </p:cNvSpPr>
          <p:nvPr/>
        </p:nvSpPr>
        <p:spPr bwMode="auto">
          <a:xfrm>
            <a:off x="4958878" y="2874826"/>
            <a:ext cx="3370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cxnSp>
        <p:nvCxnSpPr>
          <p:cNvPr id="18" name="Straight Arrow Connector 16"/>
          <p:cNvCxnSpPr/>
          <p:nvPr/>
        </p:nvCxnSpPr>
        <p:spPr>
          <a:xfrm flipV="1">
            <a:off x="5127408" y="2340590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"/>
          <p:cNvCxnSpPr/>
          <p:nvPr/>
        </p:nvCxnSpPr>
        <p:spPr>
          <a:xfrm>
            <a:off x="4428572" y="4950996"/>
            <a:ext cx="3835793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5"/>
          <p:cNvCxnSpPr/>
          <p:nvPr/>
        </p:nvCxnSpPr>
        <p:spPr>
          <a:xfrm>
            <a:off x="4428571" y="4950996"/>
            <a:ext cx="0" cy="84353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6"/>
          <p:cNvCxnSpPr/>
          <p:nvPr/>
        </p:nvCxnSpPr>
        <p:spPr>
          <a:xfrm>
            <a:off x="6103711" y="4950996"/>
            <a:ext cx="0" cy="843531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7"/>
          <p:cNvCxnSpPr/>
          <p:nvPr/>
        </p:nvCxnSpPr>
        <p:spPr>
          <a:xfrm flipV="1">
            <a:off x="7177140" y="4492270"/>
            <a:ext cx="0" cy="4587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8"/>
          <p:cNvCxnSpPr/>
          <p:nvPr/>
        </p:nvCxnSpPr>
        <p:spPr>
          <a:xfrm flipV="1">
            <a:off x="8236614" y="4492269"/>
            <a:ext cx="0" cy="458728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9"/>
          <p:cNvSpPr>
            <a:spLocks/>
          </p:cNvSpPr>
          <p:nvPr/>
        </p:nvSpPr>
        <p:spPr bwMode="auto">
          <a:xfrm flipH="1">
            <a:off x="4342970" y="4546220"/>
            <a:ext cx="1317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28" name="Rectangle 10"/>
          <p:cNvSpPr>
            <a:spLocks/>
          </p:cNvSpPr>
          <p:nvPr/>
        </p:nvSpPr>
        <p:spPr bwMode="auto">
          <a:xfrm>
            <a:off x="5936654" y="4546220"/>
            <a:ext cx="3370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29" name="Rectangle 11"/>
          <p:cNvSpPr>
            <a:spLocks/>
          </p:cNvSpPr>
          <p:nvPr/>
        </p:nvSpPr>
        <p:spPr bwMode="auto">
          <a:xfrm>
            <a:off x="7008610" y="5012550"/>
            <a:ext cx="3370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0" name="Rectangle 12"/>
          <p:cNvSpPr>
            <a:spLocks/>
          </p:cNvSpPr>
          <p:nvPr/>
        </p:nvSpPr>
        <p:spPr bwMode="auto">
          <a:xfrm>
            <a:off x="8068084" y="5026507"/>
            <a:ext cx="3370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31" name="Rectangle 14"/>
          <p:cNvSpPr>
            <a:spLocks/>
          </p:cNvSpPr>
          <p:nvPr/>
        </p:nvSpPr>
        <p:spPr bwMode="auto">
          <a:xfrm>
            <a:off x="4957405" y="5026507"/>
            <a:ext cx="3370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cxnSp>
        <p:nvCxnSpPr>
          <p:cNvPr id="32" name="Straight Arrow Connector 16"/>
          <p:cNvCxnSpPr/>
          <p:nvPr/>
        </p:nvCxnSpPr>
        <p:spPr>
          <a:xfrm flipV="1">
            <a:off x="5125935" y="4492271"/>
            <a:ext cx="0" cy="458726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14"/>
          <p:cNvSpPr>
            <a:spLocks/>
          </p:cNvSpPr>
          <p:nvPr/>
        </p:nvSpPr>
        <p:spPr bwMode="auto">
          <a:xfrm>
            <a:off x="5214241" y="3614018"/>
            <a:ext cx="196437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200" b="1" i="1" dirty="0">
                <a:solidFill>
                  <a:schemeClr val="accent6">
                    <a:lumMod val="50000"/>
                  </a:schemeClr>
                </a:solidFill>
              </a:rPr>
              <a:t>TIR = ????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419166A-4B89-E44D-D3C7-F6A2FB4302A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1A02B2F1-FD35-BB22-80CA-290C5EDCD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4CC6DBF-FBC6-24A7-ED21-5E14C9441F2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91BB89D4-E0C0-A00D-CC24-EE0DB9044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308FB929-4EFA-0CC7-E073-8E67A828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2490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1" y="1861457"/>
            <a:ext cx="11029615" cy="40946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O" sz="4400" dirty="0">
                <a:solidFill>
                  <a:srgbClr val="C00000"/>
                </a:solidFill>
              </a:rPr>
              <a:t>¿Qué hacemos en estos casos?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070ECE1-5F74-2AA0-260B-626F631CB94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E08027CA-742A-D678-EA2D-28456D129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2E5AEBF-22C9-2527-1FDF-93527146787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25AC0B3-2228-6276-7E24-66FCBE77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TIR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F8665161-1DD5-ECCC-B669-3053C8BB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55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5963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F9222-0EDD-70C1-8A4F-76DA35A0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AC470-009B-E68D-A0D2-7EB68FCC0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359896" cy="826833"/>
          </a:xfrm>
        </p:spPr>
        <p:txBody>
          <a:bodyPr>
            <a:noAutofit/>
          </a:bodyPr>
          <a:lstStyle/>
          <a:p>
            <a:r>
              <a:rPr lang="es-CO" sz="4000" dirty="0">
                <a:latin typeface="Century Gothic"/>
              </a:rPr>
              <a:t>INDICADORES DE BONDAD FINANCIERA (</a:t>
            </a:r>
            <a:r>
              <a:rPr lang="es-CO" sz="4000" dirty="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4000" dirty="0">
                <a:latin typeface="Century Gothic"/>
              </a:rPr>
              <a:t>)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1D9463E-F61A-BC30-494A-075F88A4735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4834E1C8-7D06-ECE9-A7C8-DCD4032A7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AA02EDE2-C52E-22FF-2C65-E12F746CE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EF6F6C8-9637-A5FF-DFA2-28F4ED06F34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5947856-1971-6C7B-ADA2-D4F8AA20C247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62271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abd047c-ff48-492a-8bbb-8f98b9fb9cca}" enabled="0" method="" siteId="{fabd047c-ff48-492a-8bbb-8f98b9fb9cc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{7D419497-B805-D64B-B6E0-457F12115DD4}tf10001123</Template>
  <TotalTime>2689</TotalTime>
  <Words>3336</Words>
  <Application>Microsoft Office PowerPoint</Application>
  <PresentationFormat>Widescreen</PresentationFormat>
  <Paragraphs>653</Paragraphs>
  <Slides>56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Calibri</vt:lpstr>
      <vt:lpstr>Cambria Math</vt:lpstr>
      <vt:lpstr>Century Gothic</vt:lpstr>
      <vt:lpstr>Courier New</vt:lpstr>
      <vt:lpstr>Gill Sans MT</vt:lpstr>
      <vt:lpstr>Wingdings 2</vt:lpstr>
      <vt:lpstr>Dividendo</vt:lpstr>
      <vt:lpstr>INDICADORES DE BONDAD FINANCIERA (PARTE I)</vt:lpstr>
      <vt:lpstr>AGENDA PROPUESTA</vt:lpstr>
      <vt:lpstr>AGENDA PROPUESTA</vt:lpstr>
      <vt:lpstr>IBF</vt:lpstr>
      <vt:lpstr>IBF</vt:lpstr>
      <vt:lpstr>IBF</vt:lpstr>
      <vt:lpstr>IBF</vt:lpstr>
      <vt:lpstr>IBF</vt:lpstr>
      <vt:lpstr>IBF</vt:lpstr>
      <vt:lpstr>AGENDA PROPUESTA</vt:lpstr>
      <vt:lpstr>PowerPoint Presentation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VPN</vt:lpstr>
      <vt:lpstr>AGENDA PROPUESTA</vt:lpstr>
      <vt:lpstr>PowerPoint Presentation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TIR</vt:lpstr>
      <vt:lpstr>INDICADORES DE BONDAD FINANCIERA (PARTE 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Pedro Ruiz</cp:lastModifiedBy>
  <cp:revision>23</cp:revision>
  <dcterms:created xsi:type="dcterms:W3CDTF">2019-06-20T04:25:04Z</dcterms:created>
  <dcterms:modified xsi:type="dcterms:W3CDTF">2026-02-16T23:15:30Z</dcterms:modified>
</cp:coreProperties>
</file>