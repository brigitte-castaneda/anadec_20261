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75"/>
  </p:notesMasterIdLst>
  <p:handoutMasterIdLst>
    <p:handoutMasterId r:id="rId76"/>
  </p:handoutMasterIdLst>
  <p:sldIdLst>
    <p:sldId id="601" r:id="rId2"/>
    <p:sldId id="260" r:id="rId3"/>
    <p:sldId id="584" r:id="rId4"/>
    <p:sldId id="264" r:id="rId5"/>
    <p:sldId id="285" r:id="rId6"/>
    <p:sldId id="286" r:id="rId7"/>
    <p:sldId id="361" r:id="rId8"/>
    <p:sldId id="362" r:id="rId9"/>
    <p:sldId id="588" r:id="rId10"/>
    <p:sldId id="590" r:id="rId11"/>
    <p:sldId id="594" r:id="rId12"/>
    <p:sldId id="593" r:id="rId13"/>
    <p:sldId id="591" r:id="rId14"/>
    <p:sldId id="596" r:id="rId15"/>
    <p:sldId id="598" r:id="rId16"/>
    <p:sldId id="599" r:id="rId17"/>
    <p:sldId id="398" r:id="rId18"/>
    <p:sldId id="585" r:id="rId19"/>
    <p:sldId id="268" r:id="rId20"/>
    <p:sldId id="269" r:id="rId21"/>
    <p:sldId id="278" r:id="rId22"/>
    <p:sldId id="271" r:id="rId23"/>
    <p:sldId id="272" r:id="rId24"/>
    <p:sldId id="604" r:id="rId25"/>
    <p:sldId id="366" r:id="rId26"/>
    <p:sldId id="600" r:id="rId27"/>
    <p:sldId id="276" r:id="rId28"/>
    <p:sldId id="279" r:id="rId29"/>
    <p:sldId id="364" r:id="rId30"/>
    <p:sldId id="365" r:id="rId31"/>
    <p:sldId id="274" r:id="rId32"/>
    <p:sldId id="580" r:id="rId33"/>
    <p:sldId id="579" r:id="rId34"/>
    <p:sldId id="368" r:id="rId35"/>
    <p:sldId id="371" r:id="rId36"/>
    <p:sldId id="351" r:id="rId37"/>
    <p:sldId id="352" r:id="rId38"/>
    <p:sldId id="402" r:id="rId39"/>
    <p:sldId id="586" r:id="rId40"/>
    <p:sldId id="296" r:id="rId41"/>
    <p:sldId id="340" r:id="rId42"/>
    <p:sldId id="339" r:id="rId43"/>
    <p:sldId id="410" r:id="rId44"/>
    <p:sldId id="411" r:id="rId45"/>
    <p:sldId id="409" r:id="rId46"/>
    <p:sldId id="412" r:id="rId47"/>
    <p:sldId id="578" r:id="rId48"/>
    <p:sldId id="358" r:id="rId49"/>
    <p:sldId id="581" r:id="rId50"/>
    <p:sldId id="345" r:id="rId51"/>
    <p:sldId id="346" r:id="rId52"/>
    <p:sldId id="347" r:id="rId53"/>
    <p:sldId id="348" r:id="rId54"/>
    <p:sldId id="349" r:id="rId55"/>
    <p:sldId id="297" r:id="rId56"/>
    <p:sldId id="299" r:id="rId57"/>
    <p:sldId id="303" r:id="rId58"/>
    <p:sldId id="304" r:id="rId59"/>
    <p:sldId id="305" r:id="rId60"/>
    <p:sldId id="306" r:id="rId61"/>
    <p:sldId id="307" r:id="rId62"/>
    <p:sldId id="308" r:id="rId63"/>
    <p:sldId id="309" r:id="rId64"/>
    <p:sldId id="350" r:id="rId65"/>
    <p:sldId id="310" r:id="rId66"/>
    <p:sldId id="336" r:id="rId67"/>
    <p:sldId id="335" r:id="rId68"/>
    <p:sldId id="602" r:id="rId69"/>
    <p:sldId id="414" r:id="rId70"/>
    <p:sldId id="413" r:id="rId71"/>
    <p:sldId id="415" r:id="rId72"/>
    <p:sldId id="416" r:id="rId73"/>
    <p:sldId id="603"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48BE7A"/>
    <a:srgbClr val="002F90"/>
    <a:srgbClr val="6666FF"/>
    <a:srgbClr val="FF6600"/>
    <a:srgbClr val="93FFFF"/>
    <a:srgbClr val="FFF4E6"/>
    <a:srgbClr val="DFFFFF"/>
    <a:srgbClr val="88D5A9"/>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46C05D-0707-3441-9180-822B866967EC}" v="37" dt="2026-02-10T02:39:32.25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85" autoAdjust="0"/>
    <p:restoredTop sz="94609"/>
  </p:normalViewPr>
  <p:slideViewPr>
    <p:cSldViewPr snapToGrid="0">
      <p:cViewPr varScale="1">
        <p:scale>
          <a:sx n="147" d="100"/>
          <a:sy n="147" d="100"/>
        </p:scale>
        <p:origin x="13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47EB233F-4C7F-4CE6-B2C5-A8AE88793109}"/>
    <pc:docChg chg="addSld delSld modSld">
      <pc:chgData name="Brigitte Castañeda Rodriguez" userId="5c201908-82f6-498c-9281-7eaa96fb17b4" providerId="ADAL" clId="{47EB233F-4C7F-4CE6-B2C5-A8AE88793109}" dt="2026-02-09T22:32:01.741" v="10"/>
      <pc:docMkLst>
        <pc:docMk/>
      </pc:docMkLst>
      <pc:sldChg chg="del">
        <pc:chgData name="Brigitte Castañeda Rodriguez" userId="5c201908-82f6-498c-9281-7eaa96fb17b4" providerId="ADAL" clId="{47EB233F-4C7F-4CE6-B2C5-A8AE88793109}" dt="2026-02-09T21:13:06.519" v="0" actId="47"/>
        <pc:sldMkLst>
          <pc:docMk/>
          <pc:sldMk cId="2382795393" sldId="257"/>
        </pc:sldMkLst>
      </pc:sldChg>
      <pc:sldChg chg="del">
        <pc:chgData name="Brigitte Castañeda Rodriguez" userId="5c201908-82f6-498c-9281-7eaa96fb17b4" providerId="ADAL" clId="{47EB233F-4C7F-4CE6-B2C5-A8AE88793109}" dt="2026-02-09T21:13:06.519" v="0" actId="47"/>
        <pc:sldMkLst>
          <pc:docMk/>
          <pc:sldMk cId="1635362821" sldId="258"/>
        </pc:sldMkLst>
      </pc:sldChg>
      <pc:sldChg chg="del">
        <pc:chgData name="Brigitte Castañeda Rodriguez" userId="5c201908-82f6-498c-9281-7eaa96fb17b4" providerId="ADAL" clId="{47EB233F-4C7F-4CE6-B2C5-A8AE88793109}" dt="2026-02-09T21:13:06.519" v="0" actId="47"/>
        <pc:sldMkLst>
          <pc:docMk/>
          <pc:sldMk cId="2212135493" sldId="259"/>
        </pc:sldMkLst>
      </pc:sldChg>
      <pc:sldChg chg="del">
        <pc:chgData name="Brigitte Castañeda Rodriguez" userId="5c201908-82f6-498c-9281-7eaa96fb17b4" providerId="ADAL" clId="{47EB233F-4C7F-4CE6-B2C5-A8AE88793109}" dt="2026-02-09T21:13:06.519" v="0" actId="47"/>
        <pc:sldMkLst>
          <pc:docMk/>
          <pc:sldMk cId="2003431209" sldId="260"/>
        </pc:sldMkLst>
      </pc:sldChg>
      <pc:sldChg chg="del">
        <pc:chgData name="Brigitte Castañeda Rodriguez" userId="5c201908-82f6-498c-9281-7eaa96fb17b4" providerId="ADAL" clId="{47EB233F-4C7F-4CE6-B2C5-A8AE88793109}" dt="2026-02-09T21:13:06.519" v="0" actId="47"/>
        <pc:sldMkLst>
          <pc:docMk/>
          <pc:sldMk cId="3025238991" sldId="261"/>
        </pc:sldMkLst>
      </pc:sldChg>
      <pc:sldChg chg="modSp mod">
        <pc:chgData name="Brigitte Castañeda Rodriguez" userId="5c201908-82f6-498c-9281-7eaa96fb17b4" providerId="ADAL" clId="{47EB233F-4C7F-4CE6-B2C5-A8AE88793109}" dt="2026-02-09T21:33:47.548" v="7" actId="1036"/>
        <pc:sldMkLst>
          <pc:docMk/>
          <pc:sldMk cId="3651731225" sldId="264"/>
        </pc:sldMkLst>
        <pc:picChg chg="mod">
          <ac:chgData name="Brigitte Castañeda Rodriguez" userId="5c201908-82f6-498c-9281-7eaa96fb17b4" providerId="ADAL" clId="{47EB233F-4C7F-4CE6-B2C5-A8AE88793109}" dt="2026-02-09T21:33:47.548" v="7" actId="1036"/>
          <ac:picMkLst>
            <pc:docMk/>
            <pc:sldMk cId="3651731225" sldId="264"/>
            <ac:picMk id="5" creationId="{00000000-0000-0000-0000-000000000000}"/>
          </ac:picMkLst>
        </pc:picChg>
      </pc:sldChg>
      <pc:sldChg chg="add">
        <pc:chgData name="Brigitte Castañeda Rodriguez" userId="5c201908-82f6-498c-9281-7eaa96fb17b4" providerId="ADAL" clId="{47EB233F-4C7F-4CE6-B2C5-A8AE88793109}" dt="2026-02-09T22:32:01.741" v="10"/>
        <pc:sldMkLst>
          <pc:docMk/>
          <pc:sldMk cId="2671394050" sldId="268"/>
        </pc:sldMkLst>
      </pc:sldChg>
      <pc:sldChg chg="add">
        <pc:chgData name="Brigitte Castañeda Rodriguez" userId="5c201908-82f6-498c-9281-7eaa96fb17b4" providerId="ADAL" clId="{47EB233F-4C7F-4CE6-B2C5-A8AE88793109}" dt="2026-02-09T22:32:01.741" v="10"/>
        <pc:sldMkLst>
          <pc:docMk/>
          <pc:sldMk cId="2841608102" sldId="269"/>
        </pc:sldMkLst>
      </pc:sldChg>
      <pc:sldChg chg="add">
        <pc:chgData name="Brigitte Castañeda Rodriguez" userId="5c201908-82f6-498c-9281-7eaa96fb17b4" providerId="ADAL" clId="{47EB233F-4C7F-4CE6-B2C5-A8AE88793109}" dt="2026-02-09T22:32:01.741" v="10"/>
        <pc:sldMkLst>
          <pc:docMk/>
          <pc:sldMk cId="795352772" sldId="270"/>
        </pc:sldMkLst>
      </pc:sldChg>
      <pc:sldChg chg="add">
        <pc:chgData name="Brigitte Castañeda Rodriguez" userId="5c201908-82f6-498c-9281-7eaa96fb17b4" providerId="ADAL" clId="{47EB233F-4C7F-4CE6-B2C5-A8AE88793109}" dt="2026-02-09T22:32:01.741" v="10"/>
        <pc:sldMkLst>
          <pc:docMk/>
          <pc:sldMk cId="2668955713" sldId="271"/>
        </pc:sldMkLst>
      </pc:sldChg>
      <pc:sldChg chg="add">
        <pc:chgData name="Brigitte Castañeda Rodriguez" userId="5c201908-82f6-498c-9281-7eaa96fb17b4" providerId="ADAL" clId="{47EB233F-4C7F-4CE6-B2C5-A8AE88793109}" dt="2026-02-09T22:32:01.741" v="10"/>
        <pc:sldMkLst>
          <pc:docMk/>
          <pc:sldMk cId="1881068491" sldId="272"/>
        </pc:sldMkLst>
      </pc:sldChg>
      <pc:sldChg chg="add">
        <pc:chgData name="Brigitte Castañeda Rodriguez" userId="5c201908-82f6-498c-9281-7eaa96fb17b4" providerId="ADAL" clId="{47EB233F-4C7F-4CE6-B2C5-A8AE88793109}" dt="2026-02-09T22:32:01.741" v="10"/>
        <pc:sldMkLst>
          <pc:docMk/>
          <pc:sldMk cId="1729933346" sldId="273"/>
        </pc:sldMkLst>
      </pc:sldChg>
      <pc:sldChg chg="add">
        <pc:chgData name="Brigitte Castañeda Rodriguez" userId="5c201908-82f6-498c-9281-7eaa96fb17b4" providerId="ADAL" clId="{47EB233F-4C7F-4CE6-B2C5-A8AE88793109}" dt="2026-02-09T22:32:01.741" v="10"/>
        <pc:sldMkLst>
          <pc:docMk/>
          <pc:sldMk cId="2727821876" sldId="274"/>
        </pc:sldMkLst>
      </pc:sldChg>
      <pc:sldChg chg="add">
        <pc:chgData name="Brigitte Castañeda Rodriguez" userId="5c201908-82f6-498c-9281-7eaa96fb17b4" providerId="ADAL" clId="{47EB233F-4C7F-4CE6-B2C5-A8AE88793109}" dt="2026-02-09T22:32:01.741" v="10"/>
        <pc:sldMkLst>
          <pc:docMk/>
          <pc:sldMk cId="4183779654" sldId="276"/>
        </pc:sldMkLst>
      </pc:sldChg>
      <pc:sldChg chg="add">
        <pc:chgData name="Brigitte Castañeda Rodriguez" userId="5c201908-82f6-498c-9281-7eaa96fb17b4" providerId="ADAL" clId="{47EB233F-4C7F-4CE6-B2C5-A8AE88793109}" dt="2026-02-09T22:32:01.741" v="10"/>
        <pc:sldMkLst>
          <pc:docMk/>
          <pc:sldMk cId="3838012178" sldId="277"/>
        </pc:sldMkLst>
      </pc:sldChg>
      <pc:sldChg chg="add">
        <pc:chgData name="Brigitte Castañeda Rodriguez" userId="5c201908-82f6-498c-9281-7eaa96fb17b4" providerId="ADAL" clId="{47EB233F-4C7F-4CE6-B2C5-A8AE88793109}" dt="2026-02-09T22:32:01.741" v="10"/>
        <pc:sldMkLst>
          <pc:docMk/>
          <pc:sldMk cId="2853619529" sldId="278"/>
        </pc:sldMkLst>
      </pc:sldChg>
      <pc:sldChg chg="add">
        <pc:chgData name="Brigitte Castañeda Rodriguez" userId="5c201908-82f6-498c-9281-7eaa96fb17b4" providerId="ADAL" clId="{47EB233F-4C7F-4CE6-B2C5-A8AE88793109}" dt="2026-02-09T22:32:01.741" v="10"/>
        <pc:sldMkLst>
          <pc:docMk/>
          <pc:sldMk cId="306343461" sldId="279"/>
        </pc:sldMkLst>
      </pc:sldChg>
      <pc:sldChg chg="del">
        <pc:chgData name="Brigitte Castañeda Rodriguez" userId="5c201908-82f6-498c-9281-7eaa96fb17b4" providerId="ADAL" clId="{47EB233F-4C7F-4CE6-B2C5-A8AE88793109}" dt="2026-02-09T21:13:13.944" v="1" actId="47"/>
        <pc:sldMkLst>
          <pc:docMk/>
          <pc:sldMk cId="23994685" sldId="283"/>
        </pc:sldMkLst>
      </pc:sldChg>
      <pc:sldChg chg="del">
        <pc:chgData name="Brigitte Castañeda Rodriguez" userId="5c201908-82f6-498c-9281-7eaa96fb17b4" providerId="ADAL" clId="{47EB233F-4C7F-4CE6-B2C5-A8AE88793109}" dt="2026-02-09T21:13:17.127" v="2" actId="47"/>
        <pc:sldMkLst>
          <pc:docMk/>
          <pc:sldMk cId="798789806" sldId="284"/>
        </pc:sldMkLst>
      </pc:sldChg>
      <pc:sldChg chg="del">
        <pc:chgData name="Brigitte Castañeda Rodriguez" userId="5c201908-82f6-498c-9281-7eaa96fb17b4" providerId="ADAL" clId="{47EB233F-4C7F-4CE6-B2C5-A8AE88793109}" dt="2026-02-09T21:13:40.258" v="6" actId="47"/>
        <pc:sldMkLst>
          <pc:docMk/>
          <pc:sldMk cId="2730606982" sldId="287"/>
        </pc:sldMkLst>
      </pc:sldChg>
      <pc:sldChg chg="del">
        <pc:chgData name="Brigitte Castañeda Rodriguez" userId="5c201908-82f6-498c-9281-7eaa96fb17b4" providerId="ADAL" clId="{47EB233F-4C7F-4CE6-B2C5-A8AE88793109}" dt="2026-02-09T21:13:39.323" v="5" actId="47"/>
        <pc:sldMkLst>
          <pc:docMk/>
          <pc:sldMk cId="2045765562" sldId="288"/>
        </pc:sldMkLst>
      </pc:sldChg>
      <pc:sldChg chg="add">
        <pc:chgData name="Brigitte Castañeda Rodriguez" userId="5c201908-82f6-498c-9281-7eaa96fb17b4" providerId="ADAL" clId="{47EB233F-4C7F-4CE6-B2C5-A8AE88793109}" dt="2026-02-09T22:32:01.741" v="10"/>
        <pc:sldMkLst>
          <pc:docMk/>
          <pc:sldMk cId="1611901610" sldId="351"/>
        </pc:sldMkLst>
      </pc:sldChg>
      <pc:sldChg chg="add">
        <pc:chgData name="Brigitte Castañeda Rodriguez" userId="5c201908-82f6-498c-9281-7eaa96fb17b4" providerId="ADAL" clId="{47EB233F-4C7F-4CE6-B2C5-A8AE88793109}" dt="2026-02-09T22:32:01.741" v="10"/>
        <pc:sldMkLst>
          <pc:docMk/>
          <pc:sldMk cId="3711165451" sldId="352"/>
        </pc:sldMkLst>
      </pc:sldChg>
      <pc:sldChg chg="add del">
        <pc:chgData name="Brigitte Castañeda Rodriguez" userId="5c201908-82f6-498c-9281-7eaa96fb17b4" providerId="ADAL" clId="{47EB233F-4C7F-4CE6-B2C5-A8AE88793109}" dt="2026-02-09T22:32:01.741" v="10"/>
        <pc:sldMkLst>
          <pc:docMk/>
          <pc:sldMk cId="3254971150" sldId="354"/>
        </pc:sldMkLst>
      </pc:sldChg>
      <pc:sldChg chg="del">
        <pc:chgData name="Brigitte Castañeda Rodriguez" userId="5c201908-82f6-498c-9281-7eaa96fb17b4" providerId="ADAL" clId="{47EB233F-4C7F-4CE6-B2C5-A8AE88793109}" dt="2026-02-09T21:13:19.600" v="3" actId="47"/>
        <pc:sldMkLst>
          <pc:docMk/>
          <pc:sldMk cId="2796263902" sldId="359"/>
        </pc:sldMkLst>
      </pc:sldChg>
      <pc:sldChg chg="add">
        <pc:chgData name="Brigitte Castañeda Rodriguez" userId="5c201908-82f6-498c-9281-7eaa96fb17b4" providerId="ADAL" clId="{47EB233F-4C7F-4CE6-B2C5-A8AE88793109}" dt="2026-02-09T22:32:01.741" v="10"/>
        <pc:sldMkLst>
          <pc:docMk/>
          <pc:sldMk cId="766255527" sldId="364"/>
        </pc:sldMkLst>
      </pc:sldChg>
      <pc:sldChg chg="add">
        <pc:chgData name="Brigitte Castañeda Rodriguez" userId="5c201908-82f6-498c-9281-7eaa96fb17b4" providerId="ADAL" clId="{47EB233F-4C7F-4CE6-B2C5-A8AE88793109}" dt="2026-02-09T22:32:01.741" v="10"/>
        <pc:sldMkLst>
          <pc:docMk/>
          <pc:sldMk cId="2437242304" sldId="365"/>
        </pc:sldMkLst>
      </pc:sldChg>
      <pc:sldChg chg="add">
        <pc:chgData name="Brigitte Castañeda Rodriguez" userId="5c201908-82f6-498c-9281-7eaa96fb17b4" providerId="ADAL" clId="{47EB233F-4C7F-4CE6-B2C5-A8AE88793109}" dt="2026-02-09T22:32:01.741" v="10"/>
        <pc:sldMkLst>
          <pc:docMk/>
          <pc:sldMk cId="1124056790" sldId="366"/>
        </pc:sldMkLst>
      </pc:sldChg>
      <pc:sldChg chg="add">
        <pc:chgData name="Brigitte Castañeda Rodriguez" userId="5c201908-82f6-498c-9281-7eaa96fb17b4" providerId="ADAL" clId="{47EB233F-4C7F-4CE6-B2C5-A8AE88793109}" dt="2026-02-09T22:32:01.741" v="10"/>
        <pc:sldMkLst>
          <pc:docMk/>
          <pc:sldMk cId="1925115927" sldId="368"/>
        </pc:sldMkLst>
      </pc:sldChg>
      <pc:sldChg chg="add">
        <pc:chgData name="Brigitte Castañeda Rodriguez" userId="5c201908-82f6-498c-9281-7eaa96fb17b4" providerId="ADAL" clId="{47EB233F-4C7F-4CE6-B2C5-A8AE88793109}" dt="2026-02-09T22:32:01.741" v="10"/>
        <pc:sldMkLst>
          <pc:docMk/>
          <pc:sldMk cId="462053" sldId="371"/>
        </pc:sldMkLst>
      </pc:sldChg>
      <pc:sldChg chg="del">
        <pc:chgData name="Brigitte Castañeda Rodriguez" userId="5c201908-82f6-498c-9281-7eaa96fb17b4" providerId="ADAL" clId="{47EB233F-4C7F-4CE6-B2C5-A8AE88793109}" dt="2026-02-09T21:13:37.589" v="4" actId="47"/>
        <pc:sldMkLst>
          <pc:docMk/>
          <pc:sldMk cId="3153782579" sldId="396"/>
        </pc:sldMkLst>
      </pc:sldChg>
      <pc:sldChg chg="add del">
        <pc:chgData name="Brigitte Castañeda Rodriguez" userId="5c201908-82f6-498c-9281-7eaa96fb17b4" providerId="ADAL" clId="{47EB233F-4C7F-4CE6-B2C5-A8AE88793109}" dt="2026-02-09T22:32:01.741" v="10"/>
        <pc:sldMkLst>
          <pc:docMk/>
          <pc:sldMk cId="1142674507" sldId="398"/>
        </pc:sldMkLst>
      </pc:sldChg>
      <pc:sldChg chg="add">
        <pc:chgData name="Brigitte Castañeda Rodriguez" userId="5c201908-82f6-498c-9281-7eaa96fb17b4" providerId="ADAL" clId="{47EB233F-4C7F-4CE6-B2C5-A8AE88793109}" dt="2026-02-09T22:32:01.741" v="10"/>
        <pc:sldMkLst>
          <pc:docMk/>
          <pc:sldMk cId="282370818" sldId="402"/>
        </pc:sldMkLst>
      </pc:sldChg>
      <pc:sldChg chg="del">
        <pc:chgData name="Brigitte Castañeda Rodriguez" userId="5c201908-82f6-498c-9281-7eaa96fb17b4" providerId="ADAL" clId="{47EB233F-4C7F-4CE6-B2C5-A8AE88793109}" dt="2026-02-09T21:13:06.519" v="0" actId="47"/>
        <pc:sldMkLst>
          <pc:docMk/>
          <pc:sldMk cId="4066602809" sldId="425"/>
        </pc:sldMkLst>
      </pc:sldChg>
      <pc:sldChg chg="del">
        <pc:chgData name="Brigitte Castañeda Rodriguez" userId="5c201908-82f6-498c-9281-7eaa96fb17b4" providerId="ADAL" clId="{47EB233F-4C7F-4CE6-B2C5-A8AE88793109}" dt="2026-02-09T21:13:06.519" v="0" actId="47"/>
        <pc:sldMkLst>
          <pc:docMk/>
          <pc:sldMk cId="906272978" sldId="433"/>
        </pc:sldMkLst>
      </pc:sldChg>
      <pc:sldChg chg="del">
        <pc:chgData name="Brigitte Castañeda Rodriguez" userId="5c201908-82f6-498c-9281-7eaa96fb17b4" providerId="ADAL" clId="{47EB233F-4C7F-4CE6-B2C5-A8AE88793109}" dt="2026-02-09T21:13:06.519" v="0" actId="47"/>
        <pc:sldMkLst>
          <pc:docMk/>
          <pc:sldMk cId="211784518" sldId="434"/>
        </pc:sldMkLst>
      </pc:sldChg>
      <pc:sldChg chg="del">
        <pc:chgData name="Brigitte Castañeda Rodriguez" userId="5c201908-82f6-498c-9281-7eaa96fb17b4" providerId="ADAL" clId="{47EB233F-4C7F-4CE6-B2C5-A8AE88793109}" dt="2026-02-09T21:13:06.519" v="0" actId="47"/>
        <pc:sldMkLst>
          <pc:docMk/>
          <pc:sldMk cId="153651633" sldId="435"/>
        </pc:sldMkLst>
      </pc:sldChg>
      <pc:sldChg chg="del">
        <pc:chgData name="Brigitte Castañeda Rodriguez" userId="5c201908-82f6-498c-9281-7eaa96fb17b4" providerId="ADAL" clId="{47EB233F-4C7F-4CE6-B2C5-A8AE88793109}" dt="2026-02-09T21:13:06.519" v="0" actId="47"/>
        <pc:sldMkLst>
          <pc:docMk/>
          <pc:sldMk cId="2442988975" sldId="436"/>
        </pc:sldMkLst>
      </pc:sldChg>
      <pc:sldChg chg="del">
        <pc:chgData name="Brigitte Castañeda Rodriguez" userId="5c201908-82f6-498c-9281-7eaa96fb17b4" providerId="ADAL" clId="{47EB233F-4C7F-4CE6-B2C5-A8AE88793109}" dt="2026-02-09T21:13:06.519" v="0" actId="47"/>
        <pc:sldMkLst>
          <pc:docMk/>
          <pc:sldMk cId="2844688977" sldId="437"/>
        </pc:sldMkLst>
      </pc:sldChg>
      <pc:sldChg chg="del">
        <pc:chgData name="Brigitte Castañeda Rodriguez" userId="5c201908-82f6-498c-9281-7eaa96fb17b4" providerId="ADAL" clId="{47EB233F-4C7F-4CE6-B2C5-A8AE88793109}" dt="2026-02-09T21:13:06.519" v="0" actId="47"/>
        <pc:sldMkLst>
          <pc:docMk/>
          <pc:sldMk cId="1520040027" sldId="438"/>
        </pc:sldMkLst>
      </pc:sldChg>
      <pc:sldChg chg="add">
        <pc:chgData name="Brigitte Castañeda Rodriguez" userId="5c201908-82f6-498c-9281-7eaa96fb17b4" providerId="ADAL" clId="{47EB233F-4C7F-4CE6-B2C5-A8AE88793109}" dt="2026-02-09T22:32:01.741" v="10"/>
        <pc:sldMkLst>
          <pc:docMk/>
          <pc:sldMk cId="642506386" sldId="579"/>
        </pc:sldMkLst>
      </pc:sldChg>
      <pc:sldChg chg="add">
        <pc:chgData name="Brigitte Castañeda Rodriguez" userId="5c201908-82f6-498c-9281-7eaa96fb17b4" providerId="ADAL" clId="{47EB233F-4C7F-4CE6-B2C5-A8AE88793109}" dt="2026-02-09T22:32:01.741" v="10"/>
        <pc:sldMkLst>
          <pc:docMk/>
          <pc:sldMk cId="3102876668" sldId="580"/>
        </pc:sldMkLst>
      </pc:sldChg>
      <pc:sldChg chg="del">
        <pc:chgData name="Brigitte Castañeda Rodriguez" userId="5c201908-82f6-498c-9281-7eaa96fb17b4" providerId="ADAL" clId="{47EB233F-4C7F-4CE6-B2C5-A8AE88793109}" dt="2026-02-09T21:13:06.519" v="0" actId="47"/>
        <pc:sldMkLst>
          <pc:docMk/>
          <pc:sldMk cId="1291199003" sldId="584"/>
        </pc:sldMkLst>
      </pc:sldChg>
      <pc:sldChg chg="add">
        <pc:chgData name="Brigitte Castañeda Rodriguez" userId="5c201908-82f6-498c-9281-7eaa96fb17b4" providerId="ADAL" clId="{47EB233F-4C7F-4CE6-B2C5-A8AE88793109}" dt="2026-02-09T22:32:01.741" v="10"/>
        <pc:sldMkLst>
          <pc:docMk/>
          <pc:sldMk cId="174674879" sldId="585"/>
        </pc:sldMkLst>
      </pc:sldChg>
      <pc:sldChg chg="del">
        <pc:chgData name="Brigitte Castañeda Rodriguez" userId="5c201908-82f6-498c-9281-7eaa96fb17b4" providerId="ADAL" clId="{47EB233F-4C7F-4CE6-B2C5-A8AE88793109}" dt="2026-02-09T21:13:06.519" v="0" actId="47"/>
        <pc:sldMkLst>
          <pc:docMk/>
          <pc:sldMk cId="1065132081" sldId="595"/>
        </pc:sldMkLst>
      </pc:sldChg>
      <pc:sldChg chg="add">
        <pc:chgData name="Brigitte Castañeda Rodriguez" userId="5c201908-82f6-498c-9281-7eaa96fb17b4" providerId="ADAL" clId="{47EB233F-4C7F-4CE6-B2C5-A8AE88793109}" dt="2026-02-09T22:32:01.741" v="10"/>
        <pc:sldMkLst>
          <pc:docMk/>
          <pc:sldMk cId="1147818470" sldId="600"/>
        </pc:sldMkLst>
      </pc:sldChg>
      <pc:sldChg chg="new del">
        <pc:chgData name="Brigitte Castañeda Rodriguez" userId="5c201908-82f6-498c-9281-7eaa96fb17b4" providerId="ADAL" clId="{47EB233F-4C7F-4CE6-B2C5-A8AE88793109}" dt="2026-02-09T22:23:30.248" v="9" actId="47"/>
        <pc:sldMkLst>
          <pc:docMk/>
          <pc:sldMk cId="2586977901" sldId="600"/>
        </pc:sldMkLst>
      </pc:sldChg>
      <pc:sldChg chg="del">
        <pc:chgData name="Brigitte Castañeda Rodriguez" userId="5c201908-82f6-498c-9281-7eaa96fb17b4" providerId="ADAL" clId="{47EB233F-4C7F-4CE6-B2C5-A8AE88793109}" dt="2026-02-09T21:13:06.519" v="0" actId="47"/>
        <pc:sldMkLst>
          <pc:docMk/>
          <pc:sldMk cId="3427542862" sldId="600"/>
        </pc:sldMkLst>
      </pc:sldChg>
    </pc:docChg>
  </pc:docChgLst>
  <pc:docChgLst>
    <pc:chgData name="Brigitte Castañeda Rodriguez" userId="5c201908-82f6-498c-9281-7eaa96fb17b4" providerId="ADAL" clId="{6146C05D-0707-3441-9180-822B866967EC}"/>
    <pc:docChg chg="undo custSel addSld delSld modSld sldOrd">
      <pc:chgData name="Brigitte Castañeda Rodriguez" userId="5c201908-82f6-498c-9281-7eaa96fb17b4" providerId="ADAL" clId="{6146C05D-0707-3441-9180-822B866967EC}" dt="2026-02-10T02:39:38.982" v="203" actId="14100"/>
      <pc:docMkLst>
        <pc:docMk/>
      </pc:docMkLst>
      <pc:sldChg chg="add del">
        <pc:chgData name="Brigitte Castañeda Rodriguez" userId="5c201908-82f6-498c-9281-7eaa96fb17b4" providerId="ADAL" clId="{6146C05D-0707-3441-9180-822B866967EC}" dt="2026-02-10T01:55:51.999" v="7" actId="2696"/>
        <pc:sldMkLst>
          <pc:docMk/>
          <pc:sldMk cId="2382795393" sldId="257"/>
        </pc:sldMkLst>
      </pc:sldChg>
      <pc:sldChg chg="add del">
        <pc:chgData name="Brigitte Castañeda Rodriguez" userId="5c201908-82f6-498c-9281-7eaa96fb17b4" providerId="ADAL" clId="{6146C05D-0707-3441-9180-822B866967EC}" dt="2026-02-10T01:55:56.638" v="8" actId="2696"/>
        <pc:sldMkLst>
          <pc:docMk/>
          <pc:sldMk cId="1635362821" sldId="258"/>
        </pc:sldMkLst>
      </pc:sldChg>
      <pc:sldChg chg="add del">
        <pc:chgData name="Brigitte Castañeda Rodriguez" userId="5c201908-82f6-498c-9281-7eaa96fb17b4" providerId="ADAL" clId="{6146C05D-0707-3441-9180-822B866967EC}" dt="2026-02-10T01:56:01.937" v="9" actId="2696"/>
        <pc:sldMkLst>
          <pc:docMk/>
          <pc:sldMk cId="2212135493" sldId="259"/>
        </pc:sldMkLst>
      </pc:sldChg>
      <pc:sldChg chg="add">
        <pc:chgData name="Brigitte Castañeda Rodriguez" userId="5c201908-82f6-498c-9281-7eaa96fb17b4" providerId="ADAL" clId="{6146C05D-0707-3441-9180-822B866967EC}" dt="2026-02-10T01:55:18.796" v="2"/>
        <pc:sldMkLst>
          <pc:docMk/>
          <pc:sldMk cId="2003431209" sldId="260"/>
        </pc:sldMkLst>
      </pc:sldChg>
      <pc:sldChg chg="add del">
        <pc:chgData name="Brigitte Castañeda Rodriguez" userId="5c201908-82f6-498c-9281-7eaa96fb17b4" providerId="ADAL" clId="{6146C05D-0707-3441-9180-822B866967EC}" dt="2026-02-10T01:56:12.958" v="11" actId="2696"/>
        <pc:sldMkLst>
          <pc:docMk/>
          <pc:sldMk cId="3025238991" sldId="261"/>
        </pc:sldMkLst>
      </pc:sldChg>
      <pc:sldChg chg="del ord">
        <pc:chgData name="Brigitte Castañeda Rodriguez" userId="5c201908-82f6-498c-9281-7eaa96fb17b4" providerId="ADAL" clId="{6146C05D-0707-3441-9180-822B866967EC}" dt="2026-02-10T01:56:18.057" v="12" actId="2696"/>
        <pc:sldMkLst>
          <pc:docMk/>
          <pc:sldMk cId="3364718892" sldId="263"/>
        </pc:sldMkLst>
      </pc:sldChg>
      <pc:sldChg chg="addSp delSp modSp mod">
        <pc:chgData name="Brigitte Castañeda Rodriguez" userId="5c201908-82f6-498c-9281-7eaa96fb17b4" providerId="ADAL" clId="{6146C05D-0707-3441-9180-822B866967EC}" dt="2026-02-10T02:31:39.336" v="131" actId="1076"/>
        <pc:sldMkLst>
          <pc:docMk/>
          <pc:sldMk cId="3651731225" sldId="264"/>
        </pc:sldMkLst>
        <pc:picChg chg="add mod">
          <ac:chgData name="Brigitte Castañeda Rodriguez" userId="5c201908-82f6-498c-9281-7eaa96fb17b4" providerId="ADAL" clId="{6146C05D-0707-3441-9180-822B866967EC}" dt="2026-02-10T02:31:35.329" v="130" actId="1582"/>
          <ac:picMkLst>
            <pc:docMk/>
            <pc:sldMk cId="3651731225" sldId="264"/>
            <ac:picMk id="2" creationId="{592CAA6A-2979-4C61-5C64-D6BE0E943525}"/>
          </ac:picMkLst>
        </pc:picChg>
        <pc:picChg chg="mod">
          <ac:chgData name="Brigitte Castañeda Rodriguez" userId="5c201908-82f6-498c-9281-7eaa96fb17b4" providerId="ADAL" clId="{6146C05D-0707-3441-9180-822B866967EC}" dt="2026-02-10T02:31:39.336" v="131" actId="1076"/>
          <ac:picMkLst>
            <pc:docMk/>
            <pc:sldMk cId="3651731225" sldId="264"/>
            <ac:picMk id="5" creationId="{00000000-0000-0000-0000-000000000000}"/>
          </ac:picMkLst>
        </pc:picChg>
        <pc:picChg chg="del">
          <ac:chgData name="Brigitte Castañeda Rodriguez" userId="5c201908-82f6-498c-9281-7eaa96fb17b4" providerId="ADAL" clId="{6146C05D-0707-3441-9180-822B866967EC}" dt="2026-02-10T02:30:59.771" v="119" actId="478"/>
          <ac:picMkLst>
            <pc:docMk/>
            <pc:sldMk cId="3651731225" sldId="264"/>
            <ac:picMk id="6" creationId="{00000000-0000-0000-0000-000000000000}"/>
          </ac:picMkLst>
        </pc:picChg>
      </pc:sldChg>
      <pc:sldChg chg="del">
        <pc:chgData name="Brigitte Castañeda Rodriguez" userId="5c201908-82f6-498c-9281-7eaa96fb17b4" providerId="ADAL" clId="{6146C05D-0707-3441-9180-822B866967EC}" dt="2026-02-10T01:56:31.456" v="15" actId="2696"/>
        <pc:sldMkLst>
          <pc:docMk/>
          <pc:sldMk cId="3788989785" sldId="265"/>
        </pc:sldMkLst>
      </pc:sldChg>
      <pc:sldChg chg="del">
        <pc:chgData name="Brigitte Castañeda Rodriguez" userId="5c201908-82f6-498c-9281-7eaa96fb17b4" providerId="ADAL" clId="{6146C05D-0707-3441-9180-822B866967EC}" dt="2026-02-10T02:31:48.350" v="132" actId="2696"/>
        <pc:sldMkLst>
          <pc:docMk/>
          <pc:sldMk cId="2069732521" sldId="266"/>
        </pc:sldMkLst>
      </pc:sldChg>
      <pc:sldChg chg="modSp mod">
        <pc:chgData name="Brigitte Castañeda Rodriguez" userId="5c201908-82f6-498c-9281-7eaa96fb17b4" providerId="ADAL" clId="{6146C05D-0707-3441-9180-822B866967EC}" dt="2026-02-10T01:57:42.893" v="19"/>
        <pc:sldMkLst>
          <pc:docMk/>
          <pc:sldMk cId="2671394050" sldId="268"/>
        </pc:sldMkLst>
        <pc:spChg chg="mod">
          <ac:chgData name="Brigitte Castañeda Rodriguez" userId="5c201908-82f6-498c-9281-7eaa96fb17b4" providerId="ADAL" clId="{6146C05D-0707-3441-9180-822B866967EC}" dt="2026-02-10T01:57:42.893" v="19"/>
          <ac:spMkLst>
            <pc:docMk/>
            <pc:sldMk cId="2671394050" sldId="268"/>
            <ac:spMk id="3" creationId="{00000000-0000-0000-0000-000000000000}"/>
          </ac:spMkLst>
        </pc:spChg>
      </pc:sldChg>
      <pc:sldChg chg="del">
        <pc:chgData name="Brigitte Castañeda Rodriguez" userId="5c201908-82f6-498c-9281-7eaa96fb17b4" providerId="ADAL" clId="{6146C05D-0707-3441-9180-822B866967EC}" dt="2026-02-10T02:00:25.431" v="20" actId="2696"/>
        <pc:sldMkLst>
          <pc:docMk/>
          <pc:sldMk cId="795352772" sldId="270"/>
        </pc:sldMkLst>
      </pc:sldChg>
      <pc:sldChg chg="mod modShow">
        <pc:chgData name="Brigitte Castañeda Rodriguez" userId="5c201908-82f6-498c-9281-7eaa96fb17b4" providerId="ADAL" clId="{6146C05D-0707-3441-9180-822B866967EC}" dt="2026-02-10T02:33:34.901" v="136" actId="729"/>
        <pc:sldMkLst>
          <pc:docMk/>
          <pc:sldMk cId="2668955713" sldId="271"/>
        </pc:sldMkLst>
      </pc:sldChg>
      <pc:sldChg chg="modSp mod modShow">
        <pc:chgData name="Brigitte Castañeda Rodriguez" userId="5c201908-82f6-498c-9281-7eaa96fb17b4" providerId="ADAL" clId="{6146C05D-0707-3441-9180-822B866967EC}" dt="2026-02-10T02:33:40.848" v="138" actId="729"/>
        <pc:sldMkLst>
          <pc:docMk/>
          <pc:sldMk cId="1881068491" sldId="272"/>
        </pc:sldMkLst>
        <pc:spChg chg="mod">
          <ac:chgData name="Brigitte Castañeda Rodriguez" userId="5c201908-82f6-498c-9281-7eaa96fb17b4" providerId="ADAL" clId="{6146C05D-0707-3441-9180-822B866967EC}" dt="2026-02-10T02:33:07.734" v="135" actId="1582"/>
          <ac:spMkLst>
            <pc:docMk/>
            <pc:sldMk cId="1881068491" sldId="272"/>
            <ac:spMk id="6" creationId="{00000000-0000-0000-0000-000000000000}"/>
          </ac:spMkLst>
        </pc:spChg>
      </pc:sldChg>
      <pc:sldChg chg="del">
        <pc:chgData name="Brigitte Castañeda Rodriguez" userId="5c201908-82f6-498c-9281-7eaa96fb17b4" providerId="ADAL" clId="{6146C05D-0707-3441-9180-822B866967EC}" dt="2026-02-10T02:13:05.117" v="21" actId="2696"/>
        <pc:sldMkLst>
          <pc:docMk/>
          <pc:sldMk cId="1729933346" sldId="273"/>
        </pc:sldMkLst>
      </pc:sldChg>
      <pc:sldChg chg="mod modShow">
        <pc:chgData name="Brigitte Castañeda Rodriguez" userId="5c201908-82f6-498c-9281-7eaa96fb17b4" providerId="ADAL" clId="{6146C05D-0707-3441-9180-822B866967EC}" dt="2026-02-10T02:36:17.240" v="174" actId="729"/>
        <pc:sldMkLst>
          <pc:docMk/>
          <pc:sldMk cId="4183779654" sldId="276"/>
        </pc:sldMkLst>
      </pc:sldChg>
      <pc:sldChg chg="del">
        <pc:chgData name="Brigitte Castañeda Rodriguez" userId="5c201908-82f6-498c-9281-7eaa96fb17b4" providerId="ADAL" clId="{6146C05D-0707-3441-9180-822B866967EC}" dt="2026-02-10T02:14:04.512" v="22" actId="2696"/>
        <pc:sldMkLst>
          <pc:docMk/>
          <pc:sldMk cId="3838012178" sldId="277"/>
        </pc:sldMkLst>
      </pc:sldChg>
      <pc:sldChg chg="ord">
        <pc:chgData name="Brigitte Castañeda Rodriguez" userId="5c201908-82f6-498c-9281-7eaa96fb17b4" providerId="ADAL" clId="{6146C05D-0707-3441-9180-822B866967EC}" dt="2026-02-10T02:37:11.529" v="177" actId="20578"/>
        <pc:sldMkLst>
          <pc:docMk/>
          <pc:sldMk cId="2853619529" sldId="278"/>
        </pc:sldMkLst>
      </pc:sldChg>
      <pc:sldChg chg="mod modShow">
        <pc:chgData name="Brigitte Castañeda Rodriguez" userId="5c201908-82f6-498c-9281-7eaa96fb17b4" providerId="ADAL" clId="{6146C05D-0707-3441-9180-822B866967EC}" dt="2026-02-10T02:37:53.461" v="185" actId="729"/>
        <pc:sldMkLst>
          <pc:docMk/>
          <pc:sldMk cId="306343461" sldId="279"/>
        </pc:sldMkLst>
      </pc:sldChg>
      <pc:sldChg chg="add del">
        <pc:chgData name="Brigitte Castañeda Rodriguez" userId="5c201908-82f6-498c-9281-7eaa96fb17b4" providerId="ADAL" clId="{6146C05D-0707-3441-9180-822B866967EC}" dt="2026-02-10T01:56:24.041" v="14" actId="2696"/>
        <pc:sldMkLst>
          <pc:docMk/>
          <pc:sldMk cId="3898919892" sldId="285"/>
        </pc:sldMkLst>
      </pc:sldChg>
      <pc:sldChg chg="modSp add del mod">
        <pc:chgData name="Brigitte Castañeda Rodriguez" userId="5c201908-82f6-498c-9281-7eaa96fb17b4" providerId="ADAL" clId="{6146C05D-0707-3441-9180-822B866967EC}" dt="2026-02-10T02:39:10.931" v="200" actId="6549"/>
        <pc:sldMkLst>
          <pc:docMk/>
          <pc:sldMk cId="332641775" sldId="296"/>
        </pc:sldMkLst>
        <pc:spChg chg="mod">
          <ac:chgData name="Brigitte Castañeda Rodriguez" userId="5c201908-82f6-498c-9281-7eaa96fb17b4" providerId="ADAL" clId="{6146C05D-0707-3441-9180-822B866967EC}" dt="2026-02-10T02:39:10.931" v="200" actId="6549"/>
          <ac:spMkLst>
            <pc:docMk/>
            <pc:sldMk cId="332641775" sldId="296"/>
            <ac:spMk id="3" creationId="{00000000-0000-0000-0000-000000000000}"/>
          </ac:spMkLst>
        </pc:spChg>
      </pc:sldChg>
      <pc:sldChg chg="add del">
        <pc:chgData name="Brigitte Castañeda Rodriguez" userId="5c201908-82f6-498c-9281-7eaa96fb17b4" providerId="ADAL" clId="{6146C05D-0707-3441-9180-822B866967EC}" dt="2026-02-10T02:25:50.972" v="27"/>
        <pc:sldMkLst>
          <pc:docMk/>
          <pc:sldMk cId="4016842965" sldId="297"/>
        </pc:sldMkLst>
      </pc:sldChg>
      <pc:sldChg chg="add del">
        <pc:chgData name="Brigitte Castañeda Rodriguez" userId="5c201908-82f6-498c-9281-7eaa96fb17b4" providerId="ADAL" clId="{6146C05D-0707-3441-9180-822B866967EC}" dt="2026-02-10T02:25:50.972" v="27"/>
        <pc:sldMkLst>
          <pc:docMk/>
          <pc:sldMk cId="2719872187" sldId="299"/>
        </pc:sldMkLst>
      </pc:sldChg>
      <pc:sldChg chg="add del">
        <pc:chgData name="Brigitte Castañeda Rodriguez" userId="5c201908-82f6-498c-9281-7eaa96fb17b4" providerId="ADAL" clId="{6146C05D-0707-3441-9180-822B866967EC}" dt="2026-02-10T02:25:50.972" v="27"/>
        <pc:sldMkLst>
          <pc:docMk/>
          <pc:sldMk cId="2490395044" sldId="303"/>
        </pc:sldMkLst>
      </pc:sldChg>
      <pc:sldChg chg="add del">
        <pc:chgData name="Brigitte Castañeda Rodriguez" userId="5c201908-82f6-498c-9281-7eaa96fb17b4" providerId="ADAL" clId="{6146C05D-0707-3441-9180-822B866967EC}" dt="2026-02-10T02:25:50.972" v="27"/>
        <pc:sldMkLst>
          <pc:docMk/>
          <pc:sldMk cId="1779438794" sldId="304"/>
        </pc:sldMkLst>
      </pc:sldChg>
      <pc:sldChg chg="add del">
        <pc:chgData name="Brigitte Castañeda Rodriguez" userId="5c201908-82f6-498c-9281-7eaa96fb17b4" providerId="ADAL" clId="{6146C05D-0707-3441-9180-822B866967EC}" dt="2026-02-10T02:25:50.972" v="27"/>
        <pc:sldMkLst>
          <pc:docMk/>
          <pc:sldMk cId="593585955" sldId="305"/>
        </pc:sldMkLst>
      </pc:sldChg>
      <pc:sldChg chg="add del">
        <pc:chgData name="Brigitte Castañeda Rodriguez" userId="5c201908-82f6-498c-9281-7eaa96fb17b4" providerId="ADAL" clId="{6146C05D-0707-3441-9180-822B866967EC}" dt="2026-02-10T02:25:50.972" v="27"/>
        <pc:sldMkLst>
          <pc:docMk/>
          <pc:sldMk cId="968085467" sldId="306"/>
        </pc:sldMkLst>
      </pc:sldChg>
      <pc:sldChg chg="add del">
        <pc:chgData name="Brigitte Castañeda Rodriguez" userId="5c201908-82f6-498c-9281-7eaa96fb17b4" providerId="ADAL" clId="{6146C05D-0707-3441-9180-822B866967EC}" dt="2026-02-10T02:25:50.972" v="27"/>
        <pc:sldMkLst>
          <pc:docMk/>
          <pc:sldMk cId="2443076636" sldId="307"/>
        </pc:sldMkLst>
      </pc:sldChg>
      <pc:sldChg chg="add del">
        <pc:chgData name="Brigitte Castañeda Rodriguez" userId="5c201908-82f6-498c-9281-7eaa96fb17b4" providerId="ADAL" clId="{6146C05D-0707-3441-9180-822B866967EC}" dt="2026-02-10T02:25:50.972" v="27"/>
        <pc:sldMkLst>
          <pc:docMk/>
          <pc:sldMk cId="36294030" sldId="308"/>
        </pc:sldMkLst>
      </pc:sldChg>
      <pc:sldChg chg="add del">
        <pc:chgData name="Brigitte Castañeda Rodriguez" userId="5c201908-82f6-498c-9281-7eaa96fb17b4" providerId="ADAL" clId="{6146C05D-0707-3441-9180-822B866967EC}" dt="2026-02-10T02:25:50.972" v="27"/>
        <pc:sldMkLst>
          <pc:docMk/>
          <pc:sldMk cId="4192068831" sldId="309"/>
        </pc:sldMkLst>
      </pc:sldChg>
      <pc:sldChg chg="add del">
        <pc:chgData name="Brigitte Castañeda Rodriguez" userId="5c201908-82f6-498c-9281-7eaa96fb17b4" providerId="ADAL" clId="{6146C05D-0707-3441-9180-822B866967EC}" dt="2026-02-10T02:25:50.972" v="27"/>
        <pc:sldMkLst>
          <pc:docMk/>
          <pc:sldMk cId="532378838" sldId="310"/>
        </pc:sldMkLst>
      </pc:sldChg>
      <pc:sldChg chg="add del">
        <pc:chgData name="Brigitte Castañeda Rodriguez" userId="5c201908-82f6-498c-9281-7eaa96fb17b4" providerId="ADAL" clId="{6146C05D-0707-3441-9180-822B866967EC}" dt="2026-02-10T02:25:50.972" v="27"/>
        <pc:sldMkLst>
          <pc:docMk/>
          <pc:sldMk cId="224570825" sldId="335"/>
        </pc:sldMkLst>
      </pc:sldChg>
      <pc:sldChg chg="add del">
        <pc:chgData name="Brigitte Castañeda Rodriguez" userId="5c201908-82f6-498c-9281-7eaa96fb17b4" providerId="ADAL" clId="{6146C05D-0707-3441-9180-822B866967EC}" dt="2026-02-10T02:25:50.972" v="27"/>
        <pc:sldMkLst>
          <pc:docMk/>
          <pc:sldMk cId="3550272185" sldId="336"/>
        </pc:sldMkLst>
      </pc:sldChg>
      <pc:sldChg chg="add del">
        <pc:chgData name="Brigitte Castañeda Rodriguez" userId="5c201908-82f6-498c-9281-7eaa96fb17b4" providerId="ADAL" clId="{6146C05D-0707-3441-9180-822B866967EC}" dt="2026-02-10T02:25:50.972" v="27"/>
        <pc:sldMkLst>
          <pc:docMk/>
          <pc:sldMk cId="749316416" sldId="339"/>
        </pc:sldMkLst>
      </pc:sldChg>
      <pc:sldChg chg="add del">
        <pc:chgData name="Brigitte Castañeda Rodriguez" userId="5c201908-82f6-498c-9281-7eaa96fb17b4" providerId="ADAL" clId="{6146C05D-0707-3441-9180-822B866967EC}" dt="2026-02-10T02:25:50.972" v="27"/>
        <pc:sldMkLst>
          <pc:docMk/>
          <pc:sldMk cId="1710773709" sldId="340"/>
        </pc:sldMkLst>
      </pc:sldChg>
      <pc:sldChg chg="add del">
        <pc:chgData name="Brigitte Castañeda Rodriguez" userId="5c201908-82f6-498c-9281-7eaa96fb17b4" providerId="ADAL" clId="{6146C05D-0707-3441-9180-822B866967EC}" dt="2026-02-10T02:25:50.972" v="27"/>
        <pc:sldMkLst>
          <pc:docMk/>
          <pc:sldMk cId="773255042" sldId="345"/>
        </pc:sldMkLst>
      </pc:sldChg>
      <pc:sldChg chg="add del">
        <pc:chgData name="Brigitte Castañeda Rodriguez" userId="5c201908-82f6-498c-9281-7eaa96fb17b4" providerId="ADAL" clId="{6146C05D-0707-3441-9180-822B866967EC}" dt="2026-02-10T02:25:50.972" v="27"/>
        <pc:sldMkLst>
          <pc:docMk/>
          <pc:sldMk cId="2056377883" sldId="346"/>
        </pc:sldMkLst>
      </pc:sldChg>
      <pc:sldChg chg="add del">
        <pc:chgData name="Brigitte Castañeda Rodriguez" userId="5c201908-82f6-498c-9281-7eaa96fb17b4" providerId="ADAL" clId="{6146C05D-0707-3441-9180-822B866967EC}" dt="2026-02-10T02:25:50.972" v="27"/>
        <pc:sldMkLst>
          <pc:docMk/>
          <pc:sldMk cId="3048716194" sldId="347"/>
        </pc:sldMkLst>
      </pc:sldChg>
      <pc:sldChg chg="add del">
        <pc:chgData name="Brigitte Castañeda Rodriguez" userId="5c201908-82f6-498c-9281-7eaa96fb17b4" providerId="ADAL" clId="{6146C05D-0707-3441-9180-822B866967EC}" dt="2026-02-10T02:25:50.972" v="27"/>
        <pc:sldMkLst>
          <pc:docMk/>
          <pc:sldMk cId="642138002" sldId="348"/>
        </pc:sldMkLst>
      </pc:sldChg>
      <pc:sldChg chg="add del">
        <pc:chgData name="Brigitte Castañeda Rodriguez" userId="5c201908-82f6-498c-9281-7eaa96fb17b4" providerId="ADAL" clId="{6146C05D-0707-3441-9180-822B866967EC}" dt="2026-02-10T02:25:50.972" v="27"/>
        <pc:sldMkLst>
          <pc:docMk/>
          <pc:sldMk cId="896458270" sldId="349"/>
        </pc:sldMkLst>
      </pc:sldChg>
      <pc:sldChg chg="add del">
        <pc:chgData name="Brigitte Castañeda Rodriguez" userId="5c201908-82f6-498c-9281-7eaa96fb17b4" providerId="ADAL" clId="{6146C05D-0707-3441-9180-822B866967EC}" dt="2026-02-10T02:25:50.972" v="27"/>
        <pc:sldMkLst>
          <pc:docMk/>
          <pc:sldMk cId="1138821848" sldId="350"/>
        </pc:sldMkLst>
      </pc:sldChg>
      <pc:sldChg chg="del">
        <pc:chgData name="Brigitte Castañeda Rodriguez" userId="5c201908-82f6-498c-9281-7eaa96fb17b4" providerId="ADAL" clId="{6146C05D-0707-3441-9180-822B866967EC}" dt="2026-02-10T01:57:26.125" v="17" actId="2696"/>
        <pc:sldMkLst>
          <pc:docMk/>
          <pc:sldMk cId="3254971150" sldId="354"/>
        </pc:sldMkLst>
      </pc:sldChg>
      <pc:sldChg chg="addSp modSp add del mod modAnim">
        <pc:chgData name="Brigitte Castañeda Rodriguez" userId="5c201908-82f6-498c-9281-7eaa96fb17b4" providerId="ADAL" clId="{6146C05D-0707-3441-9180-822B866967EC}" dt="2026-02-10T02:39:38.982" v="203" actId="14100"/>
        <pc:sldMkLst>
          <pc:docMk/>
          <pc:sldMk cId="2456379702" sldId="358"/>
        </pc:sldMkLst>
        <pc:spChg chg="add mod">
          <ac:chgData name="Brigitte Castañeda Rodriguez" userId="5c201908-82f6-498c-9281-7eaa96fb17b4" providerId="ADAL" clId="{6146C05D-0707-3441-9180-822B866967EC}" dt="2026-02-10T02:39:38.982" v="203" actId="14100"/>
          <ac:spMkLst>
            <pc:docMk/>
            <pc:sldMk cId="2456379702" sldId="358"/>
            <ac:spMk id="5" creationId="{9B290E2D-B0A5-5782-C737-6A89775077EC}"/>
          </ac:spMkLst>
        </pc:spChg>
      </pc:sldChg>
      <pc:sldChg chg="del">
        <pc:chgData name="Brigitte Castañeda Rodriguez" userId="5c201908-82f6-498c-9281-7eaa96fb17b4" providerId="ADAL" clId="{6146C05D-0707-3441-9180-822B866967EC}" dt="2026-02-10T02:32:27.807" v="133" actId="2696"/>
        <pc:sldMkLst>
          <pc:docMk/>
          <pc:sldMk cId="2872928358" sldId="378"/>
        </pc:sldMkLst>
      </pc:sldChg>
      <pc:sldChg chg="del">
        <pc:chgData name="Brigitte Castañeda Rodriguez" userId="5c201908-82f6-498c-9281-7eaa96fb17b4" providerId="ADAL" clId="{6146C05D-0707-3441-9180-822B866967EC}" dt="2026-02-10T02:32:28.994" v="134" actId="2696"/>
        <pc:sldMkLst>
          <pc:docMk/>
          <pc:sldMk cId="1355242986" sldId="379"/>
        </pc:sldMkLst>
      </pc:sldChg>
      <pc:sldChg chg="add del mod modShow">
        <pc:chgData name="Brigitte Castañeda Rodriguez" userId="5c201908-82f6-498c-9281-7eaa96fb17b4" providerId="ADAL" clId="{6146C05D-0707-3441-9180-822B866967EC}" dt="2026-02-10T02:27:51.771" v="33" actId="729"/>
        <pc:sldMkLst>
          <pc:docMk/>
          <pc:sldMk cId="1595692035" sldId="409"/>
        </pc:sldMkLst>
      </pc:sldChg>
      <pc:sldChg chg="add del">
        <pc:chgData name="Brigitte Castañeda Rodriguez" userId="5c201908-82f6-498c-9281-7eaa96fb17b4" providerId="ADAL" clId="{6146C05D-0707-3441-9180-822B866967EC}" dt="2026-02-10T02:26:39.355" v="29" actId="2696"/>
        <pc:sldMkLst>
          <pc:docMk/>
          <pc:sldMk cId="2843924960" sldId="410"/>
        </pc:sldMkLst>
      </pc:sldChg>
      <pc:sldChg chg="add del mod modShow">
        <pc:chgData name="Brigitte Castañeda Rodriguez" userId="5c201908-82f6-498c-9281-7eaa96fb17b4" providerId="ADAL" clId="{6146C05D-0707-3441-9180-822B866967EC}" dt="2026-02-10T02:27:48.891" v="32" actId="729"/>
        <pc:sldMkLst>
          <pc:docMk/>
          <pc:sldMk cId="4134304306" sldId="411"/>
        </pc:sldMkLst>
      </pc:sldChg>
      <pc:sldChg chg="add del mod modShow">
        <pc:chgData name="Brigitte Castañeda Rodriguez" userId="5c201908-82f6-498c-9281-7eaa96fb17b4" providerId="ADAL" clId="{6146C05D-0707-3441-9180-822B866967EC}" dt="2026-02-10T02:27:55.570" v="34" actId="729"/>
        <pc:sldMkLst>
          <pc:docMk/>
          <pc:sldMk cId="3790929224" sldId="412"/>
        </pc:sldMkLst>
      </pc:sldChg>
      <pc:sldChg chg="add del">
        <pc:chgData name="Brigitte Castañeda Rodriguez" userId="5c201908-82f6-498c-9281-7eaa96fb17b4" providerId="ADAL" clId="{6146C05D-0707-3441-9180-822B866967EC}" dt="2026-02-10T02:25:50.972" v="27"/>
        <pc:sldMkLst>
          <pc:docMk/>
          <pc:sldMk cId="3605635253" sldId="413"/>
        </pc:sldMkLst>
      </pc:sldChg>
      <pc:sldChg chg="add del">
        <pc:chgData name="Brigitte Castañeda Rodriguez" userId="5c201908-82f6-498c-9281-7eaa96fb17b4" providerId="ADAL" clId="{6146C05D-0707-3441-9180-822B866967EC}" dt="2026-02-10T02:25:50.972" v="27"/>
        <pc:sldMkLst>
          <pc:docMk/>
          <pc:sldMk cId="302613462" sldId="414"/>
        </pc:sldMkLst>
      </pc:sldChg>
      <pc:sldChg chg="add del">
        <pc:chgData name="Brigitte Castañeda Rodriguez" userId="5c201908-82f6-498c-9281-7eaa96fb17b4" providerId="ADAL" clId="{6146C05D-0707-3441-9180-822B866967EC}" dt="2026-02-10T02:25:50.972" v="27"/>
        <pc:sldMkLst>
          <pc:docMk/>
          <pc:sldMk cId="568149920" sldId="415"/>
        </pc:sldMkLst>
      </pc:sldChg>
      <pc:sldChg chg="add del">
        <pc:chgData name="Brigitte Castañeda Rodriguez" userId="5c201908-82f6-498c-9281-7eaa96fb17b4" providerId="ADAL" clId="{6146C05D-0707-3441-9180-822B866967EC}" dt="2026-02-10T02:25:50.972" v="27"/>
        <pc:sldMkLst>
          <pc:docMk/>
          <pc:sldMk cId="3171720918" sldId="416"/>
        </pc:sldMkLst>
      </pc:sldChg>
      <pc:sldChg chg="add del">
        <pc:chgData name="Brigitte Castañeda Rodriguez" userId="5c201908-82f6-498c-9281-7eaa96fb17b4" providerId="ADAL" clId="{6146C05D-0707-3441-9180-822B866967EC}" dt="2026-02-10T01:55:51.991" v="6" actId="2696"/>
        <pc:sldMkLst>
          <pc:docMk/>
          <pc:sldMk cId="4066602809" sldId="425"/>
        </pc:sldMkLst>
      </pc:sldChg>
      <pc:sldChg chg="addSp modSp add del mod modAnim">
        <pc:chgData name="Brigitte Castañeda Rodriguez" userId="5c201908-82f6-498c-9281-7eaa96fb17b4" providerId="ADAL" clId="{6146C05D-0707-3441-9180-822B866967EC}" dt="2026-02-10T02:30:37.137" v="118" actId="113"/>
        <pc:sldMkLst>
          <pc:docMk/>
          <pc:sldMk cId="3233103579" sldId="578"/>
        </pc:sldMkLst>
        <pc:spChg chg="add mod">
          <ac:chgData name="Brigitte Castañeda Rodriguez" userId="5c201908-82f6-498c-9281-7eaa96fb17b4" providerId="ADAL" clId="{6146C05D-0707-3441-9180-822B866967EC}" dt="2026-02-10T02:30:17.267" v="106" actId="1076"/>
          <ac:spMkLst>
            <pc:docMk/>
            <pc:sldMk cId="3233103579" sldId="578"/>
            <ac:spMk id="3" creationId="{39389544-2351-DCBA-2BB1-134258FE9367}"/>
          </ac:spMkLst>
        </pc:spChg>
        <pc:spChg chg="mod">
          <ac:chgData name="Brigitte Castañeda Rodriguez" userId="5c201908-82f6-498c-9281-7eaa96fb17b4" providerId="ADAL" clId="{6146C05D-0707-3441-9180-822B866967EC}" dt="2026-02-10T02:29:46.876" v="82" actId="1076"/>
          <ac:spMkLst>
            <pc:docMk/>
            <pc:sldMk cId="3233103579" sldId="578"/>
            <ac:spMk id="5" creationId="{A905FB6D-3FC0-485C-8121-F70AB4FC6552}"/>
          </ac:spMkLst>
        </pc:spChg>
        <pc:spChg chg="mod">
          <ac:chgData name="Brigitte Castañeda Rodriguez" userId="5c201908-82f6-498c-9281-7eaa96fb17b4" providerId="ADAL" clId="{6146C05D-0707-3441-9180-822B866967EC}" dt="2026-02-10T02:30:37.137" v="118" actId="113"/>
          <ac:spMkLst>
            <pc:docMk/>
            <pc:sldMk cId="3233103579" sldId="578"/>
            <ac:spMk id="8" creationId="{9EF42E38-24E7-4CC7-9450-D99F7E5C8A03}"/>
          </ac:spMkLst>
        </pc:spChg>
        <pc:spChg chg="mod">
          <ac:chgData name="Brigitte Castañeda Rodriguez" userId="5c201908-82f6-498c-9281-7eaa96fb17b4" providerId="ADAL" clId="{6146C05D-0707-3441-9180-822B866967EC}" dt="2026-02-10T02:29:50.845" v="87" actId="1036"/>
          <ac:spMkLst>
            <pc:docMk/>
            <pc:sldMk cId="3233103579" sldId="578"/>
            <ac:spMk id="9" creationId="{0B39B8CC-3BD4-4179-AF50-0BE7A6DC5EF0}"/>
          </ac:spMkLst>
        </pc:spChg>
        <pc:spChg chg="mod">
          <ac:chgData name="Brigitte Castañeda Rodriguez" userId="5c201908-82f6-498c-9281-7eaa96fb17b4" providerId="ADAL" clId="{6146C05D-0707-3441-9180-822B866967EC}" dt="2026-02-10T02:29:44.733" v="81" actId="1076"/>
          <ac:spMkLst>
            <pc:docMk/>
            <pc:sldMk cId="3233103579" sldId="578"/>
            <ac:spMk id="10" creationId="{0B63BC1D-02F3-41F5-8F95-57C65AF2E436}"/>
          </ac:spMkLst>
        </pc:spChg>
        <pc:spChg chg="mod">
          <ac:chgData name="Brigitte Castañeda Rodriguez" userId="5c201908-82f6-498c-9281-7eaa96fb17b4" providerId="ADAL" clId="{6146C05D-0707-3441-9180-822B866967EC}" dt="2026-02-10T02:28:43.224" v="44" actId="1076"/>
          <ac:spMkLst>
            <pc:docMk/>
            <pc:sldMk cId="3233103579" sldId="578"/>
            <ac:spMk id="11" creationId="{0282780E-5DD0-418B-A3F0-4B360529A3A9}"/>
          </ac:spMkLst>
        </pc:spChg>
        <pc:spChg chg="mod">
          <ac:chgData name="Brigitte Castañeda Rodriguez" userId="5c201908-82f6-498c-9281-7eaa96fb17b4" providerId="ADAL" clId="{6146C05D-0707-3441-9180-822B866967EC}" dt="2026-02-10T02:29:59.944" v="103" actId="1076"/>
          <ac:spMkLst>
            <pc:docMk/>
            <pc:sldMk cId="3233103579" sldId="578"/>
            <ac:spMk id="12" creationId="{78043439-B270-4FB9-B6ED-E64CF6411A28}"/>
          </ac:spMkLst>
        </pc:spChg>
      </pc:sldChg>
      <pc:sldChg chg="addSp modSp mod modAnim">
        <pc:chgData name="Brigitte Castañeda Rodriguez" userId="5c201908-82f6-498c-9281-7eaa96fb17b4" providerId="ADAL" clId="{6146C05D-0707-3441-9180-822B866967EC}" dt="2026-02-10T02:38:45.894" v="197" actId="1035"/>
        <pc:sldMkLst>
          <pc:docMk/>
          <pc:sldMk cId="642506386" sldId="579"/>
        </pc:sldMkLst>
        <pc:spChg chg="add mod">
          <ac:chgData name="Brigitte Castañeda Rodriguez" userId="5c201908-82f6-498c-9281-7eaa96fb17b4" providerId="ADAL" clId="{6146C05D-0707-3441-9180-822B866967EC}" dt="2026-02-10T02:38:45.894" v="197" actId="1035"/>
          <ac:spMkLst>
            <pc:docMk/>
            <pc:sldMk cId="642506386" sldId="579"/>
            <ac:spMk id="2" creationId="{8B0B3C53-F20A-C329-3ED4-4388C5B3ABC0}"/>
          </ac:spMkLst>
        </pc:spChg>
        <pc:spChg chg="add mod">
          <ac:chgData name="Brigitte Castañeda Rodriguez" userId="5c201908-82f6-498c-9281-7eaa96fb17b4" providerId="ADAL" clId="{6146C05D-0707-3441-9180-822B866967EC}" dt="2026-02-10T02:38:41.051" v="194" actId="1076"/>
          <ac:spMkLst>
            <pc:docMk/>
            <pc:sldMk cId="642506386" sldId="579"/>
            <ac:spMk id="9" creationId="{5F25DCA3-27F0-27A8-5981-8C3A3405C089}"/>
          </ac:spMkLst>
        </pc:spChg>
      </pc:sldChg>
      <pc:sldChg chg="add del">
        <pc:chgData name="Brigitte Castañeda Rodriguez" userId="5c201908-82f6-498c-9281-7eaa96fb17b4" providerId="ADAL" clId="{6146C05D-0707-3441-9180-822B866967EC}" dt="2026-02-10T02:25:50.972" v="27"/>
        <pc:sldMkLst>
          <pc:docMk/>
          <pc:sldMk cId="3624729145" sldId="581"/>
        </pc:sldMkLst>
      </pc:sldChg>
      <pc:sldChg chg="add">
        <pc:chgData name="Brigitte Castañeda Rodriguez" userId="5c201908-82f6-498c-9281-7eaa96fb17b4" providerId="ADAL" clId="{6146C05D-0707-3441-9180-822B866967EC}" dt="2026-02-10T01:55:35.829" v="4"/>
        <pc:sldMkLst>
          <pc:docMk/>
          <pc:sldMk cId="1291199003" sldId="584"/>
        </pc:sldMkLst>
      </pc:sldChg>
      <pc:sldChg chg="add del">
        <pc:chgData name="Brigitte Castañeda Rodriguez" userId="5c201908-82f6-498c-9281-7eaa96fb17b4" providerId="ADAL" clId="{6146C05D-0707-3441-9180-822B866967EC}" dt="2026-02-10T02:25:50.972" v="27"/>
        <pc:sldMkLst>
          <pc:docMk/>
          <pc:sldMk cId="364556488" sldId="586"/>
        </pc:sldMkLst>
      </pc:sldChg>
      <pc:sldChg chg="del">
        <pc:chgData name="Brigitte Castañeda Rodriguez" userId="5c201908-82f6-498c-9281-7eaa96fb17b4" providerId="ADAL" clId="{6146C05D-0707-3441-9180-822B866967EC}" dt="2026-02-10T01:57:21.647" v="16" actId="2696"/>
        <pc:sldMkLst>
          <pc:docMk/>
          <pc:sldMk cId="1580968964" sldId="589"/>
        </pc:sldMkLst>
      </pc:sldChg>
      <pc:sldChg chg="add del">
        <pc:chgData name="Brigitte Castañeda Rodriguez" userId="5c201908-82f6-498c-9281-7eaa96fb17b4" providerId="ADAL" clId="{6146C05D-0707-3441-9180-822B866967EC}" dt="2026-02-10T01:56:03.134" v="10" actId="2696"/>
        <pc:sldMkLst>
          <pc:docMk/>
          <pc:sldMk cId="1065132081" sldId="595"/>
        </pc:sldMkLst>
      </pc:sldChg>
      <pc:sldChg chg="new del">
        <pc:chgData name="Brigitte Castañeda Rodriguez" userId="5c201908-82f6-498c-9281-7eaa96fb17b4" providerId="ADAL" clId="{6146C05D-0707-3441-9180-822B866967EC}" dt="2026-02-10T01:55:16.791" v="1" actId="2696"/>
        <pc:sldMkLst>
          <pc:docMk/>
          <pc:sldMk cId="3429192323" sldId="601"/>
        </pc:sldMkLst>
      </pc:sldChg>
      <pc:sldChg chg="add">
        <pc:chgData name="Brigitte Castañeda Rodriguez" userId="5c201908-82f6-498c-9281-7eaa96fb17b4" providerId="ADAL" clId="{6146C05D-0707-3441-9180-822B866967EC}" dt="2026-02-10T01:55:18.796" v="2"/>
        <pc:sldMkLst>
          <pc:docMk/>
          <pc:sldMk cId="4270049226" sldId="601"/>
        </pc:sldMkLst>
      </pc:sldChg>
      <pc:sldChg chg="add del">
        <pc:chgData name="Brigitte Castañeda Rodriguez" userId="5c201908-82f6-498c-9281-7eaa96fb17b4" providerId="ADAL" clId="{6146C05D-0707-3441-9180-822B866967EC}" dt="2026-02-10T01:55:51.982" v="5" actId="2696"/>
        <pc:sldMkLst>
          <pc:docMk/>
          <pc:sldMk cId="70187978" sldId="602"/>
        </pc:sldMkLst>
      </pc:sldChg>
      <pc:sldChg chg="new del">
        <pc:chgData name="Brigitte Castañeda Rodriguez" userId="5c201908-82f6-498c-9281-7eaa96fb17b4" providerId="ADAL" clId="{6146C05D-0707-3441-9180-822B866967EC}" dt="2026-02-10T02:23:01.781" v="24" actId="2696"/>
        <pc:sldMkLst>
          <pc:docMk/>
          <pc:sldMk cId="1843660928" sldId="602"/>
        </pc:sldMkLst>
      </pc:sldChg>
      <pc:sldChg chg="add del">
        <pc:chgData name="Brigitte Castañeda Rodriguez" userId="5c201908-82f6-498c-9281-7eaa96fb17b4" providerId="ADAL" clId="{6146C05D-0707-3441-9180-822B866967EC}" dt="2026-02-10T02:25:50.972" v="27"/>
        <pc:sldMkLst>
          <pc:docMk/>
          <pc:sldMk cId="2579201998" sldId="602"/>
        </pc:sldMkLst>
      </pc:sldChg>
      <pc:sldChg chg="add del">
        <pc:chgData name="Brigitte Castañeda Rodriguez" userId="5c201908-82f6-498c-9281-7eaa96fb17b4" providerId="ADAL" clId="{6146C05D-0707-3441-9180-822B866967EC}" dt="2026-02-10T02:25:50.972" v="27"/>
        <pc:sldMkLst>
          <pc:docMk/>
          <pc:sldMk cId="2370276018" sldId="603"/>
        </pc:sldMkLst>
      </pc:sldChg>
      <pc:sldChg chg="addSp delSp modSp add mod addAnim delAnim modAnim">
        <pc:chgData name="Brigitte Castañeda Rodriguez" userId="5c201908-82f6-498c-9281-7eaa96fb17b4" providerId="ADAL" clId="{6146C05D-0707-3441-9180-822B866967EC}" dt="2026-02-10T02:38:06.286" v="190" actId="14100"/>
        <pc:sldMkLst>
          <pc:docMk/>
          <pc:sldMk cId="4181200891" sldId="604"/>
        </pc:sldMkLst>
        <pc:spChg chg="mod">
          <ac:chgData name="Brigitte Castañeda Rodriguez" userId="5c201908-82f6-498c-9281-7eaa96fb17b4" providerId="ADAL" clId="{6146C05D-0707-3441-9180-822B866967EC}" dt="2026-02-10T02:35:52.805" v="169" actId="1076"/>
          <ac:spMkLst>
            <pc:docMk/>
            <pc:sldMk cId="4181200891" sldId="604"/>
            <ac:spMk id="6" creationId="{14ABF78A-1773-62B8-0875-6ACFEDB6FAA1}"/>
          </ac:spMkLst>
        </pc:spChg>
        <pc:spChg chg="del">
          <ac:chgData name="Brigitte Castañeda Rodriguez" userId="5c201908-82f6-498c-9281-7eaa96fb17b4" providerId="ADAL" clId="{6146C05D-0707-3441-9180-822B866967EC}" dt="2026-02-10T02:33:51.163" v="139" actId="478"/>
          <ac:spMkLst>
            <pc:docMk/>
            <pc:sldMk cId="4181200891" sldId="604"/>
            <ac:spMk id="9" creationId="{4F9D5EEF-D08E-EBB1-EE30-FEC18CC64B33}"/>
          </ac:spMkLst>
        </pc:spChg>
        <pc:spChg chg="del">
          <ac:chgData name="Brigitte Castañeda Rodriguez" userId="5c201908-82f6-498c-9281-7eaa96fb17b4" providerId="ADAL" clId="{6146C05D-0707-3441-9180-822B866967EC}" dt="2026-02-10T02:33:53.939" v="140" actId="478"/>
          <ac:spMkLst>
            <pc:docMk/>
            <pc:sldMk cId="4181200891" sldId="604"/>
            <ac:spMk id="11" creationId="{80937262-CAE5-47E0-40CF-5BE28532712C}"/>
          </ac:spMkLst>
        </pc:spChg>
        <pc:spChg chg="add del mod">
          <ac:chgData name="Brigitte Castañeda Rodriguez" userId="5c201908-82f6-498c-9281-7eaa96fb17b4" providerId="ADAL" clId="{6146C05D-0707-3441-9180-822B866967EC}" dt="2026-02-10T02:33:58.275" v="142" actId="478"/>
          <ac:spMkLst>
            <pc:docMk/>
            <pc:sldMk cId="4181200891" sldId="604"/>
            <ac:spMk id="13" creationId="{7CE58089-F29F-DFF7-C4C0-10A51691ADC5}"/>
          </ac:spMkLst>
        </pc:spChg>
        <pc:spChg chg="add mod">
          <ac:chgData name="Brigitte Castañeda Rodriguez" userId="5c201908-82f6-498c-9281-7eaa96fb17b4" providerId="ADAL" clId="{6146C05D-0707-3441-9180-822B866967EC}" dt="2026-02-10T02:34:15.535" v="149" actId="1076"/>
          <ac:spMkLst>
            <pc:docMk/>
            <pc:sldMk cId="4181200891" sldId="604"/>
            <ac:spMk id="17" creationId="{8AE201A1-146E-7FFE-015C-A054B962920E}"/>
          </ac:spMkLst>
        </pc:spChg>
        <pc:spChg chg="add mod">
          <ac:chgData name="Brigitte Castañeda Rodriguez" userId="5c201908-82f6-498c-9281-7eaa96fb17b4" providerId="ADAL" clId="{6146C05D-0707-3441-9180-822B866967EC}" dt="2026-02-10T02:35:00.471" v="158" actId="1076"/>
          <ac:spMkLst>
            <pc:docMk/>
            <pc:sldMk cId="4181200891" sldId="604"/>
            <ac:spMk id="19" creationId="{E7510177-9189-C0DA-138E-605F8491E030}"/>
          </ac:spMkLst>
        </pc:spChg>
        <pc:spChg chg="add del mod">
          <ac:chgData name="Brigitte Castañeda Rodriguez" userId="5c201908-82f6-498c-9281-7eaa96fb17b4" providerId="ADAL" clId="{6146C05D-0707-3441-9180-822B866967EC}" dt="2026-02-10T02:35:38.488" v="166" actId="478"/>
          <ac:spMkLst>
            <pc:docMk/>
            <pc:sldMk cId="4181200891" sldId="604"/>
            <ac:spMk id="20" creationId="{F11C8A4A-D921-C161-DE41-6260EF6F3CE5}"/>
          </ac:spMkLst>
        </pc:spChg>
        <pc:spChg chg="add del mod">
          <ac:chgData name="Brigitte Castañeda Rodriguez" userId="5c201908-82f6-498c-9281-7eaa96fb17b4" providerId="ADAL" clId="{6146C05D-0707-3441-9180-822B866967EC}" dt="2026-02-10T02:35:40.857" v="167" actId="478"/>
          <ac:spMkLst>
            <pc:docMk/>
            <pc:sldMk cId="4181200891" sldId="604"/>
            <ac:spMk id="24" creationId="{87F08DA8-FBD9-297E-4EB6-94384E2FF57F}"/>
          </ac:spMkLst>
        </pc:spChg>
        <pc:spChg chg="add mod">
          <ac:chgData name="Brigitte Castañeda Rodriguez" userId="5c201908-82f6-498c-9281-7eaa96fb17b4" providerId="ADAL" clId="{6146C05D-0707-3441-9180-822B866967EC}" dt="2026-02-10T02:38:06.286" v="190" actId="14100"/>
          <ac:spMkLst>
            <pc:docMk/>
            <pc:sldMk cId="4181200891" sldId="604"/>
            <ac:spMk id="25" creationId="{7B671508-4974-F8E3-FD87-91CE6757DF71}"/>
          </ac:spMkLst>
        </pc:spChg>
        <pc:spChg chg="add mod">
          <ac:chgData name="Brigitte Castañeda Rodriguez" userId="5c201908-82f6-498c-9281-7eaa96fb17b4" providerId="ADAL" clId="{6146C05D-0707-3441-9180-822B866967EC}" dt="2026-02-10T02:37:24.409" v="180" actId="1076"/>
          <ac:spMkLst>
            <pc:docMk/>
            <pc:sldMk cId="4181200891" sldId="604"/>
            <ac:spMk id="26" creationId="{B4305289-600F-D2E5-7303-DBD42743C360}"/>
          </ac:spMkLst>
        </pc:spChg>
        <pc:picChg chg="del">
          <ac:chgData name="Brigitte Castañeda Rodriguez" userId="5c201908-82f6-498c-9281-7eaa96fb17b4" providerId="ADAL" clId="{6146C05D-0707-3441-9180-822B866967EC}" dt="2026-02-10T02:33:51.163" v="139" actId="478"/>
          <ac:picMkLst>
            <pc:docMk/>
            <pc:sldMk cId="4181200891" sldId="604"/>
            <ac:picMk id="3" creationId="{134B03B3-6FD1-1704-B8C6-93FDA4F8920E}"/>
          </ac:picMkLst>
        </pc:picChg>
        <pc:picChg chg="del">
          <ac:chgData name="Brigitte Castañeda Rodriguez" userId="5c201908-82f6-498c-9281-7eaa96fb17b4" providerId="ADAL" clId="{6146C05D-0707-3441-9180-822B866967EC}" dt="2026-02-10T02:33:51.163" v="139" actId="478"/>
          <ac:picMkLst>
            <pc:docMk/>
            <pc:sldMk cId="4181200891" sldId="604"/>
            <ac:picMk id="5" creationId="{8D201984-1A72-E773-DF22-0D634D927E8B}"/>
          </ac:picMkLst>
        </pc:picChg>
        <pc:picChg chg="mod">
          <ac:chgData name="Brigitte Castañeda Rodriguez" userId="5c201908-82f6-498c-9281-7eaa96fb17b4" providerId="ADAL" clId="{6146C05D-0707-3441-9180-822B866967EC}" dt="2026-02-10T02:34:20.807" v="151" actId="1076"/>
          <ac:picMkLst>
            <pc:docMk/>
            <pc:sldMk cId="4181200891" sldId="604"/>
            <ac:picMk id="12" creationId="{CBD9F3D9-1BFB-267B-665E-EA1FBB70E25A}"/>
          </ac:picMkLst>
        </pc:picChg>
        <pc:picChg chg="del">
          <ac:chgData name="Brigitte Castañeda Rodriguez" userId="5c201908-82f6-498c-9281-7eaa96fb17b4" providerId="ADAL" clId="{6146C05D-0707-3441-9180-822B866967EC}" dt="2026-02-10T02:33:51.163" v="139" actId="478"/>
          <ac:picMkLst>
            <pc:docMk/>
            <pc:sldMk cId="4181200891" sldId="604"/>
            <ac:picMk id="14" creationId="{7FB0B997-8055-4DAB-2683-D23A7E0B307C}"/>
          </ac:picMkLst>
        </pc:picChg>
        <pc:picChg chg="add del mod">
          <ac:chgData name="Brigitte Castañeda Rodriguez" userId="5c201908-82f6-498c-9281-7eaa96fb17b4" providerId="ADAL" clId="{6146C05D-0707-3441-9180-822B866967EC}" dt="2026-02-10T02:35:36.265" v="165" actId="478"/>
          <ac:picMkLst>
            <pc:docMk/>
            <pc:sldMk cId="4181200891" sldId="604"/>
            <ac:picMk id="21" creationId="{0D87B477-5A5C-F489-B5D7-BC7A7060326C}"/>
          </ac:picMkLst>
        </pc:picChg>
        <pc:picChg chg="add del mod">
          <ac:chgData name="Brigitte Castañeda Rodriguez" userId="5c201908-82f6-498c-9281-7eaa96fb17b4" providerId="ADAL" clId="{6146C05D-0707-3441-9180-822B866967EC}" dt="2026-02-10T02:37:32.676" v="183" actId="14100"/>
          <ac:picMkLst>
            <pc:docMk/>
            <pc:sldMk cId="4181200891" sldId="604"/>
            <ac:picMk id="22" creationId="{05CAF0B5-FD85-0DB5-2D67-763BA80DFAD9}"/>
          </ac:picMkLst>
        </pc:picChg>
        <pc:picChg chg="add del mod">
          <ac:chgData name="Brigitte Castañeda Rodriguez" userId="5c201908-82f6-498c-9281-7eaa96fb17b4" providerId="ADAL" clId="{6146C05D-0707-3441-9180-822B866967EC}" dt="2026-02-10T02:37:27.705" v="181" actId="478"/>
          <ac:picMkLst>
            <pc:docMk/>
            <pc:sldMk cId="4181200891" sldId="604"/>
            <ac:picMk id="27" creationId="{756CD73C-D655-D1B4-618E-6E049931B6BD}"/>
          </ac:picMkLst>
        </pc:picChg>
        <pc:picChg chg="add mod">
          <ac:chgData name="Brigitte Castañeda Rodriguez" userId="5c201908-82f6-498c-9281-7eaa96fb17b4" providerId="ADAL" clId="{6146C05D-0707-3441-9180-822B866967EC}" dt="2026-02-10T02:37:59.687" v="187" actId="1076"/>
          <ac:picMkLst>
            <pc:docMk/>
            <pc:sldMk cId="4181200891" sldId="604"/>
            <ac:picMk id="28" creationId="{7AA5345B-839F-227D-29CB-3207E570BD9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9/02/26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9/02/26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692708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975540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39040-7975-D83A-DA9C-6C0A92E91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45608-0651-6C7F-E1EE-FC440E88E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8A3FA-C855-7608-8D3B-A45287C97B3E}"/>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68778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0A4C-CA84-E719-07BE-5C6A00917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BAFC9-1560-E233-5BCA-EFFFA7A00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18298-B745-CB5F-8469-281743FFD910}"/>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174054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8E9D-017E-9ECD-5286-8E838B676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5CFCD-BE3A-6D18-3E1A-BACF9D86B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B50DD-F6E8-5AC5-B2AF-B14930661A6C}"/>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21445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8A7D3-5037-353D-74B2-406D9D97A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61610-DED2-24C7-6263-AC97E65BF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BE6E7-7FC3-C859-C24F-4CE40B42FB2E}"/>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01126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B8399-8DDC-7522-66AE-A27EF5A36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8B0A4-1D37-DF5B-56CD-6D9874450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F5CCA-61AE-544F-3D5E-484905B7A255}"/>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828940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02AC-4E6B-E5A6-098C-C58D9B237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3881B-EF4E-6798-22CB-054A8934D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FE129-300D-040C-2EF0-CC1F012E3822}"/>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834132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3BFD-64FC-4DB3-7970-563A3F4C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7E729-57E5-7DFF-718F-E5F28D9B2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93A1D-D515-2E44-16D5-0261B538D77A}"/>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6124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692708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3708564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3566669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21</a:t>
            </a:fld>
            <a:endParaRPr lang="en-US"/>
          </a:p>
        </p:txBody>
      </p:sp>
    </p:spTree>
    <p:extLst>
      <p:ext uri="{BB962C8B-B14F-4D97-AF65-F5344CB8AC3E}">
        <p14:creationId xmlns:p14="http://schemas.microsoft.com/office/powerpoint/2010/main" val="3954933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22</a:t>
            </a:fld>
            <a:endParaRPr lang="en-US"/>
          </a:p>
        </p:txBody>
      </p:sp>
    </p:spTree>
    <p:extLst>
      <p:ext uri="{BB962C8B-B14F-4D97-AF65-F5344CB8AC3E}">
        <p14:creationId xmlns:p14="http://schemas.microsoft.com/office/powerpoint/2010/main" val="4150258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23</a:t>
            </a:fld>
            <a:endParaRPr lang="en-US"/>
          </a:p>
        </p:txBody>
      </p:sp>
    </p:spTree>
    <p:extLst>
      <p:ext uri="{BB962C8B-B14F-4D97-AF65-F5344CB8AC3E}">
        <p14:creationId xmlns:p14="http://schemas.microsoft.com/office/powerpoint/2010/main" val="1215605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FC7CE-C9B0-D9E1-D245-38B724055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8A4F5-2B15-5BD0-38C8-A7A4EB7EF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D5F875-16DC-5BC7-DF14-6D706CC26E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03E5EC-23EF-FC6B-FADB-D66976E521DA}"/>
              </a:ext>
            </a:extLst>
          </p:cNvPr>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3105914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B004B-C1D2-65A0-360F-055927BA0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8EFB2-8BC2-8232-CBD2-D0E8D355F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BFB00-A6E6-D812-0971-E798D5B281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CA4028-12FA-7D38-B895-519324CF26EC}"/>
              </a:ext>
            </a:extLst>
          </p:cNvPr>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7590513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417721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20296249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29</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30</a:t>
            </a:fld>
            <a:endParaRPr lang="en-US"/>
          </a:p>
        </p:txBody>
      </p:sp>
    </p:spTree>
    <p:extLst>
      <p:ext uri="{BB962C8B-B14F-4D97-AF65-F5344CB8AC3E}">
        <p14:creationId xmlns:p14="http://schemas.microsoft.com/office/powerpoint/2010/main" val="3576511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31</a:t>
            </a:fld>
            <a:endParaRPr lang="en-US"/>
          </a:p>
        </p:txBody>
      </p:sp>
    </p:spTree>
    <p:extLst>
      <p:ext uri="{BB962C8B-B14F-4D97-AF65-F5344CB8AC3E}">
        <p14:creationId xmlns:p14="http://schemas.microsoft.com/office/powerpoint/2010/main" val="24073420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51085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27164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34</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35</a:t>
            </a:fld>
            <a:endParaRPr lang="en-US"/>
          </a:p>
        </p:txBody>
      </p:sp>
    </p:spTree>
    <p:extLst>
      <p:ext uri="{BB962C8B-B14F-4D97-AF65-F5344CB8AC3E}">
        <p14:creationId xmlns:p14="http://schemas.microsoft.com/office/powerpoint/2010/main" val="2307552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36</a:t>
            </a:fld>
            <a:endParaRPr lang="en-US"/>
          </a:p>
        </p:txBody>
      </p:sp>
    </p:spTree>
    <p:extLst>
      <p:ext uri="{BB962C8B-B14F-4D97-AF65-F5344CB8AC3E}">
        <p14:creationId xmlns:p14="http://schemas.microsoft.com/office/powerpoint/2010/main" val="27199174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37</a:t>
            </a:fld>
            <a:endParaRPr lang="en-US"/>
          </a:p>
        </p:txBody>
      </p:sp>
    </p:spTree>
    <p:extLst>
      <p:ext uri="{BB962C8B-B14F-4D97-AF65-F5344CB8AC3E}">
        <p14:creationId xmlns:p14="http://schemas.microsoft.com/office/powerpoint/2010/main" val="465441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40</a:t>
            </a:fld>
            <a:endParaRPr lang="en-US"/>
          </a:p>
        </p:txBody>
      </p:sp>
    </p:spTree>
    <p:extLst>
      <p:ext uri="{BB962C8B-B14F-4D97-AF65-F5344CB8AC3E}">
        <p14:creationId xmlns:p14="http://schemas.microsoft.com/office/powerpoint/2010/main" val="19121865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41</a:t>
            </a:fld>
            <a:endParaRPr lang="en-US"/>
          </a:p>
        </p:txBody>
      </p:sp>
    </p:spTree>
    <p:extLst>
      <p:ext uri="{BB962C8B-B14F-4D97-AF65-F5344CB8AC3E}">
        <p14:creationId xmlns:p14="http://schemas.microsoft.com/office/powerpoint/2010/main" val="1873147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42</a:t>
            </a:fld>
            <a:endParaRPr lang="en-US"/>
          </a:p>
        </p:txBody>
      </p:sp>
    </p:spTree>
    <p:extLst>
      <p:ext uri="{BB962C8B-B14F-4D97-AF65-F5344CB8AC3E}">
        <p14:creationId xmlns:p14="http://schemas.microsoft.com/office/powerpoint/2010/main" val="28487330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43</a:t>
            </a:fld>
            <a:endParaRPr lang="en-US"/>
          </a:p>
        </p:txBody>
      </p:sp>
    </p:spTree>
    <p:extLst>
      <p:ext uri="{BB962C8B-B14F-4D97-AF65-F5344CB8AC3E}">
        <p14:creationId xmlns:p14="http://schemas.microsoft.com/office/powerpoint/2010/main" val="12355331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44</a:t>
            </a:fld>
            <a:endParaRPr lang="en-US"/>
          </a:p>
        </p:txBody>
      </p:sp>
    </p:spTree>
    <p:extLst>
      <p:ext uri="{BB962C8B-B14F-4D97-AF65-F5344CB8AC3E}">
        <p14:creationId xmlns:p14="http://schemas.microsoft.com/office/powerpoint/2010/main" val="39802229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45</a:t>
            </a:fld>
            <a:endParaRPr lang="en-US"/>
          </a:p>
        </p:txBody>
      </p:sp>
    </p:spTree>
    <p:extLst>
      <p:ext uri="{BB962C8B-B14F-4D97-AF65-F5344CB8AC3E}">
        <p14:creationId xmlns:p14="http://schemas.microsoft.com/office/powerpoint/2010/main" val="29295925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46</a:t>
            </a:fld>
            <a:endParaRPr lang="en-US"/>
          </a:p>
        </p:txBody>
      </p:sp>
    </p:spTree>
    <p:extLst>
      <p:ext uri="{BB962C8B-B14F-4D97-AF65-F5344CB8AC3E}">
        <p14:creationId xmlns:p14="http://schemas.microsoft.com/office/powerpoint/2010/main" val="3167435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455628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50</a:t>
            </a:fld>
            <a:endParaRPr lang="en-US"/>
          </a:p>
        </p:txBody>
      </p:sp>
    </p:spTree>
    <p:extLst>
      <p:ext uri="{BB962C8B-B14F-4D97-AF65-F5344CB8AC3E}">
        <p14:creationId xmlns:p14="http://schemas.microsoft.com/office/powerpoint/2010/main" val="10603468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51</a:t>
            </a:fld>
            <a:endParaRPr lang="en-US"/>
          </a:p>
        </p:txBody>
      </p:sp>
    </p:spTree>
    <p:extLst>
      <p:ext uri="{BB962C8B-B14F-4D97-AF65-F5344CB8AC3E}">
        <p14:creationId xmlns:p14="http://schemas.microsoft.com/office/powerpoint/2010/main" val="22362299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52</a:t>
            </a:fld>
            <a:endParaRPr lang="en-US"/>
          </a:p>
        </p:txBody>
      </p:sp>
    </p:spTree>
    <p:extLst>
      <p:ext uri="{BB962C8B-B14F-4D97-AF65-F5344CB8AC3E}">
        <p14:creationId xmlns:p14="http://schemas.microsoft.com/office/powerpoint/2010/main" val="8191639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53</a:t>
            </a:fld>
            <a:endParaRPr lang="en-US"/>
          </a:p>
        </p:txBody>
      </p:sp>
    </p:spTree>
    <p:extLst>
      <p:ext uri="{BB962C8B-B14F-4D97-AF65-F5344CB8AC3E}">
        <p14:creationId xmlns:p14="http://schemas.microsoft.com/office/powerpoint/2010/main" val="40616830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69</a:t>
            </a:fld>
            <a:endParaRPr lang="en-US"/>
          </a:p>
        </p:txBody>
      </p:sp>
    </p:spTree>
    <p:extLst>
      <p:ext uri="{BB962C8B-B14F-4D97-AF65-F5344CB8AC3E}">
        <p14:creationId xmlns:p14="http://schemas.microsoft.com/office/powerpoint/2010/main" val="31074995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70</a:t>
            </a:fld>
            <a:endParaRPr lang="en-US"/>
          </a:p>
        </p:txBody>
      </p:sp>
    </p:spTree>
    <p:extLst>
      <p:ext uri="{BB962C8B-B14F-4D97-AF65-F5344CB8AC3E}">
        <p14:creationId xmlns:p14="http://schemas.microsoft.com/office/powerpoint/2010/main" val="14090623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71</a:t>
            </a:fld>
            <a:endParaRPr lang="en-US"/>
          </a:p>
        </p:txBody>
      </p:sp>
    </p:spTree>
    <p:extLst>
      <p:ext uri="{BB962C8B-B14F-4D97-AF65-F5344CB8AC3E}">
        <p14:creationId xmlns:p14="http://schemas.microsoft.com/office/powerpoint/2010/main" val="38903344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72</a:t>
            </a:fld>
            <a:endParaRPr lang="en-US"/>
          </a:p>
        </p:txBody>
      </p:sp>
    </p:spTree>
    <p:extLst>
      <p:ext uri="{BB962C8B-B14F-4D97-AF65-F5344CB8AC3E}">
        <p14:creationId xmlns:p14="http://schemas.microsoft.com/office/powerpoint/2010/main" val="17285188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0917-9106-7CDF-E67E-ED302B02E0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F5A873-A08B-BACA-0AA0-C37A11EA3B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E02E47-6EC8-FF5A-2642-D2B96E8B710A}"/>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237233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2/9/26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2/9/26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2/9/26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2/9/26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2/9/26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emf"/></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3.emf"/></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7.emf"/><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7.emf"/><Relationship Id="rId4" Type="http://schemas.openxmlformats.org/officeDocument/2006/relationships/image" Target="../media/image7.emf"/></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7.emf"/></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3.emf"/><Relationship Id="rId4" Type="http://schemas.openxmlformats.org/officeDocument/2006/relationships/image" Target="../media/image20.emf"/></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6.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35.emf"/><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6.emf"/></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6.png"/><Relationship Id="rId4" Type="http://schemas.openxmlformats.org/officeDocument/2006/relationships/image" Target="../media/image37.emf"/></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8.emf"/><Relationship Id="rId4" Type="http://schemas.openxmlformats.org/officeDocument/2006/relationships/package" Target="../embeddings/Microsoft_Word_Document1.docx"/></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1.emf"/></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7.emf"/><Relationship Id="rId7" Type="http://schemas.openxmlformats.org/officeDocument/2006/relationships/image" Target="../media/image45.emf"/><Relationship Id="rId2" Type="http://schemas.openxmlformats.org/officeDocument/2006/relationships/image" Target="../media/image36.emf"/><Relationship Id="rId1" Type="http://schemas.openxmlformats.org/officeDocument/2006/relationships/slideLayout" Target="../slideLayouts/slideLayout2.xml"/><Relationship Id="rId6" Type="http://schemas.openxmlformats.org/officeDocument/2006/relationships/image" Target="../media/image44.emf"/><Relationship Id="rId11" Type="http://schemas.openxmlformats.org/officeDocument/2006/relationships/image" Target="../media/image71.png"/><Relationship Id="rId5" Type="http://schemas.openxmlformats.org/officeDocument/2006/relationships/image" Target="../media/image43.emf"/><Relationship Id="rId10" Type="http://schemas.openxmlformats.org/officeDocument/2006/relationships/image" Target="../media/image70.png"/><Relationship Id="rId4" Type="http://schemas.openxmlformats.org/officeDocument/2006/relationships/image" Target="../media/image42.emf"/><Relationship Id="rId9" Type="http://schemas.openxmlformats.org/officeDocument/2006/relationships/image" Target="../media/image69.png"/></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9.emf"/><Relationship Id="rId4" Type="http://schemas.openxmlformats.org/officeDocument/2006/relationships/image" Target="../media/image48.emf"/></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t>Relaciones de equivalencia (</a:t>
            </a:r>
            <a:r>
              <a:rPr lang="es-CO" sz="4000">
                <a:solidFill>
                  <a:srgbClr val="D7A700"/>
                </a:solidFill>
              </a:rPr>
              <a:t>parte i</a:t>
            </a:r>
            <a:r>
              <a:rPr lang="es-CO" sz="4000"/>
              <a:t>)</a:t>
            </a: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4270049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706618"/>
            <a:ext cx="11029616" cy="4252748"/>
          </a:xfrm>
        </p:spPr>
        <p:txBody>
          <a:bodyPr>
            <a:normAutofit/>
          </a:bodyPr>
          <a:lstStyle/>
          <a:p>
            <a:pPr marL="0" indent="0" algn="ctr">
              <a:buNone/>
            </a:pPr>
            <a:r>
              <a:rPr lang="es-ES_tradnl" sz="2400"/>
              <a:t>Las matemáticas financieras nos permiten manejar y comparar cantidades monetarias a lo largo del tiempo.</a:t>
            </a:r>
          </a:p>
          <a:p>
            <a:pPr marL="0" indent="0" algn="ctr">
              <a:buNone/>
            </a:pPr>
            <a:endParaRPr lang="es-ES_tradnl" sz="2400"/>
          </a:p>
          <a:p>
            <a:r>
              <a:rPr lang="es-ES_tradnl" sz="2400"/>
              <a:t>Para su uso técnico y adecuado, se deben tener en cuenta ciertas consideraciones:</a:t>
            </a:r>
          </a:p>
          <a:p>
            <a:pPr marL="0" indent="0">
              <a:buNone/>
            </a:pPr>
            <a:r>
              <a:rPr lang="es-ES_tradnl" sz="2400">
                <a:solidFill>
                  <a:srgbClr val="800000"/>
                </a:solidFill>
              </a:rPr>
              <a:t>Supuesto 1: </a:t>
            </a:r>
            <a:r>
              <a:rPr lang="es-ES_tradnl" sz="2400"/>
              <a:t>Se asume reinversión de interés. </a:t>
            </a:r>
          </a:p>
          <a:p>
            <a:pPr marL="0" indent="0">
              <a:buNone/>
            </a:pPr>
            <a:r>
              <a:rPr lang="es-ES_tradnl" sz="2400">
                <a:solidFill>
                  <a:srgbClr val="800000"/>
                </a:solidFill>
              </a:rPr>
              <a:t>Supuesto 2: </a:t>
            </a:r>
            <a:r>
              <a:rPr lang="es-ES_tradnl" sz="2400"/>
              <a:t>Se asume interés vencido.</a:t>
            </a:r>
          </a:p>
          <a:p>
            <a:pPr marL="0" indent="0">
              <a:buNone/>
            </a:pPr>
            <a:r>
              <a:rPr lang="es-ES_tradnl" sz="2400">
                <a:solidFill>
                  <a:srgbClr val="800000"/>
                </a:solidFill>
              </a:rPr>
              <a:t>Supuesto 3:</a:t>
            </a:r>
            <a:r>
              <a:rPr lang="es-ES_tradnl" sz="2400"/>
              <a:t> La tasa de interés permanece constante durante el periodo de análisis.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a:t>
            </a:fld>
            <a:endParaRPr lang="en-US" sz="2000"/>
          </a:p>
        </p:txBody>
      </p:sp>
      <p:sp>
        <p:nvSpPr>
          <p:cNvPr id="6" name="Title 1">
            <a:extLst>
              <a:ext uri="{FF2B5EF4-FFF2-40B4-BE49-F238E27FC236}">
                <a16:creationId xmlns:a16="http://schemas.microsoft.com/office/drawing/2014/main" id="{278CC989-7D02-F3B2-ED6D-C46DB2C25D3A}"/>
              </a:ext>
            </a:extLst>
          </p:cNvPr>
          <p:cNvSpPr>
            <a:spLocks noGrp="1"/>
          </p:cNvSpPr>
          <p:nvPr>
            <p:ph type="title"/>
          </p:nvPr>
        </p:nvSpPr>
        <p:spPr>
          <a:xfrm>
            <a:off x="581192" y="702156"/>
            <a:ext cx="11029616" cy="1013800"/>
          </a:xfrm>
        </p:spPr>
        <p:txBody>
          <a:bodyPr>
            <a:normAutofit/>
          </a:bodyPr>
          <a:lstStyle/>
          <a:p>
            <a:r>
              <a:rPr lang="es-ES_tradnl" sz="3200"/>
              <a:t>RELACIONES DE EQUIVALENCIA</a:t>
            </a:r>
          </a:p>
        </p:txBody>
      </p:sp>
      <p:sp>
        <p:nvSpPr>
          <p:cNvPr id="7" name="Rectángulo 6">
            <a:extLst>
              <a:ext uri="{FF2B5EF4-FFF2-40B4-BE49-F238E27FC236}">
                <a16:creationId xmlns:a16="http://schemas.microsoft.com/office/drawing/2014/main" id="{4BFA0D5A-5CA9-E7FE-29AF-7AA41B0934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5A43A97-B608-6F96-7A6B-5665C85BB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BBB5628E-EC80-D73C-FD36-EDF2CAE4355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00343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ACB-35FB-1322-D65C-DC580DE7D3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46EECE-D88F-40FB-17E1-318C3D041368}"/>
              </a:ext>
            </a:extLst>
          </p:cNvPr>
          <p:cNvSpPr>
            <a:spLocks noGrp="1"/>
          </p:cNvSpPr>
          <p:nvPr>
            <p:ph type="title"/>
          </p:nvPr>
        </p:nvSpPr>
        <p:spPr/>
        <p:txBody>
          <a:bodyPr>
            <a:normAutofit/>
          </a:bodyPr>
          <a:lstStyle/>
          <a:p>
            <a:r>
              <a:rPr lang="es-CO" sz="3200">
                <a:latin typeface="+mn-lt"/>
              </a:rPr>
              <a:t>AGENDA PROPUESTA</a:t>
            </a:r>
          </a:p>
        </p:txBody>
      </p:sp>
      <p:sp>
        <p:nvSpPr>
          <p:cNvPr id="4" name="Marcador de número de diapositiva 3">
            <a:extLst>
              <a:ext uri="{FF2B5EF4-FFF2-40B4-BE49-F238E27FC236}">
                <a16:creationId xmlns:a16="http://schemas.microsoft.com/office/drawing/2014/main" id="{8FCDC307-CD7B-0490-3571-9ADD2C481317}"/>
              </a:ext>
            </a:extLst>
          </p:cNvPr>
          <p:cNvSpPr>
            <a:spLocks noGrp="1"/>
          </p:cNvSpPr>
          <p:nvPr>
            <p:ph type="sldNum" sz="quarter" idx="12"/>
          </p:nvPr>
        </p:nvSpPr>
        <p:spPr/>
        <p:txBody>
          <a:bodyPr vert="horz" lIns="91440" tIns="45720" rIns="91440" bIns="45720" rtlCol="0" anchor="ctr"/>
          <a:lstStyle/>
          <a:p>
            <a:fld id="{D57F1E4F-1CFF-5643-939E-217C01CDF565}" type="slidenum">
              <a:rPr lang="en-US" sz="2000" smtClean="0"/>
              <a:pPr/>
              <a:t>3</a:t>
            </a:fld>
            <a:endParaRPr lang="en-US" sz="2000"/>
          </a:p>
        </p:txBody>
      </p:sp>
      <p:pic>
        <p:nvPicPr>
          <p:cNvPr id="6" name="Picture 6" descr="Resultado de imagen para RELOJ VECTOR">
            <a:extLst>
              <a:ext uri="{FF2B5EF4-FFF2-40B4-BE49-F238E27FC236}">
                <a16:creationId xmlns:a16="http://schemas.microsoft.com/office/drawing/2014/main" id="{A5A90D05-2BE6-9C32-B274-4801FF64B214}"/>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E1C321F3-6C52-7958-17CD-7CB7D6DFF7F5}"/>
              </a:ext>
            </a:extLst>
          </p:cNvPr>
          <p:cNvSpPr/>
          <p:nvPr/>
        </p:nvSpPr>
        <p:spPr>
          <a:xfrm>
            <a:off x="3173020" y="250309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endParaRPr lang="es-ES" sz="2400">
              <a:solidFill>
                <a:schemeClr val="bg2">
                  <a:lumMod val="90000"/>
                </a:schemeClr>
              </a:solidFill>
              <a:cs typeface="Arial"/>
            </a:endParaRPr>
          </a:p>
          <a:p>
            <a:pPr marL="342900" indent="-342900">
              <a:buClr>
                <a:schemeClr val="accent3">
                  <a:lumMod val="75000"/>
                </a:schemeClr>
              </a:buClr>
              <a:buFont typeface="Gill Sans MT" panose="020B0502020104020203"/>
              <a:buAutoNum type="arabicPeriod"/>
            </a:pPr>
            <a:endParaRPr lang="es-ES" sz="2400">
              <a:solidFill>
                <a:schemeClr val="bg2">
                  <a:lumMod val="90000"/>
                </a:schemeClr>
              </a:solidFill>
              <a:cs typeface="Arial"/>
            </a:endParaRPr>
          </a:p>
          <a:p>
            <a:pPr marL="342900" indent="-342900">
              <a:buClr>
                <a:schemeClr val="accent3">
                  <a:lumMod val="75000"/>
                </a:schemeClr>
              </a:buClr>
              <a:buFont typeface="Gill Sans MT" panose="020B0502020104020203"/>
              <a:buAutoNum type="arabicPeriod"/>
            </a:pPr>
            <a:r>
              <a:rPr lang="es-ES" sz="2400">
                <a:solidFill>
                  <a:schemeClr val="bg2">
                    <a:lumMod val="90000"/>
                  </a:schemeClr>
                </a:solidFill>
                <a:cs typeface="Arial"/>
              </a:rPr>
              <a:t>Introducción a las Relaciones de Equivalencia y supuestos</a:t>
            </a:r>
          </a:p>
          <a:p>
            <a:pPr marL="342900" indent="-342900">
              <a:buClr>
                <a:srgbClr val="2C7C9F"/>
              </a:buClr>
              <a:buFontTx/>
              <a:buAutoNum type="arabicPeriod"/>
            </a:pPr>
            <a:endParaRPr lang="es-CO" sz="2400">
              <a:solidFill>
                <a:schemeClr val="accent1"/>
              </a:solidFill>
              <a:cs typeface="Arial"/>
            </a:endParaRPr>
          </a:p>
          <a:p>
            <a:pPr marL="342900" indent="-342900">
              <a:buClr>
                <a:srgbClr val="48BE7A"/>
              </a:buClr>
              <a:buAutoNum type="arabicPeriod"/>
            </a:pPr>
            <a:r>
              <a:rPr lang="es-CO" sz="2400">
                <a:solidFill>
                  <a:schemeClr val="accent1"/>
                </a:solidFill>
                <a:cs typeface="Arial"/>
              </a:rPr>
              <a:t>Valor Presente y Valor Futuro</a:t>
            </a:r>
            <a:r>
              <a:rPr lang="es-CO" sz="2400">
                <a:solidFill>
                  <a:schemeClr val="bg2">
                    <a:lumMod val="90000"/>
                  </a:schemeClr>
                </a:solidFill>
                <a:cs typeface="Arial"/>
              </a:rPr>
              <a:t>.</a:t>
            </a:r>
          </a:p>
          <a:p>
            <a:pPr marL="342900" indent="-342900">
              <a:buClr>
                <a:srgbClr val="48BE7A"/>
              </a:buClr>
              <a:buAutoNum type="arabicPeriod"/>
            </a:pPr>
            <a:endParaRPr lang="es-CO" sz="2400">
              <a:solidFill>
                <a:schemeClr val="bg2">
                  <a:lumMod val="90000"/>
                </a:schemeClr>
              </a:solidFill>
              <a:cs typeface="Arial"/>
            </a:endParaRPr>
          </a:p>
        </p:txBody>
      </p:sp>
      <p:sp>
        <p:nvSpPr>
          <p:cNvPr id="3" name="Rectángulo 2">
            <a:extLst>
              <a:ext uri="{FF2B5EF4-FFF2-40B4-BE49-F238E27FC236}">
                <a16:creationId xmlns:a16="http://schemas.microsoft.com/office/drawing/2014/main" id="{CC6420EE-6ECE-F1B1-8AC1-62C40C15109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04F559D-F01A-E457-814D-8D423E7B7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9CD6513-E3B7-25D8-BCB4-3E22630841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29119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215493"/>
            <a:ext cx="7610476" cy="517215"/>
          </a:xfrm>
        </p:spPr>
        <p:txBody>
          <a:bodyPr>
            <a:normAutofit/>
          </a:bodyPr>
          <a:lstStyle/>
          <a:p>
            <a:pPr marL="0" indent="0" algn="just">
              <a:buNone/>
            </a:pPr>
            <a:r>
              <a:rPr lang="es-ES_tradnl" sz="2400" dirty="0"/>
              <a:t>Matemáticamente, se tiene que:</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4</a:t>
            </a:fld>
            <a:endParaRPr lang="en-US" sz="2000" dirty="0"/>
          </a:p>
        </p:txBody>
      </p:sp>
      <p:pic>
        <p:nvPicPr>
          <p:cNvPr id="5" name="Picture 4"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556" y="3746051"/>
            <a:ext cx="3073400" cy="482600"/>
          </a:xfrm>
          <a:prstGeom prst="rect">
            <a:avLst/>
          </a:prstGeom>
          <a:ln w="38100">
            <a:solidFill>
              <a:srgbClr val="FF0000"/>
            </a:solidFill>
          </a:ln>
        </p:spPr>
      </p:pic>
      <p:sp>
        <p:nvSpPr>
          <p:cNvPr id="12" name="Title 1">
            <a:extLst>
              <a:ext uri="{FF2B5EF4-FFF2-40B4-BE49-F238E27FC236}">
                <a16:creationId xmlns:a16="http://schemas.microsoft.com/office/drawing/2014/main" id="{6F36658B-943A-5305-5108-3E39F91D2C6C}"/>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3" name="Rectángulo 12">
            <a:extLst>
              <a:ext uri="{FF2B5EF4-FFF2-40B4-BE49-F238E27FC236}">
                <a16:creationId xmlns:a16="http://schemas.microsoft.com/office/drawing/2014/main" id="{BFCE00F5-61F3-0A14-C8E6-9BB445DB2E6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BCC4EA7-DDAA-B1CE-A5C0-D541F1AAC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D8772340-EDF2-A0C4-43CF-AD34943CC2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2" name="Picture 1" descr="latex-image-1.pdf">
            <a:extLst>
              <a:ext uri="{FF2B5EF4-FFF2-40B4-BE49-F238E27FC236}">
                <a16:creationId xmlns:a16="http://schemas.microsoft.com/office/drawing/2014/main" id="{592CAA6A-2979-4C61-5C64-D6BE0E9435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7045" y="3460301"/>
            <a:ext cx="2679700" cy="1054100"/>
          </a:xfrm>
          <a:prstGeom prst="rect">
            <a:avLst/>
          </a:prstGeom>
          <a:ln w="38100">
            <a:solidFill>
              <a:srgbClr val="FF0000"/>
            </a:solidFill>
          </a:ln>
        </p:spPr>
      </p:pic>
    </p:spTree>
    <p:extLst>
      <p:ext uri="{BB962C8B-B14F-4D97-AF65-F5344CB8AC3E}">
        <p14:creationId xmlns:p14="http://schemas.microsoft.com/office/powerpoint/2010/main" val="3651731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43753"/>
            <a:ext cx="11029616" cy="1327208"/>
          </a:xfrm>
        </p:spPr>
        <p:txBody>
          <a:bodyPr>
            <a:normAutofit/>
          </a:bodyPr>
          <a:lstStyle/>
          <a:p>
            <a:pPr marL="0" indent="0" algn="just">
              <a:buNone/>
            </a:pPr>
            <a:r>
              <a:rPr lang="es-ES_tradnl" sz="2400" dirty="0">
                <a:solidFill>
                  <a:schemeClr val="tx1"/>
                </a:solidFill>
              </a:rPr>
              <a:t>Ejemplo 2</a:t>
            </a:r>
            <a:r>
              <a:rPr lang="es-ES_tradnl" sz="2400" dirty="0"/>
              <a:t>: Usted se enfrenta a los siguientes flujos mensuales de efectivo. Si su costo de oportunidad es 12% NA/TV, ¿Cuál es el valor futuro (en el mes 6) de sus flujos de efectivo totales?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5</a:t>
            </a:fld>
            <a:endParaRPr lang="en-US" sz="2000"/>
          </a:p>
        </p:txBody>
      </p:sp>
      <p:sp>
        <p:nvSpPr>
          <p:cNvPr id="5" name="CuadroTexto 4"/>
          <p:cNvSpPr txBox="1"/>
          <p:nvPr/>
        </p:nvSpPr>
        <p:spPr>
          <a:xfrm>
            <a:off x="9129298" y="4205617"/>
            <a:ext cx="830677" cy="400110"/>
          </a:xfrm>
          <a:prstGeom prst="rect">
            <a:avLst/>
          </a:prstGeom>
          <a:noFill/>
        </p:spPr>
        <p:txBody>
          <a:bodyPr wrap="none" rtlCol="0">
            <a:spAutoFit/>
          </a:bodyPr>
          <a:lstStyle/>
          <a:p>
            <a:r>
              <a:rPr lang="es-CO" sz="2000"/>
              <a:t>Meses</a:t>
            </a:r>
          </a:p>
        </p:txBody>
      </p:sp>
      <p:sp>
        <p:nvSpPr>
          <p:cNvPr id="9" name="Title 1">
            <a:extLst>
              <a:ext uri="{FF2B5EF4-FFF2-40B4-BE49-F238E27FC236}">
                <a16:creationId xmlns:a16="http://schemas.microsoft.com/office/drawing/2014/main" id="{1AF84C01-D531-3D70-F464-E474FC7C613D}"/>
              </a:ext>
            </a:extLst>
          </p:cNvPr>
          <p:cNvSpPr>
            <a:spLocks noGrp="1"/>
          </p:cNvSpPr>
          <p:nvPr>
            <p:ph type="title"/>
          </p:nvPr>
        </p:nvSpPr>
        <p:spPr>
          <a:xfrm>
            <a:off x="581192" y="702156"/>
            <a:ext cx="11029616" cy="1013800"/>
          </a:xfrm>
        </p:spPr>
        <p:txBody>
          <a:bodyPr anchor="b">
            <a:normAutofit/>
          </a:bodyPr>
          <a:lstStyle/>
          <a:p>
            <a:r>
              <a:rPr lang="es-ES_tradnl" sz="3200" dirty="0"/>
              <a:t>VALOR PRESENTE Y VALOR FUTURO</a:t>
            </a:r>
          </a:p>
        </p:txBody>
      </p:sp>
      <p:sp>
        <p:nvSpPr>
          <p:cNvPr id="10" name="Rectángulo 9">
            <a:extLst>
              <a:ext uri="{FF2B5EF4-FFF2-40B4-BE49-F238E27FC236}">
                <a16:creationId xmlns:a16="http://schemas.microsoft.com/office/drawing/2014/main" id="{8375C73F-E7DC-B492-5CF9-6BA61953ED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D45E1DD-BDE0-3161-5955-69C621D3E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87925034-DD50-BBCB-88B4-B665AEC88E5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47" name="Straight Connector 12">
            <a:extLst>
              <a:ext uri="{FF2B5EF4-FFF2-40B4-BE49-F238E27FC236}">
                <a16:creationId xmlns:a16="http://schemas.microsoft.com/office/drawing/2014/main" id="{9273D042-AB74-E473-C087-16C37DED97E4}"/>
              </a:ext>
            </a:extLst>
          </p:cNvPr>
          <p:cNvCxnSpPr/>
          <p:nvPr/>
        </p:nvCxnSpPr>
        <p:spPr>
          <a:xfrm>
            <a:off x="2961108" y="501893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Arrow Connector 13">
            <a:extLst>
              <a:ext uri="{FF2B5EF4-FFF2-40B4-BE49-F238E27FC236}">
                <a16:creationId xmlns:a16="http://schemas.microsoft.com/office/drawing/2014/main" id="{CD2D54B9-30CD-DE69-7D46-18EBD9443218}"/>
              </a:ext>
            </a:extLst>
          </p:cNvPr>
          <p:cNvCxnSpPr/>
          <p:nvPr/>
        </p:nvCxnSpPr>
        <p:spPr>
          <a:xfrm>
            <a:off x="2961108" y="5018935"/>
            <a:ext cx="0" cy="84353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17">
            <a:extLst>
              <a:ext uri="{FF2B5EF4-FFF2-40B4-BE49-F238E27FC236}">
                <a16:creationId xmlns:a16="http://schemas.microsoft.com/office/drawing/2014/main" id="{F10FB638-7395-1786-A0AF-A5260EB4EB86}"/>
              </a:ext>
            </a:extLst>
          </p:cNvPr>
          <p:cNvCxnSpPr/>
          <p:nvPr/>
        </p:nvCxnSpPr>
        <p:spPr>
          <a:xfrm flipV="1">
            <a:off x="4954461" y="4560209"/>
            <a:ext cx="0" cy="45872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19">
            <a:extLst>
              <a:ext uri="{FF2B5EF4-FFF2-40B4-BE49-F238E27FC236}">
                <a16:creationId xmlns:a16="http://schemas.microsoft.com/office/drawing/2014/main" id="{5DABD416-275A-3DFB-5E4D-383B07F3CFD5}"/>
              </a:ext>
            </a:extLst>
          </p:cNvPr>
          <p:cNvCxnSpPr/>
          <p:nvPr/>
        </p:nvCxnSpPr>
        <p:spPr>
          <a:xfrm flipV="1">
            <a:off x="7019797" y="4327223"/>
            <a:ext cx="0" cy="69171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21">
            <a:extLst>
              <a:ext uri="{FF2B5EF4-FFF2-40B4-BE49-F238E27FC236}">
                <a16:creationId xmlns:a16="http://schemas.microsoft.com/office/drawing/2014/main" id="{589E82F7-8006-DC65-F091-A91AAF093DDE}"/>
              </a:ext>
            </a:extLst>
          </p:cNvPr>
          <p:cNvCxnSpPr/>
          <p:nvPr/>
        </p:nvCxnSpPr>
        <p:spPr>
          <a:xfrm flipH="1" flipV="1">
            <a:off x="9152700" y="4076002"/>
            <a:ext cx="2" cy="9429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23">
            <a:extLst>
              <a:ext uri="{FF2B5EF4-FFF2-40B4-BE49-F238E27FC236}">
                <a16:creationId xmlns:a16="http://schemas.microsoft.com/office/drawing/2014/main" id="{C2677DE7-E3E8-3D3B-9629-0FFE741D1CD1}"/>
              </a:ext>
            </a:extLst>
          </p:cNvPr>
          <p:cNvSpPr>
            <a:spLocks/>
          </p:cNvSpPr>
          <p:nvPr/>
        </p:nvSpPr>
        <p:spPr bwMode="auto">
          <a:xfrm flipH="1">
            <a:off x="2875507" y="464493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3" name="Rectangle 24">
            <a:extLst>
              <a:ext uri="{FF2B5EF4-FFF2-40B4-BE49-F238E27FC236}">
                <a16:creationId xmlns:a16="http://schemas.microsoft.com/office/drawing/2014/main" id="{2CA701AB-F4BA-5C4F-2089-94878CBDFCE0}"/>
              </a:ext>
            </a:extLst>
          </p:cNvPr>
          <p:cNvSpPr>
            <a:spLocks/>
          </p:cNvSpPr>
          <p:nvPr/>
        </p:nvSpPr>
        <p:spPr bwMode="auto">
          <a:xfrm>
            <a:off x="3697443"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4" name="Rectangle 25">
            <a:extLst>
              <a:ext uri="{FF2B5EF4-FFF2-40B4-BE49-F238E27FC236}">
                <a16:creationId xmlns:a16="http://schemas.microsoft.com/office/drawing/2014/main" id="{5760411C-A536-590D-6B47-409A27C84A58}"/>
              </a:ext>
            </a:extLst>
          </p:cNvPr>
          <p:cNvSpPr>
            <a:spLocks/>
          </p:cNvSpPr>
          <p:nvPr/>
        </p:nvSpPr>
        <p:spPr bwMode="auto">
          <a:xfrm>
            <a:off x="4785931"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26">
            <a:extLst>
              <a:ext uri="{FF2B5EF4-FFF2-40B4-BE49-F238E27FC236}">
                <a16:creationId xmlns:a16="http://schemas.microsoft.com/office/drawing/2014/main" id="{DBE242FB-EDF4-EE1D-030A-1E09AFC580D4}"/>
              </a:ext>
            </a:extLst>
          </p:cNvPr>
          <p:cNvSpPr>
            <a:spLocks/>
          </p:cNvSpPr>
          <p:nvPr/>
        </p:nvSpPr>
        <p:spPr bwMode="auto">
          <a:xfrm>
            <a:off x="5845405" y="512522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27">
            <a:extLst>
              <a:ext uri="{FF2B5EF4-FFF2-40B4-BE49-F238E27FC236}">
                <a16:creationId xmlns:a16="http://schemas.microsoft.com/office/drawing/2014/main" id="{BDF2656A-2D85-4AFB-6FB9-039641C3F4C7}"/>
              </a:ext>
            </a:extLst>
          </p:cNvPr>
          <p:cNvSpPr>
            <a:spLocks/>
          </p:cNvSpPr>
          <p:nvPr/>
        </p:nvSpPr>
        <p:spPr bwMode="auto">
          <a:xfrm>
            <a:off x="6851267" y="51416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57" name="Rectangle 30">
            <a:extLst>
              <a:ext uri="{FF2B5EF4-FFF2-40B4-BE49-F238E27FC236}">
                <a16:creationId xmlns:a16="http://schemas.microsoft.com/office/drawing/2014/main" id="{1B64835B-2E63-8DC7-165E-AD7FA45E7BDB}"/>
              </a:ext>
            </a:extLst>
          </p:cNvPr>
          <p:cNvSpPr>
            <a:spLocks/>
          </p:cNvSpPr>
          <p:nvPr/>
        </p:nvSpPr>
        <p:spPr bwMode="auto">
          <a:xfrm>
            <a:off x="7924696"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58" name="Rectangle 31">
            <a:extLst>
              <a:ext uri="{FF2B5EF4-FFF2-40B4-BE49-F238E27FC236}">
                <a16:creationId xmlns:a16="http://schemas.microsoft.com/office/drawing/2014/main" id="{D7AC9950-BB69-1458-E739-FC3851F59B6D}"/>
              </a:ext>
            </a:extLst>
          </p:cNvPr>
          <p:cNvSpPr>
            <a:spLocks/>
          </p:cNvSpPr>
          <p:nvPr/>
        </p:nvSpPr>
        <p:spPr bwMode="auto">
          <a:xfrm>
            <a:off x="8984170"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9" name="Rectangle 32">
            <a:extLst>
              <a:ext uri="{FF2B5EF4-FFF2-40B4-BE49-F238E27FC236}">
                <a16:creationId xmlns:a16="http://schemas.microsoft.com/office/drawing/2014/main" id="{DC7B4A45-CB71-4299-2433-32374E67D2F2}"/>
              </a:ext>
            </a:extLst>
          </p:cNvPr>
          <p:cNvSpPr>
            <a:spLocks/>
          </p:cNvSpPr>
          <p:nvPr/>
        </p:nvSpPr>
        <p:spPr bwMode="auto">
          <a:xfrm>
            <a:off x="2017525" y="602733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60" name="Rectangle 36">
            <a:extLst>
              <a:ext uri="{FF2B5EF4-FFF2-40B4-BE49-F238E27FC236}">
                <a16:creationId xmlns:a16="http://schemas.microsoft.com/office/drawing/2014/main" id="{45EF1643-4FC7-4A7A-B09F-4269890F87BA}"/>
              </a:ext>
            </a:extLst>
          </p:cNvPr>
          <p:cNvSpPr>
            <a:spLocks/>
          </p:cNvSpPr>
          <p:nvPr/>
        </p:nvSpPr>
        <p:spPr bwMode="auto">
          <a:xfrm>
            <a:off x="6568128" y="3938818"/>
            <a:ext cx="8595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61" name="Rectangle 38">
            <a:extLst>
              <a:ext uri="{FF2B5EF4-FFF2-40B4-BE49-F238E27FC236}">
                <a16:creationId xmlns:a16="http://schemas.microsoft.com/office/drawing/2014/main" id="{CD4960D1-4DC7-2840-B66F-874C2849D9CC}"/>
              </a:ext>
            </a:extLst>
          </p:cNvPr>
          <p:cNvSpPr>
            <a:spLocks/>
          </p:cNvSpPr>
          <p:nvPr/>
        </p:nvSpPr>
        <p:spPr bwMode="auto">
          <a:xfrm>
            <a:off x="8352613" y="371825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120</a:t>
            </a:r>
          </a:p>
        </p:txBody>
      </p:sp>
      <p:sp>
        <p:nvSpPr>
          <p:cNvPr id="62" name="Rectangle 39">
            <a:extLst>
              <a:ext uri="{FF2B5EF4-FFF2-40B4-BE49-F238E27FC236}">
                <a16:creationId xmlns:a16="http://schemas.microsoft.com/office/drawing/2014/main" id="{47C70F6E-F5CC-7709-7FC4-1BAE70C532BB}"/>
              </a:ext>
            </a:extLst>
          </p:cNvPr>
          <p:cNvSpPr>
            <a:spLocks/>
          </p:cNvSpPr>
          <p:nvPr/>
        </p:nvSpPr>
        <p:spPr bwMode="auto">
          <a:xfrm>
            <a:off x="4315735" y="4170186"/>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Tree>
    <p:extLst>
      <p:ext uri="{BB962C8B-B14F-4D97-AF65-F5344CB8AC3E}">
        <p14:creationId xmlns:p14="http://schemas.microsoft.com/office/powerpoint/2010/main" val="3898919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6</a:t>
            </a:fld>
            <a:endParaRPr lang="en-US" sz="2000" dirty="0"/>
          </a:p>
        </p:txBody>
      </p:sp>
      <p:cxnSp>
        <p:nvCxnSpPr>
          <p:cNvPr id="13" name="Straight Connector 12"/>
          <p:cNvCxnSpPr/>
          <p:nvPr/>
        </p:nvCxnSpPr>
        <p:spPr>
          <a:xfrm>
            <a:off x="2961108" y="501893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961108" y="5018935"/>
            <a:ext cx="0" cy="84353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V="1">
            <a:off x="4954461" y="4560209"/>
            <a:ext cx="0" cy="45872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7019797" y="4327223"/>
            <a:ext cx="0" cy="69171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flipV="1">
            <a:off x="9152700" y="4076002"/>
            <a:ext cx="2" cy="9429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875507" y="464493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5" name="Rectangle 24"/>
          <p:cNvSpPr>
            <a:spLocks/>
          </p:cNvSpPr>
          <p:nvPr/>
        </p:nvSpPr>
        <p:spPr bwMode="auto">
          <a:xfrm>
            <a:off x="3697443"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6" name="Rectangle 25"/>
          <p:cNvSpPr>
            <a:spLocks/>
          </p:cNvSpPr>
          <p:nvPr/>
        </p:nvSpPr>
        <p:spPr bwMode="auto">
          <a:xfrm>
            <a:off x="4785931"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26"/>
          <p:cNvSpPr>
            <a:spLocks/>
          </p:cNvSpPr>
          <p:nvPr/>
        </p:nvSpPr>
        <p:spPr bwMode="auto">
          <a:xfrm>
            <a:off x="5845405" y="512522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8" name="Rectangle 27"/>
          <p:cNvSpPr>
            <a:spLocks/>
          </p:cNvSpPr>
          <p:nvPr/>
        </p:nvSpPr>
        <p:spPr bwMode="auto">
          <a:xfrm>
            <a:off x="6851267" y="51416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1" name="Rectangle 30"/>
          <p:cNvSpPr>
            <a:spLocks/>
          </p:cNvSpPr>
          <p:nvPr/>
        </p:nvSpPr>
        <p:spPr bwMode="auto">
          <a:xfrm>
            <a:off x="7924696"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32" name="Rectangle 31"/>
          <p:cNvSpPr>
            <a:spLocks/>
          </p:cNvSpPr>
          <p:nvPr/>
        </p:nvSpPr>
        <p:spPr bwMode="auto">
          <a:xfrm>
            <a:off x="8984170"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33" name="Rectangle 32"/>
          <p:cNvSpPr>
            <a:spLocks/>
          </p:cNvSpPr>
          <p:nvPr/>
        </p:nvSpPr>
        <p:spPr bwMode="auto">
          <a:xfrm>
            <a:off x="2017525" y="602733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37" name="Rectangle 36"/>
          <p:cNvSpPr>
            <a:spLocks/>
          </p:cNvSpPr>
          <p:nvPr/>
        </p:nvSpPr>
        <p:spPr bwMode="auto">
          <a:xfrm>
            <a:off x="6568128" y="3938818"/>
            <a:ext cx="8595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39" name="Rectangle 38"/>
          <p:cNvSpPr>
            <a:spLocks/>
          </p:cNvSpPr>
          <p:nvPr/>
        </p:nvSpPr>
        <p:spPr bwMode="auto">
          <a:xfrm>
            <a:off x="8352613" y="371825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120</a:t>
            </a:r>
          </a:p>
        </p:txBody>
      </p:sp>
      <p:sp>
        <p:nvSpPr>
          <p:cNvPr id="40" name="Rectangle 39"/>
          <p:cNvSpPr>
            <a:spLocks/>
          </p:cNvSpPr>
          <p:nvPr/>
        </p:nvSpPr>
        <p:spPr bwMode="auto">
          <a:xfrm>
            <a:off x="4315735" y="4170186"/>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1" name="Content Placeholder 2"/>
          <p:cNvSpPr txBox="1">
            <a:spLocks/>
          </p:cNvSpPr>
          <p:nvPr/>
        </p:nvSpPr>
        <p:spPr>
          <a:xfrm>
            <a:off x="2512392" y="2136934"/>
            <a:ext cx="7610476" cy="253878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dirty="0">
                <a:solidFill>
                  <a:srgbClr val="800000"/>
                </a:solidFill>
              </a:rPr>
              <a:t>i= 12% NA/TV		i=3% TV		i=0,99% MV</a:t>
            </a:r>
          </a:p>
          <a:p>
            <a:pPr marL="0" indent="0" algn="ctr">
              <a:buNone/>
            </a:pPr>
            <a:endParaRPr lang="es-ES_tradnl" dirty="0">
              <a:solidFill>
                <a:srgbClr val="800000"/>
              </a:solidFill>
            </a:endParaRPr>
          </a:p>
        </p:txBody>
      </p:sp>
      <p:pic>
        <p:nvPicPr>
          <p:cNvPr id="8" name="Picture 7"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7339" y="2781876"/>
            <a:ext cx="8524443" cy="356475"/>
          </a:xfrm>
          <a:prstGeom prst="rect">
            <a:avLst/>
          </a:prstGeom>
        </p:spPr>
      </p:pic>
      <p:sp>
        <p:nvSpPr>
          <p:cNvPr id="3" name="Elipse 2"/>
          <p:cNvSpPr/>
          <p:nvPr/>
        </p:nvSpPr>
        <p:spPr>
          <a:xfrm>
            <a:off x="2372987" y="2571384"/>
            <a:ext cx="2581475" cy="76461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29" name="Elipse 28"/>
          <p:cNvSpPr/>
          <p:nvPr/>
        </p:nvSpPr>
        <p:spPr>
          <a:xfrm>
            <a:off x="2598581" y="5913777"/>
            <a:ext cx="725054" cy="53287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6" name="Conector curvado 5"/>
          <p:cNvCxnSpPr>
            <a:stCxn id="29" idx="6"/>
            <a:endCxn id="32" idx="2"/>
          </p:cNvCxnSpPr>
          <p:nvPr/>
        </p:nvCxnSpPr>
        <p:spPr>
          <a:xfrm flipV="1">
            <a:off x="3323635" y="5419044"/>
            <a:ext cx="5829065" cy="761168"/>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Elipse 10"/>
          <p:cNvSpPr/>
          <p:nvPr/>
        </p:nvSpPr>
        <p:spPr>
          <a:xfrm>
            <a:off x="4605264" y="4114486"/>
            <a:ext cx="718434" cy="422495"/>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15" name="Conector curvado 14"/>
          <p:cNvCxnSpPr>
            <a:endCxn id="32" idx="0"/>
          </p:cNvCxnSpPr>
          <p:nvPr/>
        </p:nvCxnSpPr>
        <p:spPr>
          <a:xfrm>
            <a:off x="5323698" y="4327222"/>
            <a:ext cx="3829002" cy="784045"/>
          </a:xfrm>
          <a:prstGeom prst="curvedConnector2">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17" name="Elipse 16"/>
          <p:cNvSpPr/>
          <p:nvPr/>
        </p:nvSpPr>
        <p:spPr>
          <a:xfrm>
            <a:off x="5122991" y="2571384"/>
            <a:ext cx="2163572" cy="764614"/>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19" name="Elipse 18"/>
          <p:cNvSpPr/>
          <p:nvPr/>
        </p:nvSpPr>
        <p:spPr>
          <a:xfrm>
            <a:off x="6657935" y="3956768"/>
            <a:ext cx="679947" cy="331971"/>
          </a:xfrm>
          <a:prstGeom prst="ellipse">
            <a:avLst/>
          </a:prstGeom>
          <a:noFill/>
          <a:ln>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30" name="Conector curvado 29"/>
          <p:cNvCxnSpPr>
            <a:endCxn id="32" idx="0"/>
          </p:cNvCxnSpPr>
          <p:nvPr/>
        </p:nvCxnSpPr>
        <p:spPr>
          <a:xfrm>
            <a:off x="7337882" y="4114486"/>
            <a:ext cx="1814818" cy="996781"/>
          </a:xfrm>
          <a:prstGeom prst="curvedConnector2">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sp>
        <p:nvSpPr>
          <p:cNvPr id="34" name="Elipse 33"/>
          <p:cNvSpPr/>
          <p:nvPr/>
        </p:nvSpPr>
        <p:spPr>
          <a:xfrm>
            <a:off x="7427682" y="2635522"/>
            <a:ext cx="2232280" cy="700476"/>
          </a:xfrm>
          <a:prstGeom prst="ellipse">
            <a:avLst/>
          </a:prstGeom>
          <a:noFill/>
          <a:ln>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5" name="CuadroTexto 4"/>
          <p:cNvSpPr txBox="1"/>
          <p:nvPr/>
        </p:nvSpPr>
        <p:spPr>
          <a:xfrm>
            <a:off x="1787339" y="3615184"/>
            <a:ext cx="1721541" cy="400110"/>
          </a:xfrm>
          <a:prstGeom prst="rect">
            <a:avLst/>
          </a:prstGeom>
          <a:noFill/>
        </p:spPr>
        <p:txBody>
          <a:bodyPr wrap="square" rtlCol="0">
            <a:spAutoFit/>
          </a:bodyPr>
          <a:lstStyle/>
          <a:p>
            <a:r>
              <a:rPr lang="es-CO" sz="2000" err="1">
                <a:solidFill>
                  <a:schemeClr val="accent6"/>
                </a:solidFill>
              </a:rPr>
              <a:t>Vf</a:t>
            </a:r>
            <a:r>
              <a:rPr lang="es-CO" sz="2000">
                <a:solidFill>
                  <a:schemeClr val="accent6"/>
                </a:solidFill>
              </a:rPr>
              <a:t> = 89,15</a:t>
            </a:r>
          </a:p>
        </p:txBody>
      </p:sp>
      <p:sp>
        <p:nvSpPr>
          <p:cNvPr id="12" name="Title 1">
            <a:extLst>
              <a:ext uri="{FF2B5EF4-FFF2-40B4-BE49-F238E27FC236}">
                <a16:creationId xmlns:a16="http://schemas.microsoft.com/office/drawing/2014/main" id="{6E86578A-690E-93D3-C145-5DD867335620}"/>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6" name="Rectángulo 15">
            <a:extLst>
              <a:ext uri="{FF2B5EF4-FFF2-40B4-BE49-F238E27FC236}">
                <a16:creationId xmlns:a16="http://schemas.microsoft.com/office/drawing/2014/main" id="{EDDAEB5C-8C8D-0273-146D-18008824315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7A29ADFF-EF7F-E32A-1BF3-EE879D4008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6" name="Rectángulo 35">
            <a:extLst>
              <a:ext uri="{FF2B5EF4-FFF2-40B4-BE49-F238E27FC236}">
                <a16:creationId xmlns:a16="http://schemas.microsoft.com/office/drawing/2014/main" id="{421A85BB-A3E5-89F8-3F11-DF8FF2D31FF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4462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 grpId="0" animBg="1"/>
      <p:bldP spid="29" grpId="0" animBg="1"/>
      <p:bldP spid="11" grpId="0" animBg="1"/>
      <p:bldP spid="17" grpId="0" animBg="1"/>
      <p:bldP spid="19" grpId="0" animBg="1"/>
      <p:bldP spid="34"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7502" y="2035466"/>
            <a:ext cx="11029615" cy="1564898"/>
          </a:xfrm>
        </p:spPr>
        <p:txBody>
          <a:bodyPr>
            <a:normAutofit lnSpcReduction="10000"/>
          </a:bodyPr>
          <a:lstStyle/>
          <a:p>
            <a:pPr marL="0" indent="0" algn="just">
              <a:buNone/>
            </a:pPr>
            <a:r>
              <a:rPr lang="es-ES_tradnl" sz="2400" dirty="0">
                <a:solidFill>
                  <a:schemeClr val="tx1"/>
                </a:solidFill>
              </a:rPr>
              <a:t>Ejemplo 3: </a:t>
            </a:r>
            <a:r>
              <a:rPr lang="es-ES_tradnl" sz="2400" dirty="0"/>
              <a:t>Usted puede pedir 1000 dólares a dos bancos. Dependiendo del banco, el esquema de pago mensual sería como el que se muestra a continuación. </a:t>
            </a:r>
            <a:r>
              <a:rPr lang="es-MX" sz="2400" dirty="0"/>
              <a:t>¿Qué flujo de pagos prefiere si ambas alternativas consideran una tasa de 12% NA/MV? </a:t>
            </a:r>
            <a:r>
              <a:rPr lang="es-ES_tradnl" sz="2400" dirty="0"/>
              <a:t>Compare en USD del momento cero y en USD del momento 3 </a:t>
            </a:r>
            <a:r>
              <a:rPr lang="es-ES_tradnl" sz="2400" b="1" dirty="0"/>
              <a:t>(VP &amp; VF)</a:t>
            </a:r>
            <a:r>
              <a:rPr lang="es-ES_tradnl" sz="2400" dirty="0"/>
              <a:t>.</a:t>
            </a:r>
          </a:p>
          <a:p>
            <a:pPr marL="0" indent="0" algn="just">
              <a:buNone/>
            </a:pPr>
            <a:endParaRPr lang="es-ES_tradnl" sz="2400" dirty="0"/>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7</a:t>
            </a:fld>
            <a:endParaRPr lang="en-US" sz="2000" dirty="0"/>
          </a:p>
        </p:txBody>
      </p:sp>
      <p:cxnSp>
        <p:nvCxnSpPr>
          <p:cNvPr id="13" name="Straight Connector 12"/>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5" name="Rectangle 24"/>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6" name="Straight Arrow Connector 25"/>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9" name="Straight Connector 28"/>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2" name="Rectangle 31"/>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4" name="Rectangle 33"/>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5" name="Rectangle 34"/>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6" name="Rectangle 35"/>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7" name="Straight Arrow Connector 36"/>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9" name="Rectangle 38"/>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39"/>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40"/>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42" name="Rectangle 41"/>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3" name="Straight Arrow Connector 42"/>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33" name="TextBox 32"/>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6" name="CuadroTexto 5"/>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44" name="CuadroTexto 43"/>
          <p:cNvSpPr txBox="1"/>
          <p:nvPr/>
        </p:nvSpPr>
        <p:spPr>
          <a:xfrm>
            <a:off x="4427354" y="4697976"/>
            <a:ext cx="827471" cy="400110"/>
          </a:xfrm>
          <a:prstGeom prst="rect">
            <a:avLst/>
          </a:prstGeom>
          <a:noFill/>
        </p:spPr>
        <p:txBody>
          <a:bodyPr wrap="none" rtlCol="0">
            <a:spAutoFit/>
          </a:bodyPr>
          <a:lstStyle/>
          <a:p>
            <a:r>
              <a:rPr lang="es-CO" sz="2000"/>
              <a:t>meses</a:t>
            </a:r>
          </a:p>
        </p:txBody>
      </p:sp>
      <p:sp>
        <p:nvSpPr>
          <p:cNvPr id="11" name="Title 1">
            <a:extLst>
              <a:ext uri="{FF2B5EF4-FFF2-40B4-BE49-F238E27FC236}">
                <a16:creationId xmlns:a16="http://schemas.microsoft.com/office/drawing/2014/main" id="{30F192D1-60CD-3446-42B2-7EAF62B3222D}"/>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0CFE96EF-5AA9-39E4-2A60-F638065FD1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14635F97-B4BF-CB3D-6284-6CA8E1A20A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7E71169D-5B59-2735-5794-AC9443F91E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84681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8</a:t>
            </a:fld>
            <a:endParaRPr lang="en-US" sz="2000" dirty="0"/>
          </a:p>
        </p:txBody>
      </p:sp>
      <p:sp>
        <p:nvSpPr>
          <p:cNvPr id="10" name="Title 1">
            <a:extLst>
              <a:ext uri="{FF2B5EF4-FFF2-40B4-BE49-F238E27FC236}">
                <a16:creationId xmlns:a16="http://schemas.microsoft.com/office/drawing/2014/main" id="{904B2943-B2BD-8ADF-CF91-88161D3794FD}"/>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1" name="Rectángulo 10">
            <a:extLst>
              <a:ext uri="{FF2B5EF4-FFF2-40B4-BE49-F238E27FC236}">
                <a16:creationId xmlns:a16="http://schemas.microsoft.com/office/drawing/2014/main" id="{7DFF14BD-E3B9-A823-32F1-B9F74B45363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04D4B20C-99DF-76AC-46CA-8CD447506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BC5139B0-077A-B6BD-B375-C5EF557AA67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14" name="Straight Connector 12">
            <a:extLst>
              <a:ext uri="{FF2B5EF4-FFF2-40B4-BE49-F238E27FC236}">
                <a16:creationId xmlns:a16="http://schemas.microsoft.com/office/drawing/2014/main" id="{D3295CA1-1F8A-9829-B62C-6332B2DA15B5}"/>
              </a:ext>
            </a:extLst>
          </p:cNvPr>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40085AF6-10FA-05CB-BC75-D357E02EB4E8}"/>
              </a:ext>
            </a:extLst>
          </p:cNvPr>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C447B4D9-26F5-7934-E38F-D1B00159D8E3}"/>
              </a:ext>
            </a:extLst>
          </p:cNvPr>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7" name="Rectangle 11">
            <a:extLst>
              <a:ext uri="{FF2B5EF4-FFF2-40B4-BE49-F238E27FC236}">
                <a16:creationId xmlns:a16="http://schemas.microsoft.com/office/drawing/2014/main" id="{87F62C57-09E6-EB17-D3CA-65D156F06CCF}"/>
              </a:ext>
            </a:extLst>
          </p:cNvPr>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8" name="Rectangle 14">
            <a:extLst>
              <a:ext uri="{FF2B5EF4-FFF2-40B4-BE49-F238E27FC236}">
                <a16:creationId xmlns:a16="http://schemas.microsoft.com/office/drawing/2014/main" id="{32FE4B01-3347-1A26-3FE7-8F4CFBD6BFCA}"/>
              </a:ext>
            </a:extLst>
          </p:cNvPr>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9" name="Rectangle 15">
            <a:extLst>
              <a:ext uri="{FF2B5EF4-FFF2-40B4-BE49-F238E27FC236}">
                <a16:creationId xmlns:a16="http://schemas.microsoft.com/office/drawing/2014/main" id="{C725026A-48F8-63FB-5E18-31267B3AFF57}"/>
              </a:ext>
            </a:extLst>
          </p:cNvPr>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0" name="Rectangle 16">
            <a:extLst>
              <a:ext uri="{FF2B5EF4-FFF2-40B4-BE49-F238E27FC236}">
                <a16:creationId xmlns:a16="http://schemas.microsoft.com/office/drawing/2014/main" id="{0481E20E-8198-E622-CF6F-AD85593FB397}"/>
              </a:ext>
            </a:extLst>
          </p:cNvPr>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a:extLst>
              <a:ext uri="{FF2B5EF4-FFF2-40B4-BE49-F238E27FC236}">
                <a16:creationId xmlns:a16="http://schemas.microsoft.com/office/drawing/2014/main" id="{D552E5EE-61DD-B401-1CB9-84949C49D8A0}"/>
              </a:ext>
            </a:extLst>
          </p:cNvPr>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32B129D9-BFE0-ABBB-156A-2366B100C3B5}"/>
              </a:ext>
            </a:extLst>
          </p:cNvPr>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3" name="Rectangle 24">
            <a:extLst>
              <a:ext uri="{FF2B5EF4-FFF2-40B4-BE49-F238E27FC236}">
                <a16:creationId xmlns:a16="http://schemas.microsoft.com/office/drawing/2014/main" id="{814E593D-D4D9-47DE-B125-350882A3EBDD}"/>
              </a:ext>
            </a:extLst>
          </p:cNvPr>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4" name="Straight Arrow Connector 25">
            <a:extLst>
              <a:ext uri="{FF2B5EF4-FFF2-40B4-BE49-F238E27FC236}">
                <a16:creationId xmlns:a16="http://schemas.microsoft.com/office/drawing/2014/main" id="{F9A13250-8BA0-2AB3-B818-9E037366FED8}"/>
              </a:ext>
            </a:extLst>
          </p:cNvPr>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7">
            <a:extLst>
              <a:ext uri="{FF2B5EF4-FFF2-40B4-BE49-F238E27FC236}">
                <a16:creationId xmlns:a16="http://schemas.microsoft.com/office/drawing/2014/main" id="{B3DC9A90-3F9C-9387-A555-204CA4314583}"/>
              </a:ext>
            </a:extLst>
          </p:cNvPr>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6" name="Straight Connector 28">
            <a:extLst>
              <a:ext uri="{FF2B5EF4-FFF2-40B4-BE49-F238E27FC236}">
                <a16:creationId xmlns:a16="http://schemas.microsoft.com/office/drawing/2014/main" id="{5808CD0C-66BE-C929-9F2F-576F0E07BD05}"/>
              </a:ext>
            </a:extLst>
          </p:cNvPr>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9">
            <a:extLst>
              <a:ext uri="{FF2B5EF4-FFF2-40B4-BE49-F238E27FC236}">
                <a16:creationId xmlns:a16="http://schemas.microsoft.com/office/drawing/2014/main" id="{D8789E6D-CA25-6D33-2807-FE3D9B321318}"/>
              </a:ext>
            </a:extLst>
          </p:cNvPr>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0">
            <a:extLst>
              <a:ext uri="{FF2B5EF4-FFF2-40B4-BE49-F238E27FC236}">
                <a16:creationId xmlns:a16="http://schemas.microsoft.com/office/drawing/2014/main" id="{F243F3B5-D73C-A3C4-AA28-DF3D1288FD05}"/>
              </a:ext>
            </a:extLst>
          </p:cNvPr>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9" name="Rectangle 31">
            <a:extLst>
              <a:ext uri="{FF2B5EF4-FFF2-40B4-BE49-F238E27FC236}">
                <a16:creationId xmlns:a16="http://schemas.microsoft.com/office/drawing/2014/main" id="{1415F1E5-55B6-8CA1-5A59-5B379C8580DF}"/>
              </a:ext>
            </a:extLst>
          </p:cNvPr>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3">
            <a:extLst>
              <a:ext uri="{FF2B5EF4-FFF2-40B4-BE49-F238E27FC236}">
                <a16:creationId xmlns:a16="http://schemas.microsoft.com/office/drawing/2014/main" id="{4935EC00-B916-F6D3-09CA-BD9AECF9ADC5}"/>
              </a:ext>
            </a:extLst>
          </p:cNvPr>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4">
            <a:extLst>
              <a:ext uri="{FF2B5EF4-FFF2-40B4-BE49-F238E27FC236}">
                <a16:creationId xmlns:a16="http://schemas.microsoft.com/office/drawing/2014/main" id="{533D7219-64D3-B84F-D51D-F79A100451BA}"/>
              </a:ext>
            </a:extLst>
          </p:cNvPr>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5">
            <a:extLst>
              <a:ext uri="{FF2B5EF4-FFF2-40B4-BE49-F238E27FC236}">
                <a16:creationId xmlns:a16="http://schemas.microsoft.com/office/drawing/2014/main" id="{F11C9D6C-5769-513E-2F7E-36BFE01FBA64}"/>
              </a:ext>
            </a:extLst>
          </p:cNvPr>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4" name="Straight Arrow Connector 36">
            <a:extLst>
              <a:ext uri="{FF2B5EF4-FFF2-40B4-BE49-F238E27FC236}">
                <a16:creationId xmlns:a16="http://schemas.microsoft.com/office/drawing/2014/main" id="{B2C247C7-7630-2CB5-5FDD-DD43D455BB99}"/>
              </a:ext>
            </a:extLst>
          </p:cNvPr>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7">
            <a:extLst>
              <a:ext uri="{FF2B5EF4-FFF2-40B4-BE49-F238E27FC236}">
                <a16:creationId xmlns:a16="http://schemas.microsoft.com/office/drawing/2014/main" id="{023F0CCE-A667-9492-8D2B-A62FF6DBD070}"/>
              </a:ext>
            </a:extLst>
          </p:cNvPr>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6" name="Rectangle 38">
            <a:extLst>
              <a:ext uri="{FF2B5EF4-FFF2-40B4-BE49-F238E27FC236}">
                <a16:creationId xmlns:a16="http://schemas.microsoft.com/office/drawing/2014/main" id="{1AAB0316-A554-7896-C599-7C33D383B6CE}"/>
              </a:ext>
            </a:extLst>
          </p:cNvPr>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37" name="Straight Arrow Connector 39">
            <a:extLst>
              <a:ext uri="{FF2B5EF4-FFF2-40B4-BE49-F238E27FC236}">
                <a16:creationId xmlns:a16="http://schemas.microsoft.com/office/drawing/2014/main" id="{D54D2B5B-8233-6845-F1BA-378467F652E8}"/>
              </a:ext>
            </a:extLst>
          </p:cNvPr>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40">
            <a:extLst>
              <a:ext uri="{FF2B5EF4-FFF2-40B4-BE49-F238E27FC236}">
                <a16:creationId xmlns:a16="http://schemas.microsoft.com/office/drawing/2014/main" id="{FB7559EB-87E6-7FB0-49C4-821B29FB6F10}"/>
              </a:ext>
            </a:extLst>
          </p:cNvPr>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39" name="Rectangle 41">
            <a:extLst>
              <a:ext uri="{FF2B5EF4-FFF2-40B4-BE49-F238E27FC236}">
                <a16:creationId xmlns:a16="http://schemas.microsoft.com/office/drawing/2014/main" id="{0FB4BD8D-05B9-1E75-1C26-B869BD48E4E9}"/>
              </a:ext>
            </a:extLst>
          </p:cNvPr>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42">
            <a:extLst>
              <a:ext uri="{FF2B5EF4-FFF2-40B4-BE49-F238E27FC236}">
                <a16:creationId xmlns:a16="http://schemas.microsoft.com/office/drawing/2014/main" id="{E290062C-9C70-79E6-3B08-784A6D8580A6}"/>
              </a:ext>
            </a:extLst>
          </p:cNvPr>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TextBox 4">
            <a:extLst>
              <a:ext uri="{FF2B5EF4-FFF2-40B4-BE49-F238E27FC236}">
                <a16:creationId xmlns:a16="http://schemas.microsoft.com/office/drawing/2014/main" id="{3466AED6-8830-509F-98AE-00051009EE70}"/>
              </a:ext>
            </a:extLst>
          </p:cNvPr>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42" name="TextBox 32">
            <a:extLst>
              <a:ext uri="{FF2B5EF4-FFF2-40B4-BE49-F238E27FC236}">
                <a16:creationId xmlns:a16="http://schemas.microsoft.com/office/drawing/2014/main" id="{4DC81E9A-6C5D-C0E3-A497-D2A2F4142510}"/>
              </a:ext>
            </a:extLst>
          </p:cNvPr>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43" name="CuadroTexto 42">
            <a:extLst>
              <a:ext uri="{FF2B5EF4-FFF2-40B4-BE49-F238E27FC236}">
                <a16:creationId xmlns:a16="http://schemas.microsoft.com/office/drawing/2014/main" id="{6D3BCEDE-5EBA-2CA2-04BC-CC05348A021D}"/>
              </a:ext>
            </a:extLst>
          </p:cNvPr>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73" name="CuadroTexto 72">
            <a:extLst>
              <a:ext uri="{FF2B5EF4-FFF2-40B4-BE49-F238E27FC236}">
                <a16:creationId xmlns:a16="http://schemas.microsoft.com/office/drawing/2014/main" id="{8983E88F-8E4C-6F6F-2B64-9D39A40C78F2}"/>
              </a:ext>
            </a:extLst>
          </p:cNvPr>
          <p:cNvSpPr txBox="1"/>
          <p:nvPr/>
        </p:nvSpPr>
        <p:spPr>
          <a:xfrm>
            <a:off x="4427354" y="4697976"/>
            <a:ext cx="827471" cy="400110"/>
          </a:xfrm>
          <a:prstGeom prst="rect">
            <a:avLst/>
          </a:prstGeom>
          <a:noFill/>
        </p:spPr>
        <p:txBody>
          <a:bodyPr wrap="none" rtlCol="0">
            <a:spAutoFit/>
          </a:bodyPr>
          <a:lstStyle/>
          <a:p>
            <a:r>
              <a:rPr lang="es-CO" sz="2000"/>
              <a:t>meses</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589CAFA7-C139-EB0C-8B2D-B10E19F8F522}"/>
                  </a:ext>
                </a:extLst>
              </p:cNvPr>
              <p:cNvSpPr txBox="1"/>
              <p:nvPr/>
            </p:nvSpPr>
            <p:spPr>
              <a:xfrm>
                <a:off x="3475924" y="2628000"/>
                <a:ext cx="5366213" cy="4395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solidFill>
                                <a:schemeClr val="tx1"/>
                              </a:solidFill>
                              <a:latin typeface="Cambria Math" panose="02040503050406030204" pitchFamily="18" charset="0"/>
                            </a:rPr>
                          </m:ctrlPr>
                        </m:sSubPr>
                        <m:e>
                          <m:r>
                            <a:rPr lang="es-CO" sz="1400" i="1">
                              <a:solidFill>
                                <a:schemeClr val="tx1"/>
                              </a:solidFill>
                              <a:latin typeface="Cambria Math" panose="02040503050406030204" pitchFamily="18" charset="0"/>
                            </a:rPr>
                            <m:t>𝑉</m:t>
                          </m:r>
                        </m:e>
                        <m:sub>
                          <m:r>
                            <a:rPr lang="es-CO" sz="1400" i="1">
                              <a:solidFill>
                                <a:schemeClr val="tx1"/>
                              </a:solidFill>
                              <a:latin typeface="Cambria Math" panose="02040503050406030204" pitchFamily="18" charset="0"/>
                            </a:rPr>
                            <m:t>𝑡</m:t>
                          </m:r>
                          <m:r>
                            <a:rPr lang="es-CO" sz="1400" i="1">
                              <a:solidFill>
                                <a:schemeClr val="tx1"/>
                              </a:solidFill>
                              <a:latin typeface="Cambria Math" panose="02040503050406030204" pitchFamily="18" charset="0"/>
                            </a:rPr>
                            <m:t>=0</m:t>
                          </m:r>
                        </m:sub>
                      </m:sSub>
                      <m:d>
                        <m:dPr>
                          <m:ctrlPr>
                            <a:rPr lang="es-CO" sz="1400" i="1">
                              <a:solidFill>
                                <a:schemeClr val="tx1"/>
                              </a:solidFill>
                              <a:latin typeface="Cambria Math" panose="02040503050406030204" pitchFamily="18" charset="0"/>
                            </a:rPr>
                          </m:ctrlPr>
                        </m:dPr>
                        <m:e>
                          <m:r>
                            <a:rPr lang="es-CO" sz="1400" i="1">
                              <a:solidFill>
                                <a:schemeClr val="tx1"/>
                              </a:solidFill>
                              <a:latin typeface="Cambria Math" panose="02040503050406030204" pitchFamily="18" charset="0"/>
                            </a:rPr>
                            <m:t>𝐵𝑎𝑛𝑐𝑜</m:t>
                          </m:r>
                          <m:r>
                            <a:rPr lang="es-CO" sz="1400" i="1">
                              <a:solidFill>
                                <a:schemeClr val="tx1"/>
                              </a:solidFill>
                              <a:latin typeface="Cambria Math" panose="02040503050406030204" pitchFamily="18" charset="0"/>
                            </a:rPr>
                            <m:t> </m:t>
                          </m:r>
                          <m:r>
                            <a:rPr lang="es-CO" sz="1400" i="1">
                              <a:solidFill>
                                <a:schemeClr val="tx1"/>
                              </a:solidFill>
                              <a:latin typeface="Cambria Math" panose="02040503050406030204" pitchFamily="18" charset="0"/>
                            </a:rPr>
                            <m:t>𝐴</m:t>
                          </m:r>
                        </m:e>
                      </m:d>
                      <m:r>
                        <a:rPr lang="es-MX" sz="1400" b="0" i="1" smtClean="0">
                          <a:solidFill>
                            <a:schemeClr val="tx1"/>
                          </a:solidFill>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300</m:t>
                          </m:r>
                        </m:num>
                        <m:den>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500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240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4</m:t>
                              </m:r>
                            </m:sup>
                          </m:sSup>
                        </m:den>
                      </m:f>
                      <m:r>
                        <a:rPr lang="es-MX" sz="1400" i="1">
                          <a:latin typeface="Cambria Math" panose="02040503050406030204" pitchFamily="18" charset="0"/>
                        </a:rPr>
                        <m:t>=</m:t>
                      </m:r>
                      <m:r>
                        <a:rPr lang="es-CO" sz="1400" i="1">
                          <a:latin typeface="Cambria Math" panose="02040503050406030204" pitchFamily="18" charset="0"/>
                        </a:rPr>
                        <m:t> </m:t>
                      </m:r>
                      <m:r>
                        <a:rPr lang="es-MX" sz="1400" b="0" i="1" smtClean="0">
                          <a:latin typeface="Cambria Math" panose="02040503050406030204" pitchFamily="18" charset="0"/>
                        </a:rPr>
                        <m:t>−</m:t>
                      </m:r>
                      <m:r>
                        <a:rPr lang="es-ES" sz="1400" b="0" i="1" smtClean="0">
                          <a:latin typeface="Cambria Math" panose="02040503050406030204" pitchFamily="18" charset="0"/>
                        </a:rPr>
                        <m:t>1.017,8 </m:t>
                      </m:r>
                    </m:oMath>
                  </m:oMathPara>
                </a14:m>
                <a:endParaRPr lang="es-CO" sz="1400" dirty="0"/>
              </a:p>
            </p:txBody>
          </p:sp>
        </mc:Choice>
        <mc:Fallback xmlns="">
          <p:sp>
            <p:nvSpPr>
              <p:cNvPr id="74" name="CuadroTexto 73">
                <a:extLst>
                  <a:ext uri="{FF2B5EF4-FFF2-40B4-BE49-F238E27FC236}">
                    <a16:creationId xmlns:a16="http://schemas.microsoft.com/office/drawing/2014/main" id="{589CAFA7-C139-EB0C-8B2D-B10E19F8F522}"/>
                  </a:ext>
                </a:extLst>
              </p:cNvPr>
              <p:cNvSpPr txBox="1">
                <a:spLocks noRot="1" noChangeAspect="1" noMove="1" noResize="1" noEditPoints="1" noAdjustHandles="1" noChangeArrowheads="1" noChangeShapeType="1" noTextEdit="1"/>
              </p:cNvSpPr>
              <p:nvPr/>
            </p:nvSpPr>
            <p:spPr>
              <a:xfrm>
                <a:off x="3475924" y="2628000"/>
                <a:ext cx="5366213" cy="439544"/>
              </a:xfrm>
              <a:prstGeom prst="rect">
                <a:avLst/>
              </a:prstGeom>
              <a:blipFill>
                <a:blip r:embed="rId3"/>
                <a:stretch>
                  <a:fillRect l="-227" b="-833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8CD296C9-7B6D-634C-61E3-F2F141917AC7}"/>
                  </a:ext>
                </a:extLst>
              </p:cNvPr>
              <p:cNvSpPr txBox="1"/>
              <p:nvPr/>
            </p:nvSpPr>
            <p:spPr>
              <a:xfrm>
                <a:off x="2982167" y="3312000"/>
                <a:ext cx="6352188" cy="4473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=0</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MX" sz="1400" b="0" i="1" smtClean="0">
                              <a:latin typeface="Cambria Math" panose="02040503050406030204" pitchFamily="18" charset="0"/>
                            </a:rPr>
                            <m:t>𝐵</m:t>
                          </m:r>
                        </m:e>
                      </m:d>
                      <m:r>
                        <a:rPr lang="es-MX" sz="1400" i="1">
                          <a:latin typeface="Cambria Math" panose="02040503050406030204" pitchFamily="18" charset="0"/>
                        </a:rPr>
                        <m:t>=</m:t>
                      </m:r>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440</m:t>
                          </m:r>
                        </m:num>
                        <m:den>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250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250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3</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100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4</m:t>
                              </m:r>
                            </m:sup>
                          </m:sSup>
                        </m:den>
                      </m:f>
                      <m:r>
                        <a:rPr lang="es-MX" sz="1400" b="0" i="1" smtClean="0">
                          <a:latin typeface="Cambria Math" panose="02040503050406030204" pitchFamily="18" charset="0"/>
                        </a:rPr>
                        <m:t>=−</m:t>
                      </m:r>
                      <m:r>
                        <a:rPr lang="es-ES" sz="1400" b="0" i="1" smtClean="0">
                          <a:latin typeface="Cambria Math" panose="02040503050406030204" pitchFamily="18" charset="0"/>
                        </a:rPr>
                        <m:t>1.019,4 </m:t>
                      </m:r>
                    </m:oMath>
                  </m:oMathPara>
                </a14:m>
                <a:endParaRPr lang="es-CO" sz="1400" dirty="0"/>
              </a:p>
            </p:txBody>
          </p:sp>
        </mc:Choice>
        <mc:Fallback xmlns="">
          <p:sp>
            <p:nvSpPr>
              <p:cNvPr id="75" name="CuadroTexto 74">
                <a:extLst>
                  <a:ext uri="{FF2B5EF4-FFF2-40B4-BE49-F238E27FC236}">
                    <a16:creationId xmlns:a16="http://schemas.microsoft.com/office/drawing/2014/main" id="{8CD296C9-7B6D-634C-61E3-F2F141917AC7}"/>
                  </a:ext>
                </a:extLst>
              </p:cNvPr>
              <p:cNvSpPr txBox="1">
                <a:spLocks noRot="1" noChangeAspect="1" noMove="1" noResize="1" noEditPoints="1" noAdjustHandles="1" noChangeArrowheads="1" noChangeShapeType="1" noTextEdit="1"/>
              </p:cNvSpPr>
              <p:nvPr/>
            </p:nvSpPr>
            <p:spPr>
              <a:xfrm>
                <a:off x="2982167" y="3312000"/>
                <a:ext cx="6352188" cy="447302"/>
              </a:xfrm>
              <a:prstGeom prst="rect">
                <a:avLst/>
              </a:prstGeom>
              <a:blipFill>
                <a:blip r:embed="rId4"/>
                <a:stretch>
                  <a:fillRect l="-96" b="-5405"/>
                </a:stretch>
              </a:blipFill>
            </p:spPr>
            <p:txBody>
              <a:bodyPr/>
              <a:lstStyle/>
              <a:p>
                <a:r>
                  <a:rPr lang="es-MX">
                    <a:noFill/>
                  </a:rPr>
                  <a:t> </a:t>
                </a:r>
              </a:p>
            </p:txBody>
          </p:sp>
        </mc:Fallback>
      </mc:AlternateContent>
      <p:sp>
        <p:nvSpPr>
          <p:cNvPr id="76" name="Content Placeholder 2">
            <a:extLst>
              <a:ext uri="{FF2B5EF4-FFF2-40B4-BE49-F238E27FC236}">
                <a16:creationId xmlns:a16="http://schemas.microsoft.com/office/drawing/2014/main" id="{A8F0FBD9-3AD5-D0BC-D2E0-35DF188C824D}"/>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solidFill>
                  <a:schemeClr val="tx1"/>
                </a:solidFill>
              </a:rPr>
              <a:t>Comparación en USD del mes cero</a:t>
            </a:r>
            <a:endParaRPr lang="es-ES_tradnl" sz="2400" dirty="0"/>
          </a:p>
        </p:txBody>
      </p:sp>
    </p:spTree>
    <p:extLst>
      <p:ext uri="{BB962C8B-B14F-4D97-AF65-F5344CB8AC3E}">
        <p14:creationId xmlns:p14="http://schemas.microsoft.com/office/powerpoint/2010/main" val="402079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4CA3D-2350-BA1B-BA78-B2155880A2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900E8F-C656-CE08-D8B2-E2F77D16311E}"/>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9</a:t>
            </a:fld>
            <a:endParaRPr lang="en-US" sz="2000" dirty="0"/>
          </a:p>
        </p:txBody>
      </p:sp>
      <p:sp>
        <p:nvSpPr>
          <p:cNvPr id="10" name="Title 1">
            <a:extLst>
              <a:ext uri="{FF2B5EF4-FFF2-40B4-BE49-F238E27FC236}">
                <a16:creationId xmlns:a16="http://schemas.microsoft.com/office/drawing/2014/main" id="{97DE0776-9BCE-4E65-F16E-6D88F8A06805}"/>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E920CFAF-B9F9-B1CA-3E85-13292EAC96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1FCBB7F-8EBC-3E3A-8343-B25BA93236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A52785FA-8B8D-31A9-16C3-D910AA53B1F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14" name="Straight Connector 12">
            <a:extLst>
              <a:ext uri="{FF2B5EF4-FFF2-40B4-BE49-F238E27FC236}">
                <a16:creationId xmlns:a16="http://schemas.microsoft.com/office/drawing/2014/main" id="{1148B111-CB0F-5833-BE2B-AE8EE2570BC0}"/>
              </a:ext>
            </a:extLst>
          </p:cNvPr>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84679E08-A6C7-5964-C207-6814FD81A23F}"/>
              </a:ext>
            </a:extLst>
          </p:cNvPr>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02076CF5-98C9-0EAD-AE59-92C2A597446C}"/>
              </a:ext>
            </a:extLst>
          </p:cNvPr>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7" name="Rectangle 11">
            <a:extLst>
              <a:ext uri="{FF2B5EF4-FFF2-40B4-BE49-F238E27FC236}">
                <a16:creationId xmlns:a16="http://schemas.microsoft.com/office/drawing/2014/main" id="{91A291C7-A9E5-75F6-B4AB-546D7E9F90A3}"/>
              </a:ext>
            </a:extLst>
          </p:cNvPr>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8" name="Rectangle 14">
            <a:extLst>
              <a:ext uri="{FF2B5EF4-FFF2-40B4-BE49-F238E27FC236}">
                <a16:creationId xmlns:a16="http://schemas.microsoft.com/office/drawing/2014/main" id="{3646D90C-25B0-6BE8-38D6-38CE9A79FC13}"/>
              </a:ext>
            </a:extLst>
          </p:cNvPr>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9" name="Rectangle 15">
            <a:extLst>
              <a:ext uri="{FF2B5EF4-FFF2-40B4-BE49-F238E27FC236}">
                <a16:creationId xmlns:a16="http://schemas.microsoft.com/office/drawing/2014/main" id="{BDE2F8FD-5F8E-41FF-3918-AB7FFC914BC9}"/>
              </a:ext>
            </a:extLst>
          </p:cNvPr>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0" name="Rectangle 16">
            <a:extLst>
              <a:ext uri="{FF2B5EF4-FFF2-40B4-BE49-F238E27FC236}">
                <a16:creationId xmlns:a16="http://schemas.microsoft.com/office/drawing/2014/main" id="{864D8B3D-2E5E-A6DC-A928-656D6CB1CF52}"/>
              </a:ext>
            </a:extLst>
          </p:cNvPr>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a:extLst>
              <a:ext uri="{FF2B5EF4-FFF2-40B4-BE49-F238E27FC236}">
                <a16:creationId xmlns:a16="http://schemas.microsoft.com/office/drawing/2014/main" id="{8FF1BFE1-235B-4EB7-1B65-DCEBA7F2BC92}"/>
              </a:ext>
            </a:extLst>
          </p:cNvPr>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9D279BF-A701-5E89-FF5A-8A4EF07C88E0}"/>
              </a:ext>
            </a:extLst>
          </p:cNvPr>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3" name="Rectangle 24">
            <a:extLst>
              <a:ext uri="{FF2B5EF4-FFF2-40B4-BE49-F238E27FC236}">
                <a16:creationId xmlns:a16="http://schemas.microsoft.com/office/drawing/2014/main" id="{5ACF6F89-C34A-E320-FF14-D38C562886FD}"/>
              </a:ext>
            </a:extLst>
          </p:cNvPr>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4" name="Straight Arrow Connector 25">
            <a:extLst>
              <a:ext uri="{FF2B5EF4-FFF2-40B4-BE49-F238E27FC236}">
                <a16:creationId xmlns:a16="http://schemas.microsoft.com/office/drawing/2014/main" id="{221D1E93-9BBD-EA50-F11C-AA479A87EAEC}"/>
              </a:ext>
            </a:extLst>
          </p:cNvPr>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7">
            <a:extLst>
              <a:ext uri="{FF2B5EF4-FFF2-40B4-BE49-F238E27FC236}">
                <a16:creationId xmlns:a16="http://schemas.microsoft.com/office/drawing/2014/main" id="{1620D150-9C83-C38B-8FA5-EB7A064397AC}"/>
              </a:ext>
            </a:extLst>
          </p:cNvPr>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6" name="Straight Connector 28">
            <a:extLst>
              <a:ext uri="{FF2B5EF4-FFF2-40B4-BE49-F238E27FC236}">
                <a16:creationId xmlns:a16="http://schemas.microsoft.com/office/drawing/2014/main" id="{9C931E4C-DCF1-47EC-56F1-A7829890918D}"/>
              </a:ext>
            </a:extLst>
          </p:cNvPr>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9">
            <a:extLst>
              <a:ext uri="{FF2B5EF4-FFF2-40B4-BE49-F238E27FC236}">
                <a16:creationId xmlns:a16="http://schemas.microsoft.com/office/drawing/2014/main" id="{AF77C9EF-45AE-5851-36FA-0B171CEF1956}"/>
              </a:ext>
            </a:extLst>
          </p:cNvPr>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0">
            <a:extLst>
              <a:ext uri="{FF2B5EF4-FFF2-40B4-BE49-F238E27FC236}">
                <a16:creationId xmlns:a16="http://schemas.microsoft.com/office/drawing/2014/main" id="{E85F3D40-6176-6288-B720-37C243634881}"/>
              </a:ext>
            </a:extLst>
          </p:cNvPr>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9" name="Rectangle 31">
            <a:extLst>
              <a:ext uri="{FF2B5EF4-FFF2-40B4-BE49-F238E27FC236}">
                <a16:creationId xmlns:a16="http://schemas.microsoft.com/office/drawing/2014/main" id="{3EF86D39-2AAC-2307-274C-5B05DC1B9F90}"/>
              </a:ext>
            </a:extLst>
          </p:cNvPr>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3">
            <a:extLst>
              <a:ext uri="{FF2B5EF4-FFF2-40B4-BE49-F238E27FC236}">
                <a16:creationId xmlns:a16="http://schemas.microsoft.com/office/drawing/2014/main" id="{9EADCE5B-392B-1E9C-ED04-8CAF8460BC8B}"/>
              </a:ext>
            </a:extLst>
          </p:cNvPr>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4">
            <a:extLst>
              <a:ext uri="{FF2B5EF4-FFF2-40B4-BE49-F238E27FC236}">
                <a16:creationId xmlns:a16="http://schemas.microsoft.com/office/drawing/2014/main" id="{CCB96E62-BC23-C50F-D36D-341D195E60FA}"/>
              </a:ext>
            </a:extLst>
          </p:cNvPr>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5">
            <a:extLst>
              <a:ext uri="{FF2B5EF4-FFF2-40B4-BE49-F238E27FC236}">
                <a16:creationId xmlns:a16="http://schemas.microsoft.com/office/drawing/2014/main" id="{EB92CF30-65CB-6921-65A6-DCB9A3FF4F24}"/>
              </a:ext>
            </a:extLst>
          </p:cNvPr>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4" name="Straight Arrow Connector 36">
            <a:extLst>
              <a:ext uri="{FF2B5EF4-FFF2-40B4-BE49-F238E27FC236}">
                <a16:creationId xmlns:a16="http://schemas.microsoft.com/office/drawing/2014/main" id="{CF4E64DA-D0DE-D2F5-D589-AE1B0545756E}"/>
              </a:ext>
            </a:extLst>
          </p:cNvPr>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7">
            <a:extLst>
              <a:ext uri="{FF2B5EF4-FFF2-40B4-BE49-F238E27FC236}">
                <a16:creationId xmlns:a16="http://schemas.microsoft.com/office/drawing/2014/main" id="{FDA7A25F-4C8C-BEEB-F36C-8969631ADAAA}"/>
              </a:ext>
            </a:extLst>
          </p:cNvPr>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6" name="Rectangle 38">
            <a:extLst>
              <a:ext uri="{FF2B5EF4-FFF2-40B4-BE49-F238E27FC236}">
                <a16:creationId xmlns:a16="http://schemas.microsoft.com/office/drawing/2014/main" id="{FAA4FC94-EA49-CE3C-E15D-EFAA5B9EA51D}"/>
              </a:ext>
            </a:extLst>
          </p:cNvPr>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37" name="Straight Arrow Connector 39">
            <a:extLst>
              <a:ext uri="{FF2B5EF4-FFF2-40B4-BE49-F238E27FC236}">
                <a16:creationId xmlns:a16="http://schemas.microsoft.com/office/drawing/2014/main" id="{9432B657-C511-06CF-47C6-18345FF7C8FD}"/>
              </a:ext>
            </a:extLst>
          </p:cNvPr>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40">
            <a:extLst>
              <a:ext uri="{FF2B5EF4-FFF2-40B4-BE49-F238E27FC236}">
                <a16:creationId xmlns:a16="http://schemas.microsoft.com/office/drawing/2014/main" id="{9261B424-438C-3C59-7E27-C87978567784}"/>
              </a:ext>
            </a:extLst>
          </p:cNvPr>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39" name="Rectangle 41">
            <a:extLst>
              <a:ext uri="{FF2B5EF4-FFF2-40B4-BE49-F238E27FC236}">
                <a16:creationId xmlns:a16="http://schemas.microsoft.com/office/drawing/2014/main" id="{8A337929-155F-0441-1090-283647CAD78C}"/>
              </a:ext>
            </a:extLst>
          </p:cNvPr>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42">
            <a:extLst>
              <a:ext uri="{FF2B5EF4-FFF2-40B4-BE49-F238E27FC236}">
                <a16:creationId xmlns:a16="http://schemas.microsoft.com/office/drawing/2014/main" id="{B559C03D-0529-745B-7D7C-76A4277EFE35}"/>
              </a:ext>
            </a:extLst>
          </p:cNvPr>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TextBox 4">
            <a:extLst>
              <a:ext uri="{FF2B5EF4-FFF2-40B4-BE49-F238E27FC236}">
                <a16:creationId xmlns:a16="http://schemas.microsoft.com/office/drawing/2014/main" id="{8CB436CD-306C-E84F-3DF6-AA916DBC3BA0}"/>
              </a:ext>
            </a:extLst>
          </p:cNvPr>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42" name="TextBox 32">
            <a:extLst>
              <a:ext uri="{FF2B5EF4-FFF2-40B4-BE49-F238E27FC236}">
                <a16:creationId xmlns:a16="http://schemas.microsoft.com/office/drawing/2014/main" id="{F6281D4A-1AA8-CC4C-A58B-2DD8C65F3BA3}"/>
              </a:ext>
            </a:extLst>
          </p:cNvPr>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43" name="CuadroTexto 42">
            <a:extLst>
              <a:ext uri="{FF2B5EF4-FFF2-40B4-BE49-F238E27FC236}">
                <a16:creationId xmlns:a16="http://schemas.microsoft.com/office/drawing/2014/main" id="{DFCFA18F-F4A2-733D-5948-9D33B51F2E6D}"/>
              </a:ext>
            </a:extLst>
          </p:cNvPr>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73" name="CuadroTexto 72">
            <a:extLst>
              <a:ext uri="{FF2B5EF4-FFF2-40B4-BE49-F238E27FC236}">
                <a16:creationId xmlns:a16="http://schemas.microsoft.com/office/drawing/2014/main" id="{FB693D14-6B7E-ABD3-9ACE-AC248291670A}"/>
              </a:ext>
            </a:extLst>
          </p:cNvPr>
          <p:cNvSpPr txBox="1"/>
          <p:nvPr/>
        </p:nvSpPr>
        <p:spPr>
          <a:xfrm>
            <a:off x="4427354" y="4697976"/>
            <a:ext cx="827471" cy="400110"/>
          </a:xfrm>
          <a:prstGeom prst="rect">
            <a:avLst/>
          </a:prstGeom>
          <a:noFill/>
        </p:spPr>
        <p:txBody>
          <a:bodyPr wrap="none" rtlCol="0">
            <a:spAutoFit/>
          </a:bodyPr>
          <a:lstStyle/>
          <a:p>
            <a:r>
              <a:rPr lang="es-CO" sz="2000"/>
              <a:t>meses</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682C00F3-F488-466F-B349-E396358C304C}"/>
                  </a:ext>
                </a:extLst>
              </p:cNvPr>
              <p:cNvSpPr txBox="1"/>
              <p:nvPr/>
            </p:nvSpPr>
            <p:spPr>
              <a:xfrm>
                <a:off x="2728925" y="2627756"/>
                <a:ext cx="5928739" cy="4351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=3</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CO" sz="1400" i="1">
                              <a:latin typeface="Cambria Math" panose="02040503050406030204" pitchFamily="18" charset="0"/>
                            </a:rPr>
                            <m:t>𝐴</m:t>
                          </m:r>
                        </m:e>
                      </m:d>
                      <m:r>
                        <a:rPr lang="es-MX" sz="1400" i="1">
                          <a:latin typeface="Cambria Math" panose="02040503050406030204" pitchFamily="18" charset="0"/>
                        </a:rPr>
                        <m:t>=</m:t>
                      </m:r>
                      <m:r>
                        <a:rPr lang="es-MX" sz="1400" b="0" i="1" smtClean="0">
                          <a:latin typeface="Cambria Math" panose="02040503050406030204" pitchFamily="18" charset="0"/>
                        </a:rPr>
                        <m:t>−300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r>
                        <a:rPr lang="es-ES" sz="1400" b="0" i="1" smtClean="0">
                          <a:latin typeface="Cambria Math" panose="02040503050406030204" pitchFamily="18" charset="0"/>
                        </a:rPr>
                        <m:t>±</m:t>
                      </m:r>
                      <m:r>
                        <a:rPr lang="es-MX" sz="1400" b="0" i="1" smtClean="0">
                          <a:latin typeface="Cambria Math" panose="02040503050406030204" pitchFamily="18" charset="0"/>
                        </a:rPr>
                        <m:t>500</m:t>
                      </m:r>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240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1</m:t>
                              </m:r>
                            </m:sup>
                          </m:sSup>
                        </m:den>
                      </m:f>
                      <m:r>
                        <a:rPr lang="es-MX" sz="1400" i="1">
                          <a:latin typeface="Cambria Math" panose="02040503050406030204" pitchFamily="18" charset="0"/>
                        </a:rPr>
                        <m:t>=</m:t>
                      </m:r>
                      <m:r>
                        <a:rPr lang="es-CO" sz="1400" i="1">
                          <a:latin typeface="Cambria Math" panose="02040503050406030204" pitchFamily="18" charset="0"/>
                        </a:rPr>
                        <m:t> </m:t>
                      </m:r>
                      <m:r>
                        <a:rPr lang="es-MX" sz="1400" b="0" i="1" smtClean="0">
                          <a:latin typeface="Cambria Math" panose="02040503050406030204" pitchFamily="18" charset="0"/>
                        </a:rPr>
                        <m:t>−</m:t>
                      </m:r>
                      <m:r>
                        <a:rPr lang="es-ES" sz="1400" b="0" i="1" smtClean="0">
                          <a:latin typeface="Cambria Math" panose="02040503050406030204" pitchFamily="18" charset="0"/>
                        </a:rPr>
                        <m:t>1.048,6 </m:t>
                      </m:r>
                    </m:oMath>
                  </m:oMathPara>
                </a14:m>
                <a:endParaRPr lang="es-CO" sz="1400" dirty="0"/>
              </a:p>
            </p:txBody>
          </p:sp>
        </mc:Choice>
        <mc:Fallback xmlns="">
          <p:sp>
            <p:nvSpPr>
              <p:cNvPr id="74" name="CuadroTexto 73">
                <a:extLst>
                  <a:ext uri="{FF2B5EF4-FFF2-40B4-BE49-F238E27FC236}">
                    <a16:creationId xmlns:a16="http://schemas.microsoft.com/office/drawing/2014/main" id="{682C00F3-F488-466F-B349-E396358C304C}"/>
                  </a:ext>
                </a:extLst>
              </p:cNvPr>
              <p:cNvSpPr txBox="1">
                <a:spLocks noRot="1" noChangeAspect="1" noMove="1" noResize="1" noEditPoints="1" noAdjustHandles="1" noChangeArrowheads="1" noChangeShapeType="1" noTextEdit="1"/>
              </p:cNvSpPr>
              <p:nvPr/>
            </p:nvSpPr>
            <p:spPr>
              <a:xfrm>
                <a:off x="2728925" y="2627756"/>
                <a:ext cx="5928739" cy="435184"/>
              </a:xfrm>
              <a:prstGeom prst="rect">
                <a:avLst/>
              </a:prstGeom>
              <a:blipFill>
                <a:blip r:embed="rId3"/>
                <a:stretch>
                  <a:fillRect l="-103" b="-845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FF439D3C-F1C3-06A9-26D8-AE4C3AF7B6D4}"/>
                  </a:ext>
                </a:extLst>
              </p:cNvPr>
              <p:cNvSpPr txBox="1"/>
              <p:nvPr/>
            </p:nvSpPr>
            <p:spPr>
              <a:xfrm>
                <a:off x="2290792" y="3312129"/>
                <a:ext cx="6695872" cy="4351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=3</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MX" sz="1400" b="0" i="1" smtClean="0">
                              <a:latin typeface="Cambria Math" panose="02040503050406030204" pitchFamily="18" charset="0"/>
                            </a:rPr>
                            <m:t>𝐵</m:t>
                          </m:r>
                        </m:e>
                      </m:d>
                      <m:r>
                        <a:rPr lang="es-MX" sz="1400" i="1">
                          <a:latin typeface="Cambria Math" panose="02040503050406030204" pitchFamily="18" charset="0"/>
                        </a:rPr>
                        <m:t>=</m:t>
                      </m:r>
                      <m:r>
                        <a:rPr lang="es-MX" sz="1400" b="0" i="1" smtClean="0">
                          <a:latin typeface="Cambria Math" panose="02040503050406030204" pitchFamily="18" charset="0"/>
                        </a:rPr>
                        <m:t>−</m:t>
                      </m:r>
                      <m:r>
                        <a:rPr lang="es-ES" sz="1400" b="0" i="1" smtClean="0">
                          <a:latin typeface="Cambria Math" panose="02040503050406030204" pitchFamily="18" charset="0"/>
                        </a:rPr>
                        <m:t>440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r>
                        <a:rPr lang="es-MX" sz="1400" b="0" i="1" smtClean="0">
                          <a:latin typeface="Cambria Math" panose="02040503050406030204" pitchFamily="18" charset="0"/>
                        </a:rPr>
                        <m:t>−</m:t>
                      </m:r>
                      <m:r>
                        <a:rPr lang="es-ES" sz="1400" b="0" i="1" smtClean="0">
                          <a:latin typeface="Cambria Math" panose="02040503050406030204" pitchFamily="18" charset="0"/>
                        </a:rPr>
                        <m:t>250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1</m:t>
                          </m:r>
                        </m:sup>
                      </m:sSup>
                      <m:r>
                        <a:rPr lang="es-MX" sz="1400" b="0" i="1" smtClean="0">
                          <a:latin typeface="Cambria Math" panose="02040503050406030204" pitchFamily="18" charset="0"/>
                        </a:rPr>
                        <m:t>−250−</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100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1</m:t>
                              </m:r>
                            </m:sup>
                          </m:sSup>
                        </m:den>
                      </m:f>
                      <m:r>
                        <a:rPr lang="es-MX" sz="1400" i="1">
                          <a:latin typeface="Cambria Math" panose="02040503050406030204" pitchFamily="18" charset="0"/>
                        </a:rPr>
                        <m:t>=</m:t>
                      </m:r>
                      <m:r>
                        <a:rPr lang="es-MX" sz="1400" b="0" i="1" smtClean="0">
                          <a:latin typeface="Cambria Math" panose="02040503050406030204" pitchFamily="18" charset="0"/>
                        </a:rPr>
                        <m:t>−</m:t>
                      </m:r>
                      <m:r>
                        <a:rPr lang="es-ES" sz="1400" b="0" i="1" smtClean="0">
                          <a:latin typeface="Cambria Math" panose="02040503050406030204" pitchFamily="18" charset="0"/>
                        </a:rPr>
                        <m:t>1.050,3</m:t>
                      </m:r>
                    </m:oMath>
                  </m:oMathPara>
                </a14:m>
                <a:endParaRPr lang="es-CO" sz="1400" dirty="0"/>
              </a:p>
            </p:txBody>
          </p:sp>
        </mc:Choice>
        <mc:Fallback xmlns="">
          <p:sp>
            <p:nvSpPr>
              <p:cNvPr id="75" name="CuadroTexto 74">
                <a:extLst>
                  <a:ext uri="{FF2B5EF4-FFF2-40B4-BE49-F238E27FC236}">
                    <a16:creationId xmlns:a16="http://schemas.microsoft.com/office/drawing/2014/main" id="{FF439D3C-F1C3-06A9-26D8-AE4C3AF7B6D4}"/>
                  </a:ext>
                </a:extLst>
              </p:cNvPr>
              <p:cNvSpPr txBox="1">
                <a:spLocks noRot="1" noChangeAspect="1" noMove="1" noResize="1" noEditPoints="1" noAdjustHandles="1" noChangeArrowheads="1" noChangeShapeType="1" noTextEdit="1"/>
              </p:cNvSpPr>
              <p:nvPr/>
            </p:nvSpPr>
            <p:spPr>
              <a:xfrm>
                <a:off x="2290792" y="3312129"/>
                <a:ext cx="6695872" cy="435184"/>
              </a:xfrm>
              <a:prstGeom prst="rect">
                <a:avLst/>
              </a:prstGeom>
              <a:blipFill>
                <a:blip r:embed="rId4"/>
                <a:stretch>
                  <a:fillRect b="-6944"/>
                </a:stretch>
              </a:blipFill>
            </p:spPr>
            <p:txBody>
              <a:bodyPr/>
              <a:lstStyle/>
              <a:p>
                <a:r>
                  <a:rPr lang="es-MX">
                    <a:noFill/>
                  </a:rPr>
                  <a:t> </a:t>
                </a:r>
              </a:p>
            </p:txBody>
          </p:sp>
        </mc:Fallback>
      </mc:AlternateContent>
      <p:sp>
        <p:nvSpPr>
          <p:cNvPr id="76" name="Content Placeholder 2">
            <a:extLst>
              <a:ext uri="{FF2B5EF4-FFF2-40B4-BE49-F238E27FC236}">
                <a16:creationId xmlns:a16="http://schemas.microsoft.com/office/drawing/2014/main" id="{31E93702-227C-771A-27C8-72839402BE69}"/>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solidFill>
                  <a:schemeClr val="tx1"/>
                </a:solidFill>
              </a:rPr>
              <a:t>Comparación en USD del mes tres</a:t>
            </a:r>
            <a:endParaRPr lang="es-ES_tradnl" sz="2400" dirty="0"/>
          </a:p>
        </p:txBody>
      </p:sp>
    </p:spTree>
    <p:extLst>
      <p:ext uri="{BB962C8B-B14F-4D97-AF65-F5344CB8AC3E}">
        <p14:creationId xmlns:p14="http://schemas.microsoft.com/office/powerpoint/2010/main" val="93417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8C8C3-E7EA-1D89-7DCF-0D8D7CB2D7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5C996F-1B0C-DF63-6677-14C923A9CF6A}"/>
              </a:ext>
            </a:extLst>
          </p:cNvPr>
          <p:cNvSpPr>
            <a:spLocks noGrp="1"/>
          </p:cNvSpPr>
          <p:nvPr>
            <p:ph idx="1"/>
          </p:nvPr>
        </p:nvSpPr>
        <p:spPr>
          <a:xfrm>
            <a:off x="607502" y="2035466"/>
            <a:ext cx="11029615" cy="1564898"/>
          </a:xfrm>
        </p:spPr>
        <p:txBody>
          <a:bodyPr>
            <a:normAutofit/>
          </a:bodyPr>
          <a:lstStyle/>
          <a:p>
            <a:pPr marL="0" indent="0" algn="just">
              <a:buNone/>
            </a:pPr>
            <a:r>
              <a:rPr lang="es-ES_tradnl" sz="2400" b="1" dirty="0">
                <a:solidFill>
                  <a:schemeClr val="tx1"/>
                </a:solidFill>
              </a:rPr>
              <a:t>Ejercicio 1: </a:t>
            </a:r>
            <a:r>
              <a:rPr lang="es-MX" sz="2400" dirty="0"/>
              <a:t>Usted tiene el siguiente esquema de pagos mensuales a un banco que le prestó al 3% MV entre el mes 1 y el 3, y al 2% MV entre el mes 4 y 7. ¿Cuánto debería pagar usted si quiere hacer un único pago en el mes 0?</a:t>
            </a:r>
          </a:p>
          <a:p>
            <a:pPr marL="0" indent="0" algn="just">
              <a:buNone/>
            </a:pPr>
            <a:endParaRPr lang="es-ES_tradnl" sz="2400" dirty="0"/>
          </a:p>
        </p:txBody>
      </p:sp>
      <p:sp>
        <p:nvSpPr>
          <p:cNvPr id="4" name="Slide Number Placeholder 3">
            <a:extLst>
              <a:ext uri="{FF2B5EF4-FFF2-40B4-BE49-F238E27FC236}">
                <a16:creationId xmlns:a16="http://schemas.microsoft.com/office/drawing/2014/main" id="{5DEDFE8D-E93F-94E7-A395-10074A0BE5EC}"/>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10</a:t>
            </a:fld>
            <a:endParaRPr lang="en-US" sz="2000" dirty="0"/>
          </a:p>
        </p:txBody>
      </p:sp>
      <p:sp>
        <p:nvSpPr>
          <p:cNvPr id="11" name="Title 1">
            <a:extLst>
              <a:ext uri="{FF2B5EF4-FFF2-40B4-BE49-F238E27FC236}">
                <a16:creationId xmlns:a16="http://schemas.microsoft.com/office/drawing/2014/main" id="{69B9A805-7D94-43DA-A1B8-A9F5B69E3E72}"/>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BCAACF8F-B386-53FE-110D-E4813F7BF0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37113658-1188-AD6E-4506-398FB313C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9A523F1F-66CA-4BC3-7675-8AFA4F40534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3BE7E475-4DE3-222F-AFD4-2BDD28E5406F}"/>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13">
            <a:extLst>
              <a:ext uri="{FF2B5EF4-FFF2-40B4-BE49-F238E27FC236}">
                <a16:creationId xmlns:a16="http://schemas.microsoft.com/office/drawing/2014/main" id="{B3A9A1FC-8C51-D1E2-CAF9-EF444167FBF4}"/>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3">
            <a:extLst>
              <a:ext uri="{FF2B5EF4-FFF2-40B4-BE49-F238E27FC236}">
                <a16:creationId xmlns:a16="http://schemas.microsoft.com/office/drawing/2014/main" id="{E97B14CD-2EA6-3E84-3265-08EB23D5C153}"/>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 name="Rectangle 32">
            <a:extLst>
              <a:ext uri="{FF2B5EF4-FFF2-40B4-BE49-F238E27FC236}">
                <a16:creationId xmlns:a16="http://schemas.microsoft.com/office/drawing/2014/main" id="{DCB23D3C-E15F-8CDB-5BFD-6087CD8B7159}"/>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10" name="Rectangle 11">
            <a:extLst>
              <a:ext uri="{FF2B5EF4-FFF2-40B4-BE49-F238E27FC236}">
                <a16:creationId xmlns:a16="http://schemas.microsoft.com/office/drawing/2014/main" id="{69DF1846-71DD-AC86-22EE-94B09B1E5941}"/>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3" name="Rectangle 14">
            <a:extLst>
              <a:ext uri="{FF2B5EF4-FFF2-40B4-BE49-F238E27FC236}">
                <a16:creationId xmlns:a16="http://schemas.microsoft.com/office/drawing/2014/main" id="{3374C68A-C4A0-C277-F51E-CECC42B08842}"/>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15">
            <a:extLst>
              <a:ext uri="{FF2B5EF4-FFF2-40B4-BE49-F238E27FC236}">
                <a16:creationId xmlns:a16="http://schemas.microsoft.com/office/drawing/2014/main" id="{9001F623-3A27-6A5D-DCE8-867094DB3804}"/>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5" name="Rectangle 16">
            <a:extLst>
              <a:ext uri="{FF2B5EF4-FFF2-40B4-BE49-F238E27FC236}">
                <a16:creationId xmlns:a16="http://schemas.microsoft.com/office/drawing/2014/main" id="{0B164CE4-4BD2-BCBE-7C18-829AB23324CB}"/>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46" name="Rectangle 17">
            <a:extLst>
              <a:ext uri="{FF2B5EF4-FFF2-40B4-BE49-F238E27FC236}">
                <a16:creationId xmlns:a16="http://schemas.microsoft.com/office/drawing/2014/main" id="{8CBB90AE-5DDA-C475-18B5-21FA8289AA4B}"/>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47" name="Rectangle 18">
            <a:extLst>
              <a:ext uri="{FF2B5EF4-FFF2-40B4-BE49-F238E27FC236}">
                <a16:creationId xmlns:a16="http://schemas.microsoft.com/office/drawing/2014/main" id="{F1F267E0-FD0A-BF9C-E504-8237F3B443A8}"/>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48" name="Rectangle 19">
            <a:extLst>
              <a:ext uri="{FF2B5EF4-FFF2-40B4-BE49-F238E27FC236}">
                <a16:creationId xmlns:a16="http://schemas.microsoft.com/office/drawing/2014/main" id="{264F2198-A723-BAE1-867C-8885F85A53C5}"/>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49" name="Straight Arrow Connector 20">
            <a:extLst>
              <a:ext uri="{FF2B5EF4-FFF2-40B4-BE49-F238E27FC236}">
                <a16:creationId xmlns:a16="http://schemas.microsoft.com/office/drawing/2014/main" id="{4CC5E5C6-177C-1B7A-9D28-A043DFAE88FA}"/>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0" name="Rectangle 21">
            <a:extLst>
              <a:ext uri="{FF2B5EF4-FFF2-40B4-BE49-F238E27FC236}">
                <a16:creationId xmlns:a16="http://schemas.microsoft.com/office/drawing/2014/main" id="{0EF6E7CA-79ED-5AD8-EEB4-9A8F4B99E2FB}"/>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51" name="Rectangle 24">
            <a:extLst>
              <a:ext uri="{FF2B5EF4-FFF2-40B4-BE49-F238E27FC236}">
                <a16:creationId xmlns:a16="http://schemas.microsoft.com/office/drawing/2014/main" id="{03FD167B-3144-0D8A-5C2B-633B41393AD6}"/>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52" name="Straight Arrow Connector 25">
            <a:extLst>
              <a:ext uri="{FF2B5EF4-FFF2-40B4-BE49-F238E27FC236}">
                <a16:creationId xmlns:a16="http://schemas.microsoft.com/office/drawing/2014/main" id="{8D282354-2ADF-9882-9AD6-0A3D2FB5C83B}"/>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26">
            <a:extLst>
              <a:ext uri="{FF2B5EF4-FFF2-40B4-BE49-F238E27FC236}">
                <a16:creationId xmlns:a16="http://schemas.microsoft.com/office/drawing/2014/main" id="{31A64B39-D8B4-A7A7-337C-76851D6B63DA}"/>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4" name="Rectangle 27">
            <a:extLst>
              <a:ext uri="{FF2B5EF4-FFF2-40B4-BE49-F238E27FC236}">
                <a16:creationId xmlns:a16="http://schemas.microsoft.com/office/drawing/2014/main" id="{DCBA689D-66E2-7DB3-508D-A735C0CEBE51}"/>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Tree>
    <p:extLst>
      <p:ext uri="{BB962C8B-B14F-4D97-AF65-F5344CB8AC3E}">
        <p14:creationId xmlns:p14="http://schemas.microsoft.com/office/powerpoint/2010/main" val="169802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3" grpId="0"/>
      <p:bldP spid="27" grpId="0"/>
      <p:bldP spid="45" grpId="0"/>
      <p:bldP spid="46" grpId="0"/>
      <p:bldP spid="47" grpId="0"/>
      <p:bldP spid="48" grpId="0"/>
      <p:bldP spid="50" grpId="0"/>
      <p:bldP spid="51" grpId="0"/>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F7195-DDB4-E0F8-B093-94DA5A90D2A6}"/>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372A8A39-3917-9ED9-E8F6-BE081FFE3AFB}"/>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5" name="Rectangle 11">
            <a:extLst>
              <a:ext uri="{FF2B5EF4-FFF2-40B4-BE49-F238E27FC236}">
                <a16:creationId xmlns:a16="http://schemas.microsoft.com/office/drawing/2014/main" id="{746F8C3D-C198-CE4C-0D57-5148D7608C50}"/>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6" name="Rectangle 14">
            <a:extLst>
              <a:ext uri="{FF2B5EF4-FFF2-40B4-BE49-F238E27FC236}">
                <a16:creationId xmlns:a16="http://schemas.microsoft.com/office/drawing/2014/main" id="{24451E39-E346-BF0F-9EC1-87B803319FB9}"/>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24">
            <a:extLst>
              <a:ext uri="{FF2B5EF4-FFF2-40B4-BE49-F238E27FC236}">
                <a16:creationId xmlns:a16="http://schemas.microsoft.com/office/drawing/2014/main" id="{E4E803ED-4946-B0FE-553E-0C7197B0D816}"/>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8" name="Straight Arrow Connector 25">
            <a:extLst>
              <a:ext uri="{FF2B5EF4-FFF2-40B4-BE49-F238E27FC236}">
                <a16:creationId xmlns:a16="http://schemas.microsoft.com/office/drawing/2014/main" id="{C1C8D3B1-5F52-D004-4283-54016AD0CEA8}"/>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D4E4FD05-66E3-A142-C866-652656724398}"/>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6A513013-6D88-9CA1-6E96-7B6F22744F73}"/>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pic>
        <p:nvPicPr>
          <p:cNvPr id="38" name="Imagen 37">
            <a:extLst>
              <a:ext uri="{FF2B5EF4-FFF2-40B4-BE49-F238E27FC236}">
                <a16:creationId xmlns:a16="http://schemas.microsoft.com/office/drawing/2014/main" id="{4E2DB461-9B0F-3EC4-1F1E-2D17A74FDEBD}"/>
              </a:ext>
            </a:extLst>
          </p:cNvPr>
          <p:cNvPicPr>
            <a:picLocks noChangeAspect="1"/>
          </p:cNvPicPr>
          <p:nvPr/>
        </p:nvPicPr>
        <p:blipFill>
          <a:blip r:embed="rId3"/>
          <a:srcRect l="-2849" t="-4365" r="-1" b="3"/>
          <a:stretch>
            <a:fillRect/>
          </a:stretch>
        </p:blipFill>
        <p:spPr>
          <a:xfrm>
            <a:off x="5401845" y="3644143"/>
            <a:ext cx="3683149" cy="2572655"/>
          </a:xfrm>
          <a:prstGeom prst="rect">
            <a:avLst/>
          </a:prstGeom>
        </p:spPr>
      </p:pic>
      <p:sp>
        <p:nvSpPr>
          <p:cNvPr id="4" name="Slide Number Placeholder 3">
            <a:extLst>
              <a:ext uri="{FF2B5EF4-FFF2-40B4-BE49-F238E27FC236}">
                <a16:creationId xmlns:a16="http://schemas.microsoft.com/office/drawing/2014/main" id="{224AEAF1-44E3-03CC-65DC-0756E42C2EFD}"/>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11</a:t>
            </a:fld>
            <a:endParaRPr lang="en-US" sz="2000" dirty="0"/>
          </a:p>
        </p:txBody>
      </p:sp>
      <p:sp>
        <p:nvSpPr>
          <p:cNvPr id="11" name="Title 1">
            <a:extLst>
              <a:ext uri="{FF2B5EF4-FFF2-40B4-BE49-F238E27FC236}">
                <a16:creationId xmlns:a16="http://schemas.microsoft.com/office/drawing/2014/main" id="{08CB08BB-41A2-8832-9BB1-F255CDABD11B}"/>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0DB440B2-A1A7-5318-5B86-E4E556DB95F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AB362C67-5503-F753-2824-4A16113F85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955CD7B1-F812-749B-410D-1C5A6B35559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6F6BCA68-73FA-B400-2C58-2CB49FA29A15}"/>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0</a:t>
            </a:r>
            <a:r>
              <a:rPr lang="es-ES_tradnl" sz="2400" dirty="0"/>
              <a:t>?</a:t>
            </a:r>
          </a:p>
        </p:txBody>
      </p:sp>
      <p:cxnSp>
        <p:nvCxnSpPr>
          <p:cNvPr id="93" name="Straight Connector 12">
            <a:extLst>
              <a:ext uri="{FF2B5EF4-FFF2-40B4-BE49-F238E27FC236}">
                <a16:creationId xmlns:a16="http://schemas.microsoft.com/office/drawing/2014/main" id="{36FE80ED-881A-7A3F-83A6-7B4F1F4AFED6}"/>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699195C6-8B9E-1338-DFF9-039F14AB8968}"/>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E4BBE2CE-77BC-81F6-B597-ADE133FA102B}"/>
              </a:ext>
            </a:extLst>
          </p:cNvPr>
          <p:cNvSpPr>
            <a:spLocks/>
          </p:cNvSpPr>
          <p:nvPr/>
        </p:nvSpPr>
        <p:spPr bwMode="auto">
          <a:xfrm flipH="1">
            <a:off x="3192293" y="418993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0</a:t>
            </a:r>
          </a:p>
        </p:txBody>
      </p:sp>
      <p:sp>
        <p:nvSpPr>
          <p:cNvPr id="96" name="Rectangle 32">
            <a:extLst>
              <a:ext uri="{FF2B5EF4-FFF2-40B4-BE49-F238E27FC236}">
                <a16:creationId xmlns:a16="http://schemas.microsoft.com/office/drawing/2014/main" id="{95FD7E18-5197-99E2-6B43-EED6F8F58956}"/>
              </a:ext>
            </a:extLst>
          </p:cNvPr>
          <p:cNvSpPr>
            <a:spLocks/>
          </p:cNvSpPr>
          <p:nvPr/>
        </p:nvSpPr>
        <p:spPr bwMode="auto">
          <a:xfrm>
            <a:off x="7807706" y="567434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7" name="Rectangle 11">
            <a:extLst>
              <a:ext uri="{FF2B5EF4-FFF2-40B4-BE49-F238E27FC236}">
                <a16:creationId xmlns:a16="http://schemas.microsoft.com/office/drawing/2014/main" id="{7BA2DD86-86D8-2125-B399-8EA0BBC98BB3}"/>
              </a:ext>
            </a:extLst>
          </p:cNvPr>
          <p:cNvSpPr>
            <a:spLocks/>
          </p:cNvSpPr>
          <p:nvPr/>
        </p:nvSpPr>
        <p:spPr bwMode="auto">
          <a:xfrm>
            <a:off x="390380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1</a:t>
            </a:r>
          </a:p>
        </p:txBody>
      </p:sp>
      <p:sp>
        <p:nvSpPr>
          <p:cNvPr id="98" name="Rectangle 14">
            <a:extLst>
              <a:ext uri="{FF2B5EF4-FFF2-40B4-BE49-F238E27FC236}">
                <a16:creationId xmlns:a16="http://schemas.microsoft.com/office/drawing/2014/main" id="{32D81293-560F-9E5A-5620-E0E43D8E90F5}"/>
              </a:ext>
            </a:extLst>
          </p:cNvPr>
          <p:cNvSpPr>
            <a:spLocks/>
          </p:cNvSpPr>
          <p:nvPr/>
        </p:nvSpPr>
        <p:spPr bwMode="auto">
          <a:xfrm>
            <a:off x="4759702" y="418144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2</a:t>
            </a:r>
          </a:p>
        </p:txBody>
      </p:sp>
      <p:sp>
        <p:nvSpPr>
          <p:cNvPr id="99" name="Rectangle 15">
            <a:extLst>
              <a:ext uri="{FF2B5EF4-FFF2-40B4-BE49-F238E27FC236}">
                <a16:creationId xmlns:a16="http://schemas.microsoft.com/office/drawing/2014/main" id="{DC7C87AA-6E13-A95D-C332-3258DFA29D34}"/>
              </a:ext>
            </a:extLst>
          </p:cNvPr>
          <p:cNvSpPr>
            <a:spLocks/>
          </p:cNvSpPr>
          <p:nvPr/>
        </p:nvSpPr>
        <p:spPr bwMode="auto">
          <a:xfrm>
            <a:off x="5532775"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556BAD48-4E63-5032-1D5B-563B1781AA86}"/>
              </a:ext>
            </a:extLst>
          </p:cNvPr>
          <p:cNvSpPr>
            <a:spLocks/>
          </p:cNvSpPr>
          <p:nvPr/>
        </p:nvSpPr>
        <p:spPr bwMode="auto">
          <a:xfrm>
            <a:off x="6278238"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2CD8A702-8C5F-239C-3BBB-E388849B08AF}"/>
              </a:ext>
            </a:extLst>
          </p:cNvPr>
          <p:cNvSpPr>
            <a:spLocks/>
          </p:cNvSpPr>
          <p:nvPr/>
        </p:nvSpPr>
        <p:spPr bwMode="auto">
          <a:xfrm>
            <a:off x="6993220"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9F3D33DB-9CD8-5776-317C-26EDA13BE3DD}"/>
              </a:ext>
            </a:extLst>
          </p:cNvPr>
          <p:cNvSpPr>
            <a:spLocks/>
          </p:cNvSpPr>
          <p:nvPr/>
        </p:nvSpPr>
        <p:spPr bwMode="auto">
          <a:xfrm>
            <a:off x="784912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13FBB31F-FAA2-8AE2-62EE-A27F216DC90B}"/>
              </a:ext>
            </a:extLst>
          </p:cNvPr>
          <p:cNvSpPr>
            <a:spLocks/>
          </p:cNvSpPr>
          <p:nvPr/>
        </p:nvSpPr>
        <p:spPr bwMode="auto">
          <a:xfrm>
            <a:off x="8578253" y="420431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F6AB1D39-8A13-4808-BA25-DE3CE63480AB}"/>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3CD0A6AC-0481-735C-E614-5F61FDC6D5EE}"/>
              </a:ext>
            </a:extLst>
          </p:cNvPr>
          <p:cNvSpPr>
            <a:spLocks/>
          </p:cNvSpPr>
          <p:nvPr/>
        </p:nvSpPr>
        <p:spPr bwMode="auto">
          <a:xfrm>
            <a:off x="5534397" y="530501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106" name="Rectangle 24">
            <a:extLst>
              <a:ext uri="{FF2B5EF4-FFF2-40B4-BE49-F238E27FC236}">
                <a16:creationId xmlns:a16="http://schemas.microsoft.com/office/drawing/2014/main" id="{8C03F8B9-35EC-F74E-15DC-75329C67CBCA}"/>
              </a:ext>
            </a:extLst>
          </p:cNvPr>
          <p:cNvSpPr>
            <a:spLocks/>
          </p:cNvSpPr>
          <p:nvPr/>
        </p:nvSpPr>
        <p:spPr bwMode="auto">
          <a:xfrm>
            <a:off x="3974447" y="570012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500</a:t>
            </a:r>
          </a:p>
        </p:txBody>
      </p:sp>
      <p:cxnSp>
        <p:nvCxnSpPr>
          <p:cNvPr id="107" name="Straight Arrow Connector 25">
            <a:extLst>
              <a:ext uri="{FF2B5EF4-FFF2-40B4-BE49-F238E27FC236}">
                <a16:creationId xmlns:a16="http://schemas.microsoft.com/office/drawing/2014/main" id="{E5C358D6-6C12-E722-A245-16FC83A1FF67}"/>
              </a:ext>
            </a:extLst>
          </p:cNvPr>
          <p:cNvCxnSpPr/>
          <p:nvPr/>
        </p:nvCxnSpPr>
        <p:spPr>
          <a:xfrm flipH="1">
            <a:off x="4918028" y="4550338"/>
            <a:ext cx="2" cy="1061198"/>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33FF4955-313C-CDCB-8CA0-451378D6E03A}"/>
              </a:ext>
            </a:extLst>
          </p:cNvPr>
          <p:cNvCxnSpPr/>
          <p:nvPr/>
        </p:nvCxnSpPr>
        <p:spPr>
          <a:xfrm>
            <a:off x="3277894" y="4556241"/>
            <a:ext cx="0" cy="530599"/>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F1D7F55A-95B2-2ADB-8E20-90842A1EB782}"/>
              </a:ext>
            </a:extLst>
          </p:cNvPr>
          <p:cNvSpPr>
            <a:spLocks/>
          </p:cNvSpPr>
          <p:nvPr/>
        </p:nvSpPr>
        <p:spPr bwMode="auto">
          <a:xfrm>
            <a:off x="2353695" y="523979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300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13CD92D4-C7FF-9B89-EBD2-8EFF26602701}"/>
                  </a:ext>
                </a:extLst>
              </p:cNvPr>
              <p:cNvSpPr txBox="1"/>
              <p:nvPr/>
            </p:nvSpPr>
            <p:spPr>
              <a:xfrm>
                <a:off x="4240861" y="2936024"/>
                <a:ext cx="3483646" cy="4429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𝑃</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3</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f>
                        <m:fPr>
                          <m:ctrlPr>
                            <a:rPr lang="es-CO" sz="1400" i="1">
                              <a:latin typeface="Cambria Math" panose="02040503050406030204" pitchFamily="18" charset="0"/>
                            </a:rPr>
                          </m:ctrlPr>
                        </m:fPr>
                        <m:num>
                          <m:r>
                            <a:rPr lang="es-CO" sz="1400" i="1">
                              <a:latin typeface="Cambria Math" panose="02040503050406030204" pitchFamily="18" charset="0"/>
                            </a:rPr>
                            <m:t>240</m:t>
                          </m:r>
                        </m:num>
                        <m:den>
                          <m:d>
                            <m:dPr>
                              <m:ctrlPr>
                                <a:rPr lang="es-CO" sz="1400" i="1">
                                  <a:latin typeface="Cambria Math" panose="02040503050406030204" pitchFamily="18" charset="0"/>
                                </a:rPr>
                              </m:ctrlPr>
                            </m:dPr>
                            <m:e>
                              <m:r>
                                <a:rPr lang="es-CO" sz="1400" i="1">
                                  <a:latin typeface="Cambria Math" panose="02040503050406030204" pitchFamily="18" charset="0"/>
                                </a:rPr>
                                <m:t>1+2%</m:t>
                              </m:r>
                            </m:e>
                          </m:d>
                        </m:den>
                      </m:f>
                      <m:r>
                        <a:rPr lang="es-CO" sz="1400" i="1">
                          <a:latin typeface="Cambria Math" panose="02040503050406030204" pitchFamily="18" charset="0"/>
                        </a:rPr>
                        <m:t>−</m:t>
                      </m:r>
                      <m:f>
                        <m:fPr>
                          <m:ctrlPr>
                            <a:rPr lang="es-CO" sz="1400" i="1">
                              <a:latin typeface="Cambria Math" panose="02040503050406030204" pitchFamily="18" charset="0"/>
                            </a:rPr>
                          </m:ctrlPr>
                        </m:fPr>
                        <m:num>
                          <m:r>
                            <a:rPr lang="es-CO" sz="1400" i="1">
                              <a:latin typeface="Cambria Math" panose="02040503050406030204" pitchFamily="18" charset="0"/>
                            </a:rPr>
                            <m:t>470</m:t>
                          </m:r>
                        </m:num>
                        <m:den>
                          <m:sSup>
                            <m:sSupPr>
                              <m:ctrlPr>
                                <a:rPr lang="es-CO" sz="1400" i="1">
                                  <a:latin typeface="Cambria Math" panose="02040503050406030204" pitchFamily="18" charset="0"/>
                                </a:rPr>
                              </m:ctrlPr>
                            </m:sSupPr>
                            <m:e>
                              <m:r>
                                <a:rPr lang="es-CO" sz="1400" i="1">
                                  <a:latin typeface="Cambria Math" panose="02040503050406030204" pitchFamily="18" charset="0"/>
                                </a:rPr>
                                <m:t>(1+2%)</m:t>
                              </m:r>
                            </m:e>
                            <m:sup>
                              <m:r>
                                <a:rPr lang="es-CO" sz="1400" i="1">
                                  <a:latin typeface="Cambria Math" panose="02040503050406030204" pitchFamily="18" charset="0"/>
                                </a:rPr>
                                <m:t>4</m:t>
                              </m:r>
                            </m:sup>
                          </m:sSup>
                        </m:den>
                      </m:f>
                      <m:r>
                        <a:rPr lang="es-MX" sz="140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−669,50</m:t>
                      </m:r>
                    </m:oMath>
                  </m:oMathPara>
                </a14:m>
                <a:endParaRPr lang="es-CO" sz="1400" dirty="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13CD92D4-C7FF-9B89-EBD2-8EFF26602701}"/>
                  </a:ext>
                </a:extLst>
              </p:cNvPr>
              <p:cNvSpPr txBox="1">
                <a:spLocks noRot="1" noChangeAspect="1" noMove="1" noResize="1" noEditPoints="1" noAdjustHandles="1" noChangeArrowheads="1" noChangeShapeType="1" noTextEdit="1"/>
              </p:cNvSpPr>
              <p:nvPr/>
            </p:nvSpPr>
            <p:spPr>
              <a:xfrm>
                <a:off x="4240861" y="2936024"/>
                <a:ext cx="3483646" cy="442942"/>
              </a:xfrm>
              <a:prstGeom prst="rect">
                <a:avLst/>
              </a:prstGeom>
              <a:blipFill>
                <a:blip r:embed="rId5"/>
                <a:stretch>
                  <a:fillRect l="-701" t="-1389" r="-701" b="-16667"/>
                </a:stretch>
              </a:blipFill>
            </p:spPr>
            <p:txBody>
              <a:bodyPr/>
              <a:lstStyle/>
              <a:p>
                <a:r>
                  <a:rPr lang="es-MX">
                    <a:noFill/>
                  </a:rPr>
                  <a:t> </a:t>
                </a:r>
              </a:p>
            </p:txBody>
          </p:sp>
        </mc:Fallback>
      </mc:AlternateContent>
    </p:spTree>
    <p:extLst>
      <p:ext uri="{BB962C8B-B14F-4D97-AF65-F5344CB8AC3E}">
        <p14:creationId xmlns:p14="http://schemas.microsoft.com/office/powerpoint/2010/main" val="357728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P spid="95" grpId="0"/>
      <p:bldP spid="96" grpId="0"/>
      <p:bldP spid="97" grpId="0"/>
      <p:bldP spid="98" grpId="0"/>
      <p:bldP spid="99" grpId="0"/>
      <p:bldP spid="100" grpId="0"/>
      <p:bldP spid="101" grpId="0"/>
      <p:bldP spid="102" grpId="0"/>
      <p:bldP spid="103" grpId="0"/>
      <p:bldP spid="105" grpId="0"/>
      <p:bldP spid="106" grpId="0"/>
      <p:bldP spid="109" grpId="0"/>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36FE-BC20-007F-0A85-F69C73722B29}"/>
            </a:ext>
          </a:extLst>
        </p:cNvPr>
        <p:cNvGrpSpPr/>
        <p:nvPr/>
      </p:nvGrpSpPr>
      <p:grpSpPr>
        <a:xfrm>
          <a:off x="0" y="0"/>
          <a:ext cx="0" cy="0"/>
          <a:chOff x="0" y="0"/>
          <a:chExt cx="0" cy="0"/>
        </a:xfrm>
      </p:grpSpPr>
      <p:cxnSp>
        <p:nvCxnSpPr>
          <p:cNvPr id="2" name="Straight Arrow Connector 13">
            <a:extLst>
              <a:ext uri="{FF2B5EF4-FFF2-40B4-BE49-F238E27FC236}">
                <a16:creationId xmlns:a16="http://schemas.microsoft.com/office/drawing/2014/main" id="{5F525472-E521-B630-218E-AEC342E9D6BC}"/>
              </a:ext>
            </a:extLst>
          </p:cNvPr>
          <p:cNvCxnSpPr/>
          <p:nvPr/>
        </p:nvCxnSpPr>
        <p:spPr>
          <a:xfrm flipH="1">
            <a:off x="8741096" y="456578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 name="Rectangle 32">
            <a:extLst>
              <a:ext uri="{FF2B5EF4-FFF2-40B4-BE49-F238E27FC236}">
                <a16:creationId xmlns:a16="http://schemas.microsoft.com/office/drawing/2014/main" id="{432F146F-32C7-BFB7-8368-84BE1F287F80}"/>
              </a:ext>
            </a:extLst>
          </p:cNvPr>
          <p:cNvSpPr>
            <a:spLocks/>
          </p:cNvSpPr>
          <p:nvPr/>
        </p:nvSpPr>
        <p:spPr bwMode="auto">
          <a:xfrm>
            <a:off x="7807372" y="567755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5" name="Rectangle 16">
            <a:extLst>
              <a:ext uri="{FF2B5EF4-FFF2-40B4-BE49-F238E27FC236}">
                <a16:creationId xmlns:a16="http://schemas.microsoft.com/office/drawing/2014/main" id="{75D4741F-2822-6A2E-111F-036A7AE53ACF}"/>
              </a:ext>
            </a:extLst>
          </p:cNvPr>
          <p:cNvSpPr>
            <a:spLocks/>
          </p:cNvSpPr>
          <p:nvPr/>
        </p:nvSpPr>
        <p:spPr bwMode="auto">
          <a:xfrm>
            <a:off x="6277904"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6" name="Rectangle 17">
            <a:extLst>
              <a:ext uri="{FF2B5EF4-FFF2-40B4-BE49-F238E27FC236}">
                <a16:creationId xmlns:a16="http://schemas.microsoft.com/office/drawing/2014/main" id="{18707495-EE63-BDA1-187E-AC866BDD54EA}"/>
              </a:ext>
            </a:extLst>
          </p:cNvPr>
          <p:cNvSpPr>
            <a:spLocks/>
          </p:cNvSpPr>
          <p:nvPr/>
        </p:nvSpPr>
        <p:spPr bwMode="auto">
          <a:xfrm>
            <a:off x="6992886"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7" name="Rectangle 18">
            <a:extLst>
              <a:ext uri="{FF2B5EF4-FFF2-40B4-BE49-F238E27FC236}">
                <a16:creationId xmlns:a16="http://schemas.microsoft.com/office/drawing/2014/main" id="{EB138E5B-91C1-55EB-48F2-79806522E041}"/>
              </a:ext>
            </a:extLst>
          </p:cNvPr>
          <p:cNvSpPr>
            <a:spLocks/>
          </p:cNvSpPr>
          <p:nvPr/>
        </p:nvSpPr>
        <p:spPr bwMode="auto">
          <a:xfrm>
            <a:off x="7848787"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8" name="Rectangle 19">
            <a:extLst>
              <a:ext uri="{FF2B5EF4-FFF2-40B4-BE49-F238E27FC236}">
                <a16:creationId xmlns:a16="http://schemas.microsoft.com/office/drawing/2014/main" id="{0F50BA7F-E34E-BE10-BBDB-E4D4F9FFF429}"/>
              </a:ext>
            </a:extLst>
          </p:cNvPr>
          <p:cNvSpPr>
            <a:spLocks/>
          </p:cNvSpPr>
          <p:nvPr/>
        </p:nvSpPr>
        <p:spPr bwMode="auto">
          <a:xfrm>
            <a:off x="8577919" y="42075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9" name="Straight Arrow Connector 20">
            <a:extLst>
              <a:ext uri="{FF2B5EF4-FFF2-40B4-BE49-F238E27FC236}">
                <a16:creationId xmlns:a16="http://schemas.microsoft.com/office/drawing/2014/main" id="{0F8F315A-F3A4-9B97-0DF2-5B9B9660996D}"/>
              </a:ext>
            </a:extLst>
          </p:cNvPr>
          <p:cNvCxnSpPr/>
          <p:nvPr/>
        </p:nvCxnSpPr>
        <p:spPr>
          <a:xfrm flipH="1">
            <a:off x="6477644" y="456578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1">
            <a:extLst>
              <a:ext uri="{FF2B5EF4-FFF2-40B4-BE49-F238E27FC236}">
                <a16:creationId xmlns:a16="http://schemas.microsoft.com/office/drawing/2014/main" id="{AA4B922D-C9CB-3D37-5C19-E62DCFFC55CF}"/>
              </a:ext>
            </a:extLst>
          </p:cNvPr>
          <p:cNvSpPr>
            <a:spLocks/>
          </p:cNvSpPr>
          <p:nvPr/>
        </p:nvSpPr>
        <p:spPr bwMode="auto">
          <a:xfrm>
            <a:off x="5534063" y="530822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pic>
        <p:nvPicPr>
          <p:cNvPr id="38" name="Imagen 37">
            <a:extLst>
              <a:ext uri="{FF2B5EF4-FFF2-40B4-BE49-F238E27FC236}">
                <a16:creationId xmlns:a16="http://schemas.microsoft.com/office/drawing/2014/main" id="{0FD4DA9B-23D2-3EBD-4D1B-12AFB6F9B6DE}"/>
              </a:ext>
            </a:extLst>
          </p:cNvPr>
          <p:cNvPicPr>
            <a:picLocks noChangeAspect="1"/>
          </p:cNvPicPr>
          <p:nvPr/>
        </p:nvPicPr>
        <p:blipFill>
          <a:blip r:embed="rId3"/>
          <a:srcRect l="1348" t="90515"/>
          <a:stretch>
            <a:fillRect/>
          </a:stretch>
        </p:blipFill>
        <p:spPr>
          <a:xfrm>
            <a:off x="6010221" y="6010260"/>
            <a:ext cx="3037268" cy="198324"/>
          </a:xfrm>
          <a:prstGeom prst="rect">
            <a:avLst/>
          </a:prstGeom>
        </p:spPr>
      </p:pic>
      <p:sp>
        <p:nvSpPr>
          <p:cNvPr id="4" name="Slide Number Placeholder 3">
            <a:extLst>
              <a:ext uri="{FF2B5EF4-FFF2-40B4-BE49-F238E27FC236}">
                <a16:creationId xmlns:a16="http://schemas.microsoft.com/office/drawing/2014/main" id="{71362785-D1D0-32FD-F420-5AB0099B269E}"/>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12</a:t>
            </a:fld>
            <a:endParaRPr lang="en-US" sz="2000" dirty="0"/>
          </a:p>
        </p:txBody>
      </p:sp>
      <p:sp>
        <p:nvSpPr>
          <p:cNvPr id="11" name="Title 1">
            <a:extLst>
              <a:ext uri="{FF2B5EF4-FFF2-40B4-BE49-F238E27FC236}">
                <a16:creationId xmlns:a16="http://schemas.microsoft.com/office/drawing/2014/main" id="{4AAFEE1F-7BD8-C19B-EBA2-55F6042BF89B}"/>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BA9CBFFA-9AC0-75C0-E625-60AF8F6C50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40C88902-F242-7A74-49CD-646272F08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F5C7AFDF-1702-95ED-AD86-D60974E4395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21E459FD-1D84-D89E-8BAD-81D63F251D8D}"/>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0</a:t>
            </a:r>
            <a:r>
              <a:rPr lang="es-ES_tradnl" sz="2400" dirty="0"/>
              <a:t>?</a:t>
            </a:r>
          </a:p>
        </p:txBody>
      </p:sp>
      <p:cxnSp>
        <p:nvCxnSpPr>
          <p:cNvPr id="93" name="Straight Connector 12">
            <a:extLst>
              <a:ext uri="{FF2B5EF4-FFF2-40B4-BE49-F238E27FC236}">
                <a16:creationId xmlns:a16="http://schemas.microsoft.com/office/drawing/2014/main" id="{E1FEC88A-0E38-6B69-8F01-C8144C212DA2}"/>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D2DC7D1B-564C-D17F-93AF-77D4F1F85FD6}"/>
              </a:ext>
            </a:extLst>
          </p:cNvPr>
          <p:cNvCxnSpPr/>
          <p:nvPr/>
        </p:nvCxnSpPr>
        <p:spPr>
          <a:xfrm flipH="1">
            <a:off x="8741430" y="4562579"/>
            <a:ext cx="2" cy="1061198"/>
          </a:xfrm>
          <a:prstGeom prst="straightConnector1">
            <a:avLst/>
          </a:prstGeom>
          <a:ln w="28575">
            <a:solidFill>
              <a:schemeClr val="bg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33D74D45-013A-ADAF-19EA-7DC0126EE84A}"/>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6" name="Rectangle 32">
            <a:extLst>
              <a:ext uri="{FF2B5EF4-FFF2-40B4-BE49-F238E27FC236}">
                <a16:creationId xmlns:a16="http://schemas.microsoft.com/office/drawing/2014/main" id="{AD235C0B-E9B4-87E1-9453-983429BB5C5F}"/>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470</a:t>
            </a:r>
          </a:p>
        </p:txBody>
      </p:sp>
      <p:sp>
        <p:nvSpPr>
          <p:cNvPr id="97" name="Rectangle 11">
            <a:extLst>
              <a:ext uri="{FF2B5EF4-FFF2-40B4-BE49-F238E27FC236}">
                <a16:creationId xmlns:a16="http://schemas.microsoft.com/office/drawing/2014/main" id="{43C0140A-9292-ADD2-3364-41C1EA4A43BC}"/>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98" name="Rectangle 14">
            <a:extLst>
              <a:ext uri="{FF2B5EF4-FFF2-40B4-BE49-F238E27FC236}">
                <a16:creationId xmlns:a16="http://schemas.microsoft.com/office/drawing/2014/main" id="{C699BB66-C0A9-F9CE-C10E-1DD851838C06}"/>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99" name="Rectangle 15">
            <a:extLst>
              <a:ext uri="{FF2B5EF4-FFF2-40B4-BE49-F238E27FC236}">
                <a16:creationId xmlns:a16="http://schemas.microsoft.com/office/drawing/2014/main" id="{56F7C65B-F9C6-1020-6A2D-0835DED3EA5A}"/>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8A1220E1-F476-D7F1-63BD-7A320F095EC7}"/>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4</a:t>
            </a:r>
          </a:p>
        </p:txBody>
      </p:sp>
      <p:sp>
        <p:nvSpPr>
          <p:cNvPr id="101" name="Rectangle 17">
            <a:extLst>
              <a:ext uri="{FF2B5EF4-FFF2-40B4-BE49-F238E27FC236}">
                <a16:creationId xmlns:a16="http://schemas.microsoft.com/office/drawing/2014/main" id="{CDC13FD6-1A7C-B912-3998-57CA13933B6C}"/>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5</a:t>
            </a:r>
          </a:p>
        </p:txBody>
      </p:sp>
      <p:sp>
        <p:nvSpPr>
          <p:cNvPr id="102" name="Rectangle 18">
            <a:extLst>
              <a:ext uri="{FF2B5EF4-FFF2-40B4-BE49-F238E27FC236}">
                <a16:creationId xmlns:a16="http://schemas.microsoft.com/office/drawing/2014/main" id="{FC2BD1DA-F35E-243E-2BDE-658670E31916}"/>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6</a:t>
            </a:r>
          </a:p>
        </p:txBody>
      </p:sp>
      <p:sp>
        <p:nvSpPr>
          <p:cNvPr id="103" name="Rectangle 19">
            <a:extLst>
              <a:ext uri="{FF2B5EF4-FFF2-40B4-BE49-F238E27FC236}">
                <a16:creationId xmlns:a16="http://schemas.microsoft.com/office/drawing/2014/main" id="{088C9C6E-43F0-1437-A7E6-E578BC60936C}"/>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7</a:t>
            </a:r>
          </a:p>
        </p:txBody>
      </p:sp>
      <p:cxnSp>
        <p:nvCxnSpPr>
          <p:cNvPr id="104" name="Straight Arrow Connector 20">
            <a:extLst>
              <a:ext uri="{FF2B5EF4-FFF2-40B4-BE49-F238E27FC236}">
                <a16:creationId xmlns:a16="http://schemas.microsoft.com/office/drawing/2014/main" id="{655F718B-F98A-A55B-F62F-0B93C5EF7B99}"/>
              </a:ext>
            </a:extLst>
          </p:cNvPr>
          <p:cNvCxnSpPr/>
          <p:nvPr/>
        </p:nvCxnSpPr>
        <p:spPr>
          <a:xfrm flipH="1">
            <a:off x="6477978" y="4562579"/>
            <a:ext cx="2" cy="538066"/>
          </a:xfrm>
          <a:prstGeom prst="straightConnector1">
            <a:avLst/>
          </a:prstGeom>
          <a:ln w="28575">
            <a:solidFill>
              <a:schemeClr val="bg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BA656F77-6F01-D8DD-F93B-EEA4E901302E}"/>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240</a:t>
            </a:r>
          </a:p>
        </p:txBody>
      </p:sp>
      <p:sp>
        <p:nvSpPr>
          <p:cNvPr id="106" name="Rectangle 24">
            <a:extLst>
              <a:ext uri="{FF2B5EF4-FFF2-40B4-BE49-F238E27FC236}">
                <a16:creationId xmlns:a16="http://schemas.microsoft.com/office/drawing/2014/main" id="{F22BCACF-7F2C-64DD-80D1-83F82ED65537}"/>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107" name="Straight Arrow Connector 25">
            <a:extLst>
              <a:ext uri="{FF2B5EF4-FFF2-40B4-BE49-F238E27FC236}">
                <a16:creationId xmlns:a16="http://schemas.microsoft.com/office/drawing/2014/main" id="{E97AE4BF-4655-2B21-546B-59BEDA5630C2}"/>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9E7E9D29-D138-251F-BDA0-8E548953848A}"/>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591EE000-0267-71B0-7C93-7DDE32ABBBD2}"/>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40C6F476-5C54-F0BD-7B2B-F6A8583EF2DF}"/>
                  </a:ext>
                </a:extLst>
              </p:cNvPr>
              <p:cNvSpPr txBox="1"/>
              <p:nvPr/>
            </p:nvSpPr>
            <p:spPr>
              <a:xfrm>
                <a:off x="3767093" y="2844000"/>
                <a:ext cx="4294830" cy="4395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𝑃</m:t>
                          </m:r>
                        </m:e>
                        <m:sub>
                          <m:r>
                            <a:rPr lang="es-CO" sz="1400" b="0" i="1" smtClean="0">
                              <a:latin typeface="Cambria Math" panose="02040503050406030204" pitchFamily="18" charset="0"/>
                              <a:ea typeface="Cambria Math" panose="02040503050406030204" pitchFamily="18" charset="0"/>
                            </a:rPr>
                            <m:t>(0)</m:t>
                          </m:r>
                        </m:sub>
                      </m:sSub>
                      <m:r>
                        <a:rPr lang="es-CO" sz="1400" b="0" i="1" smtClean="0">
                          <a:latin typeface="Cambria Math" panose="02040503050406030204" pitchFamily="18" charset="0"/>
                          <a:ea typeface="Cambria Math" panose="02040503050406030204" pitchFamily="18" charset="0"/>
                        </a:rPr>
                        <m:t>=−300−</m:t>
                      </m:r>
                      <m:f>
                        <m:fPr>
                          <m:ctrlPr>
                            <a:rPr lang="es-CO" sz="1400" i="1" smtClean="0">
                              <a:latin typeface="Cambria Math" panose="02040503050406030204" pitchFamily="18" charset="0"/>
                              <a:ea typeface="Cambria Math" panose="02040503050406030204" pitchFamily="18" charset="0"/>
                            </a:rPr>
                          </m:ctrlPr>
                        </m:fPr>
                        <m:num>
                          <m:r>
                            <a:rPr lang="es-CO" sz="1400" b="0" i="1" smtClean="0">
                              <a:latin typeface="Cambria Math" panose="02040503050406030204" pitchFamily="18" charset="0"/>
                              <a:ea typeface="Cambria Math" panose="02040503050406030204" pitchFamily="18" charset="0"/>
                            </a:rPr>
                            <m:t>500</m:t>
                          </m:r>
                        </m:num>
                        <m:den>
                          <m:sSup>
                            <m:sSupPr>
                              <m:ctrlPr>
                                <a:rPr lang="es-CO" sz="1400" i="1">
                                  <a:latin typeface="Cambria Math" panose="02040503050406030204" pitchFamily="18" charset="0"/>
                                  <a:ea typeface="Cambria Math" panose="02040503050406030204" pitchFamily="18" charset="0"/>
                                </a:rPr>
                              </m:ctrlPr>
                            </m:sSupPr>
                            <m:e>
                              <m:d>
                                <m:dPr>
                                  <m:ctrlPr>
                                    <a:rPr lang="es-CO" sz="1400" b="0" i="1">
                                      <a:latin typeface="Cambria Math" panose="02040503050406030204" pitchFamily="18" charset="0"/>
                                      <a:ea typeface="Cambria Math" panose="02040503050406030204" pitchFamily="18" charset="0"/>
                                    </a:rPr>
                                  </m:ctrlPr>
                                </m:dPr>
                                <m:e>
                                  <m:r>
                                    <a:rPr lang="es-CO" sz="1400" b="0" i="1">
                                      <a:latin typeface="Cambria Math" panose="02040503050406030204" pitchFamily="18" charset="0"/>
                                      <a:ea typeface="Cambria Math" panose="02040503050406030204" pitchFamily="18" charset="0"/>
                                    </a:rPr>
                                    <m:t>1+</m:t>
                                  </m:r>
                                  <m:r>
                                    <a:rPr lang="es-CO" sz="1400" b="0" i="1" smtClean="0">
                                      <a:latin typeface="Cambria Math" panose="02040503050406030204" pitchFamily="18" charset="0"/>
                                      <a:ea typeface="Cambria Math" panose="02040503050406030204" pitchFamily="18" charset="0"/>
                                    </a:rPr>
                                    <m:t>3</m:t>
                                  </m:r>
                                  <m:r>
                                    <a:rPr lang="es-CO" sz="1400" b="0" i="1">
                                      <a:latin typeface="Cambria Math" panose="02040503050406030204" pitchFamily="18" charset="0"/>
                                      <a:ea typeface="Cambria Math" panose="02040503050406030204" pitchFamily="18" charset="0"/>
                                    </a:rPr>
                                    <m:t>%</m:t>
                                  </m:r>
                                </m:e>
                              </m:d>
                            </m:e>
                            <m:sup>
                              <m:r>
                                <a:rPr lang="es-CO" sz="1400" b="0" i="1" smtClean="0">
                                  <a:latin typeface="Cambria Math" panose="02040503050406030204" pitchFamily="18" charset="0"/>
                                  <a:ea typeface="Cambria Math" panose="02040503050406030204" pitchFamily="18" charset="0"/>
                                </a:rPr>
                                <m:t>2</m:t>
                              </m:r>
                            </m:sup>
                          </m:sSup>
                        </m:den>
                      </m:f>
                      <m:r>
                        <a:rPr lang="es-CO" sz="1400" b="0" i="1" smtClean="0">
                          <a:latin typeface="Cambria Math" panose="02040503050406030204" pitchFamily="18" charset="0"/>
                          <a:ea typeface="Cambria Math" panose="02040503050406030204" pitchFamily="18" charset="0"/>
                        </a:rPr>
                        <m:t>+</m:t>
                      </m:r>
                      <m:f>
                        <m:fPr>
                          <m:ctrlPr>
                            <a:rPr lang="es-CO" sz="1400" i="1" smtClean="0">
                              <a:latin typeface="Cambria Math" panose="02040503050406030204" pitchFamily="18" charset="0"/>
                              <a:ea typeface="Cambria Math" panose="02040503050406030204" pitchFamily="18" charset="0"/>
                            </a:rPr>
                          </m:ctrlPr>
                        </m:fPr>
                        <m:num>
                          <m:r>
                            <a:rPr lang="es-CO" sz="1400" b="0" i="1" smtClean="0">
                              <a:latin typeface="Cambria Math" panose="02040503050406030204" pitchFamily="18" charset="0"/>
                              <a:ea typeface="Cambria Math" panose="02040503050406030204" pitchFamily="18" charset="0"/>
                            </a:rPr>
                            <m:t>669,50</m:t>
                          </m:r>
                        </m:num>
                        <m:den>
                          <m:sSup>
                            <m:sSupPr>
                              <m:ctrlPr>
                                <a:rPr lang="es-CO" sz="1400" i="1" smtClean="0">
                                  <a:latin typeface="Cambria Math" panose="02040503050406030204" pitchFamily="18" charset="0"/>
                                  <a:ea typeface="Cambria Math" panose="02040503050406030204" pitchFamily="18" charset="0"/>
                                </a:rPr>
                              </m:ctrlPr>
                            </m:sSupPr>
                            <m:e>
                              <m:d>
                                <m:dPr>
                                  <m:ctrlPr>
                                    <a:rPr lang="es-CO" sz="1400" b="0" i="1">
                                      <a:latin typeface="Cambria Math" panose="02040503050406030204" pitchFamily="18" charset="0"/>
                                      <a:ea typeface="Cambria Math" panose="02040503050406030204" pitchFamily="18" charset="0"/>
                                    </a:rPr>
                                  </m:ctrlPr>
                                </m:dPr>
                                <m:e>
                                  <m:r>
                                    <a:rPr lang="es-CO" sz="1400" b="0" i="1">
                                      <a:latin typeface="Cambria Math" panose="02040503050406030204" pitchFamily="18" charset="0"/>
                                      <a:ea typeface="Cambria Math" panose="02040503050406030204" pitchFamily="18" charset="0"/>
                                    </a:rPr>
                                    <m:t>1+</m:t>
                                  </m:r>
                                  <m:r>
                                    <a:rPr lang="es-CO" sz="1400" b="0" i="1" smtClean="0">
                                      <a:latin typeface="Cambria Math" panose="02040503050406030204" pitchFamily="18" charset="0"/>
                                      <a:ea typeface="Cambria Math" panose="02040503050406030204" pitchFamily="18" charset="0"/>
                                    </a:rPr>
                                    <m:t>3</m:t>
                                  </m:r>
                                  <m:r>
                                    <a:rPr lang="es-CO" sz="1400" b="0" i="1">
                                      <a:latin typeface="Cambria Math" panose="02040503050406030204" pitchFamily="18" charset="0"/>
                                      <a:ea typeface="Cambria Math" panose="02040503050406030204" pitchFamily="18" charset="0"/>
                                    </a:rPr>
                                    <m:t>%</m:t>
                                  </m:r>
                                </m:e>
                              </m:d>
                            </m:e>
                            <m:sup>
                              <m:r>
                                <a:rPr lang="es-CO" sz="1400" b="0" i="1" smtClean="0">
                                  <a:latin typeface="Cambria Math" panose="02040503050406030204" pitchFamily="18" charset="0"/>
                                  <a:ea typeface="Cambria Math" panose="02040503050406030204" pitchFamily="18" charset="0"/>
                                </a:rPr>
                                <m:t>3</m:t>
                              </m:r>
                            </m:sup>
                          </m:sSup>
                        </m:den>
                      </m:f>
                      <m:r>
                        <a:rPr lang="es-MX" sz="1400">
                          <a:latin typeface="Cambria Math" panose="02040503050406030204" pitchFamily="18" charset="0"/>
                          <a:ea typeface="Cambria Math" panose="02040503050406030204" pitchFamily="18" charset="0"/>
                        </a:rPr>
                        <m:t>=−1.383,99</m:t>
                      </m:r>
                    </m:oMath>
                  </m:oMathPara>
                </a14:m>
                <a:endParaRPr lang="es-CO" sz="1400" dirty="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40C6F476-5C54-F0BD-7B2B-F6A8583EF2DF}"/>
                  </a:ext>
                </a:extLst>
              </p:cNvPr>
              <p:cNvSpPr txBox="1">
                <a:spLocks noRot="1" noChangeAspect="1" noMove="1" noResize="1" noEditPoints="1" noAdjustHandles="1" noChangeArrowheads="1" noChangeShapeType="1" noTextEdit="1"/>
              </p:cNvSpPr>
              <p:nvPr/>
            </p:nvSpPr>
            <p:spPr>
              <a:xfrm>
                <a:off x="3767093" y="2844000"/>
                <a:ext cx="4294830" cy="439544"/>
              </a:xfrm>
              <a:prstGeom prst="rect">
                <a:avLst/>
              </a:prstGeom>
              <a:blipFill>
                <a:blip r:embed="rId5"/>
                <a:stretch>
                  <a:fillRect t="-1389" b="-6944"/>
                </a:stretch>
              </a:blipFill>
            </p:spPr>
            <p:txBody>
              <a:bodyPr/>
              <a:lstStyle/>
              <a:p>
                <a:r>
                  <a:rPr lang="es-MX">
                    <a:noFill/>
                  </a:rPr>
                  <a:t> </a:t>
                </a:r>
              </a:p>
            </p:txBody>
          </p:sp>
        </mc:Fallback>
      </mc:AlternateContent>
      <p:cxnSp>
        <p:nvCxnSpPr>
          <p:cNvPr id="40" name="Straight Arrow Connector 13">
            <a:extLst>
              <a:ext uri="{FF2B5EF4-FFF2-40B4-BE49-F238E27FC236}">
                <a16:creationId xmlns:a16="http://schemas.microsoft.com/office/drawing/2014/main" id="{429BC30E-9DFE-0414-8819-57E040C90F42}"/>
              </a:ext>
            </a:extLst>
          </p:cNvPr>
          <p:cNvCxnSpPr>
            <a:cxnSpLocks/>
          </p:cNvCxnSpPr>
          <p:nvPr/>
        </p:nvCxnSpPr>
        <p:spPr>
          <a:xfrm>
            <a:off x="5701305" y="4564383"/>
            <a:ext cx="12683" cy="1515777"/>
          </a:xfrm>
          <a:prstGeom prst="straightConnector1">
            <a:avLst/>
          </a:prstGeom>
          <a:ln w="28575">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pic>
        <p:nvPicPr>
          <p:cNvPr id="42" name="Imagen 41">
            <a:extLst>
              <a:ext uri="{FF2B5EF4-FFF2-40B4-BE49-F238E27FC236}">
                <a16:creationId xmlns:a16="http://schemas.microsoft.com/office/drawing/2014/main" id="{E002C086-8924-B81C-F463-CE742976E884}"/>
              </a:ext>
            </a:extLst>
          </p:cNvPr>
          <p:cNvPicPr>
            <a:picLocks noChangeAspect="1"/>
          </p:cNvPicPr>
          <p:nvPr/>
        </p:nvPicPr>
        <p:blipFill>
          <a:blip r:embed="rId3"/>
          <a:srcRect l="75186" t="86544"/>
          <a:stretch>
            <a:fillRect/>
          </a:stretch>
        </p:blipFill>
        <p:spPr>
          <a:xfrm>
            <a:off x="6081791" y="5533664"/>
            <a:ext cx="763957" cy="281369"/>
          </a:xfrm>
          <a:prstGeom prst="rect">
            <a:avLst/>
          </a:prstGeom>
        </p:spPr>
      </p:pic>
      <p:sp>
        <p:nvSpPr>
          <p:cNvPr id="43" name="Rectangle 24">
            <a:extLst>
              <a:ext uri="{FF2B5EF4-FFF2-40B4-BE49-F238E27FC236}">
                <a16:creationId xmlns:a16="http://schemas.microsoft.com/office/drawing/2014/main" id="{CC21B102-098C-D260-68DD-C2EBC02E8467}"/>
              </a:ext>
            </a:extLst>
          </p:cNvPr>
          <p:cNvSpPr>
            <a:spLocks/>
          </p:cNvSpPr>
          <p:nvPr/>
        </p:nvSpPr>
        <p:spPr bwMode="auto">
          <a:xfrm>
            <a:off x="4770405" y="601348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669.50</a:t>
            </a:r>
          </a:p>
        </p:txBody>
      </p:sp>
    </p:spTree>
    <p:extLst>
      <p:ext uri="{BB962C8B-B14F-4D97-AF65-F5344CB8AC3E}">
        <p14:creationId xmlns:p14="http://schemas.microsoft.com/office/powerpoint/2010/main" val="87965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10" grpId="0"/>
      <p:bldP spid="95" grpId="0"/>
      <p:bldP spid="96" grpId="0"/>
      <p:bldP spid="97" grpId="0"/>
      <p:bldP spid="98" grpId="0"/>
      <p:bldP spid="99" grpId="0"/>
      <p:bldP spid="100" grpId="0"/>
      <p:bldP spid="101" grpId="0"/>
      <p:bldP spid="102" grpId="0"/>
      <p:bldP spid="103" grpId="0"/>
      <p:bldP spid="105" grpId="0"/>
      <p:bldP spid="106" grpId="0"/>
      <p:bldP spid="109" grpId="0"/>
      <p:bldP spid="39" grpId="0"/>
      <p:bldP spid="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5E7C8-E1C3-EC0D-CC3D-853D39CE70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35B9C2-8858-0C6D-2D66-16A8DE4E79E1}"/>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13</a:t>
            </a:fld>
            <a:endParaRPr lang="en-US" sz="2000" dirty="0"/>
          </a:p>
        </p:txBody>
      </p:sp>
      <p:sp>
        <p:nvSpPr>
          <p:cNvPr id="11" name="Title 1">
            <a:extLst>
              <a:ext uri="{FF2B5EF4-FFF2-40B4-BE49-F238E27FC236}">
                <a16:creationId xmlns:a16="http://schemas.microsoft.com/office/drawing/2014/main" id="{E94C6143-A99E-DDE6-E5A1-6D353DEB6611}"/>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02AC3CFC-0FF5-5617-2FE0-6433B27DBA9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4204E3F2-8AC4-0E44-2413-662B7D267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B273699A-10EF-9CC4-ED3F-FB48790DD7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1" name="CuadroTexto 90">
                <a:extLst>
                  <a:ext uri="{FF2B5EF4-FFF2-40B4-BE49-F238E27FC236}">
                    <a16:creationId xmlns:a16="http://schemas.microsoft.com/office/drawing/2014/main" id="{C66D0B6F-5DC5-EF36-B6B8-81D1ACE58614}"/>
                  </a:ext>
                </a:extLst>
              </p:cNvPr>
              <p:cNvSpPr txBox="1"/>
              <p:nvPr/>
            </p:nvSpPr>
            <p:spPr>
              <a:xfrm>
                <a:off x="3312354" y="2845210"/>
                <a:ext cx="5567293" cy="6211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rPr>
                        <m:t>𝑉</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𝑃</m:t>
                          </m:r>
                        </m:e>
                        <m:sub>
                          <m:r>
                            <a:rPr lang="es-CO" sz="1400" b="0" i="1" smtClean="0">
                              <a:latin typeface="Cambria Math" panose="02040503050406030204" pitchFamily="18" charset="0"/>
                            </a:rPr>
                            <m:t>(0)</m:t>
                          </m:r>
                        </m:sub>
                      </m:sSub>
                      <m:r>
                        <a:rPr lang="es-CO" sz="1400" b="0" i="1" smtClean="0">
                          <a:latin typeface="Cambria Math" panose="02040503050406030204" pitchFamily="18" charset="0"/>
                        </a:rPr>
                        <m:t>=−300−</m:t>
                      </m:r>
                      <m:f>
                        <m:fPr>
                          <m:ctrlPr>
                            <a:rPr lang="es-CO" sz="1400" b="0" i="1" smtClean="0">
                              <a:latin typeface="Cambria Math" panose="02040503050406030204" pitchFamily="18" charset="0"/>
                            </a:rPr>
                          </m:ctrlPr>
                        </m:fPr>
                        <m:num>
                          <m:r>
                            <a:rPr lang="es-CO" sz="1400" b="0" i="1" smtClean="0">
                              <a:latin typeface="Cambria Math" panose="02040503050406030204" pitchFamily="18" charset="0"/>
                            </a:rPr>
                            <m:t>500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CO" sz="1400" b="0" i="1" smtClean="0">
                                      <a:latin typeface="Cambria Math" panose="02040503050406030204" pitchFamily="18" charset="0"/>
                                    </a:rPr>
                                    <m:t>3</m:t>
                                  </m:r>
                                  <m:r>
                                    <a:rPr lang="es-CO" sz="1400" i="1">
                                      <a:latin typeface="Cambria Math" panose="02040503050406030204" pitchFamily="18" charset="0"/>
                                    </a:rPr>
                                    <m:t>%</m:t>
                                  </m:r>
                                </m:e>
                              </m:d>
                            </m:e>
                            <m:sup>
                              <m:r>
                                <a:rPr lang="es-CO" sz="1400" b="0" i="1" smtClean="0">
                                  <a:latin typeface="Cambria Math" panose="02040503050406030204" pitchFamily="18" charset="0"/>
                                </a:rPr>
                                <m:t>2</m:t>
                              </m:r>
                            </m:sup>
                          </m:sSup>
                        </m:den>
                      </m:f>
                      <m:r>
                        <a:rPr lang="es-CO" sz="1400" b="0" i="1" smtClean="0">
                          <a:latin typeface="Cambria Math" panose="02040503050406030204" pitchFamily="18" charset="0"/>
                        </a:rPr>
                        <m:t>−</m:t>
                      </m:r>
                      <m:f>
                        <m:fPr>
                          <m:ctrlPr>
                            <a:rPr lang="es-CO" sz="1400" b="0" i="1" smtClean="0">
                              <a:latin typeface="Cambria Math" panose="02040503050406030204" pitchFamily="18" charset="0"/>
                            </a:rPr>
                          </m:ctrlPr>
                        </m:fPr>
                        <m:num>
                          <m:d>
                            <m:dPr>
                              <m:ctrlPr>
                                <a:rPr lang="es-CO" sz="1400" b="0" i="1" smtClean="0">
                                  <a:latin typeface="Cambria Math" panose="02040503050406030204" pitchFamily="18" charset="0"/>
                                </a:rPr>
                              </m:ctrlPr>
                            </m:dPr>
                            <m:e>
                              <m:f>
                                <m:fPr>
                                  <m:ctrlPr>
                                    <a:rPr lang="es-CO" sz="1400" i="1">
                                      <a:latin typeface="Cambria Math" panose="02040503050406030204" pitchFamily="18" charset="0"/>
                                    </a:rPr>
                                  </m:ctrlPr>
                                </m:fPr>
                                <m:num>
                                  <m:r>
                                    <a:rPr lang="es-CO" sz="1400" i="1">
                                      <a:latin typeface="Cambria Math" panose="02040503050406030204" pitchFamily="18" charset="0"/>
                                    </a:rPr>
                                    <m:t>240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1+2%</m:t>
                                          </m:r>
                                        </m:e>
                                      </m:d>
                                    </m:e>
                                    <m:sup>
                                      <m:r>
                                        <a:rPr lang="es-CO" sz="1400" i="1">
                                          <a:latin typeface="Cambria Math" panose="02040503050406030204" pitchFamily="18" charset="0"/>
                                        </a:rPr>
                                        <m:t>1</m:t>
                                      </m:r>
                                    </m:sup>
                                  </m:sSup>
                                </m:den>
                              </m:f>
                            </m:e>
                          </m:d>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1+3%</m:t>
                                  </m:r>
                                </m:e>
                              </m:d>
                            </m:e>
                            <m:sup>
                              <m:r>
                                <a:rPr lang="es-CO" sz="1400" b="0" i="1" smtClean="0">
                                  <a:latin typeface="Cambria Math" panose="02040503050406030204" pitchFamily="18" charset="0"/>
                                </a:rPr>
                                <m:t>3</m:t>
                              </m:r>
                            </m:sup>
                          </m:sSup>
                        </m:den>
                      </m:f>
                      <m:r>
                        <a:rPr lang="es-CO" sz="1400" b="0" i="1" smtClean="0">
                          <a:latin typeface="Cambria Math" panose="02040503050406030204" pitchFamily="18" charset="0"/>
                        </a:rPr>
                        <m:t>−</m:t>
                      </m:r>
                      <m:f>
                        <m:fPr>
                          <m:ctrlPr>
                            <a:rPr lang="es-CO" sz="1400" i="1">
                              <a:latin typeface="Cambria Math" panose="02040503050406030204" pitchFamily="18" charset="0"/>
                            </a:rPr>
                          </m:ctrlPr>
                        </m:fPr>
                        <m:num>
                          <m:d>
                            <m:dPr>
                              <m:ctrlPr>
                                <a:rPr lang="es-CO" sz="1400" i="1">
                                  <a:latin typeface="Cambria Math" panose="02040503050406030204" pitchFamily="18" charset="0"/>
                                </a:rPr>
                              </m:ctrlPr>
                            </m:dPr>
                            <m:e>
                              <m:f>
                                <m:fPr>
                                  <m:ctrlPr>
                                    <a:rPr lang="es-CO" sz="1400" i="1">
                                      <a:latin typeface="Cambria Math" panose="02040503050406030204" pitchFamily="18" charset="0"/>
                                    </a:rPr>
                                  </m:ctrlPr>
                                </m:fPr>
                                <m:num>
                                  <m:r>
                                    <a:rPr lang="es-CO" sz="1400" b="0" i="1" smtClean="0">
                                      <a:latin typeface="Cambria Math" panose="02040503050406030204" pitchFamily="18" charset="0"/>
                                    </a:rPr>
                                    <m:t>470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1+2%</m:t>
                                          </m:r>
                                        </m:e>
                                      </m:d>
                                    </m:e>
                                    <m:sup>
                                      <m:r>
                                        <a:rPr lang="es-CO" sz="1400" b="0" i="1" smtClean="0">
                                          <a:latin typeface="Cambria Math" panose="02040503050406030204" pitchFamily="18" charset="0"/>
                                        </a:rPr>
                                        <m:t>4</m:t>
                                      </m:r>
                                    </m:sup>
                                  </m:sSup>
                                </m:den>
                              </m:f>
                            </m:e>
                          </m:d>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1+3%</m:t>
                                  </m:r>
                                </m:e>
                              </m:d>
                            </m:e>
                            <m:sup>
                              <m:r>
                                <a:rPr lang="es-CO" sz="1400" i="1">
                                  <a:latin typeface="Cambria Math" panose="02040503050406030204" pitchFamily="18" charset="0"/>
                                </a:rPr>
                                <m:t>3</m:t>
                              </m:r>
                            </m:sup>
                          </m:sSup>
                        </m:den>
                      </m:f>
                      <m:r>
                        <a:rPr lang="es-CO" sz="1400" b="0" i="1" smtClean="0">
                          <a:latin typeface="Cambria Math" panose="02040503050406030204" pitchFamily="18" charset="0"/>
                        </a:rPr>
                        <m:t>=−1.383,99</m:t>
                      </m:r>
                    </m:oMath>
                  </m:oMathPara>
                </a14:m>
                <a:endParaRPr lang="es-CO" sz="1400" dirty="0"/>
              </a:p>
            </p:txBody>
          </p:sp>
        </mc:Choice>
        <mc:Fallback xmlns="">
          <p:sp>
            <p:nvSpPr>
              <p:cNvPr id="91" name="CuadroTexto 90">
                <a:extLst>
                  <a:ext uri="{FF2B5EF4-FFF2-40B4-BE49-F238E27FC236}">
                    <a16:creationId xmlns:a16="http://schemas.microsoft.com/office/drawing/2014/main" id="{C66D0B6F-5DC5-EF36-B6B8-81D1ACE58614}"/>
                  </a:ext>
                </a:extLst>
              </p:cNvPr>
              <p:cNvSpPr txBox="1">
                <a:spLocks noRot="1" noChangeAspect="1" noMove="1" noResize="1" noEditPoints="1" noAdjustHandles="1" noChangeArrowheads="1" noChangeShapeType="1" noTextEdit="1"/>
              </p:cNvSpPr>
              <p:nvPr/>
            </p:nvSpPr>
            <p:spPr>
              <a:xfrm>
                <a:off x="3312354" y="2845210"/>
                <a:ext cx="5567293" cy="621196"/>
              </a:xfrm>
              <a:prstGeom prst="rect">
                <a:avLst/>
              </a:prstGeom>
              <a:blipFill>
                <a:blip r:embed="rId4"/>
                <a:stretch>
                  <a:fillRect/>
                </a:stretch>
              </a:blipFill>
            </p:spPr>
            <p:txBody>
              <a:bodyPr/>
              <a:lstStyle/>
              <a:p>
                <a:r>
                  <a:rPr lang="es-MX">
                    <a:noFill/>
                  </a:rPr>
                  <a:t> </a:t>
                </a:r>
              </a:p>
            </p:txBody>
          </p:sp>
        </mc:Fallback>
      </mc:AlternateContent>
      <p:sp>
        <p:nvSpPr>
          <p:cNvPr id="92" name="Content Placeholder 2">
            <a:extLst>
              <a:ext uri="{FF2B5EF4-FFF2-40B4-BE49-F238E27FC236}">
                <a16:creationId xmlns:a16="http://schemas.microsoft.com/office/drawing/2014/main" id="{1D46C4BE-FBC9-7B09-2011-85A8C4B049B9}"/>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0</a:t>
            </a:r>
            <a:r>
              <a:rPr lang="es-ES_tradnl" sz="2400" dirty="0"/>
              <a:t>?</a:t>
            </a:r>
          </a:p>
        </p:txBody>
      </p:sp>
      <p:cxnSp>
        <p:nvCxnSpPr>
          <p:cNvPr id="93" name="Straight Connector 12">
            <a:extLst>
              <a:ext uri="{FF2B5EF4-FFF2-40B4-BE49-F238E27FC236}">
                <a16:creationId xmlns:a16="http://schemas.microsoft.com/office/drawing/2014/main" id="{B79BF65E-C218-1ED1-317F-B1575094EE18}"/>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7AD8B9F7-B67D-DA6E-039C-0D8BF2DFC054}"/>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223B5D93-BD40-8DA9-123C-8BE68CB3416B}"/>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6" name="Rectangle 32">
            <a:extLst>
              <a:ext uri="{FF2B5EF4-FFF2-40B4-BE49-F238E27FC236}">
                <a16:creationId xmlns:a16="http://schemas.microsoft.com/office/drawing/2014/main" id="{DD156884-62CA-F755-FDD8-751A5C08535F}"/>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7" name="Rectangle 11">
            <a:extLst>
              <a:ext uri="{FF2B5EF4-FFF2-40B4-BE49-F238E27FC236}">
                <a16:creationId xmlns:a16="http://schemas.microsoft.com/office/drawing/2014/main" id="{B303B35F-6BCC-FE22-E26D-7979104B1927}"/>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98" name="Rectangle 14">
            <a:extLst>
              <a:ext uri="{FF2B5EF4-FFF2-40B4-BE49-F238E27FC236}">
                <a16:creationId xmlns:a16="http://schemas.microsoft.com/office/drawing/2014/main" id="{F9C94D9A-B644-2A10-27E9-2B369CB036C4}"/>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99" name="Rectangle 15">
            <a:extLst>
              <a:ext uri="{FF2B5EF4-FFF2-40B4-BE49-F238E27FC236}">
                <a16:creationId xmlns:a16="http://schemas.microsoft.com/office/drawing/2014/main" id="{3BB4AF90-2C46-B1CD-63AF-59D60E5140B0}"/>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1F452A9A-F9D0-95AB-E1EC-ACB94DE97DD8}"/>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74EC8223-AF33-C871-A8DE-2420D17AC860}"/>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1E5F2C85-235C-B214-7A75-C68A5C9BCBED}"/>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BAC1BFBC-3A73-E40E-B77D-62526F8623F3}"/>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28FD5360-5869-2602-AF42-0AF972A0EDE8}"/>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6C671AA9-D85A-1194-9EE9-B0E29C613170}"/>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106" name="Rectangle 24">
            <a:extLst>
              <a:ext uri="{FF2B5EF4-FFF2-40B4-BE49-F238E27FC236}">
                <a16:creationId xmlns:a16="http://schemas.microsoft.com/office/drawing/2014/main" id="{E57C5499-375F-5102-2251-78A5EFC0E03E}"/>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107" name="Straight Arrow Connector 25">
            <a:extLst>
              <a:ext uri="{FF2B5EF4-FFF2-40B4-BE49-F238E27FC236}">
                <a16:creationId xmlns:a16="http://schemas.microsoft.com/office/drawing/2014/main" id="{E821FCCD-44AD-940F-117A-EC7AE7425848}"/>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E22A2E74-B9DD-F07C-F491-2B7DD6C69FD7}"/>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8EABDEA5-29E4-BD03-C114-4302E54BB4C8}"/>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Tree>
    <p:extLst>
      <p:ext uri="{BB962C8B-B14F-4D97-AF65-F5344CB8AC3E}">
        <p14:creationId xmlns:p14="http://schemas.microsoft.com/office/powerpoint/2010/main" val="111879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5" grpId="0"/>
      <p:bldP spid="96" grpId="0"/>
      <p:bldP spid="97" grpId="0"/>
      <p:bldP spid="98" grpId="0"/>
      <p:bldP spid="99" grpId="0"/>
      <p:bldP spid="100" grpId="0"/>
      <p:bldP spid="101" grpId="0"/>
      <p:bldP spid="102" grpId="0"/>
      <p:bldP spid="103" grpId="0"/>
      <p:bldP spid="105" grpId="0"/>
      <p:bldP spid="106" grpId="0"/>
      <p:bldP spid="10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7D66B-CFF4-41A7-20A9-1D08E54978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5F085-997D-8E88-4372-03ABAC35CBF3}"/>
              </a:ext>
            </a:extLst>
          </p:cNvPr>
          <p:cNvSpPr>
            <a:spLocks noGrp="1"/>
          </p:cNvSpPr>
          <p:nvPr>
            <p:ph idx="1"/>
          </p:nvPr>
        </p:nvSpPr>
        <p:spPr>
          <a:xfrm>
            <a:off x="607502" y="2035466"/>
            <a:ext cx="11029615" cy="1564898"/>
          </a:xfrm>
        </p:spPr>
        <p:txBody>
          <a:bodyPr>
            <a:normAutofit/>
          </a:bodyPr>
          <a:lstStyle/>
          <a:p>
            <a:pPr marL="0" indent="0" algn="just">
              <a:buNone/>
            </a:pPr>
            <a:r>
              <a:rPr lang="es-ES_tradnl" sz="2400" b="1" dirty="0">
                <a:solidFill>
                  <a:schemeClr val="tx1"/>
                </a:solidFill>
              </a:rPr>
              <a:t>Ejercicio 2: </a:t>
            </a:r>
            <a:r>
              <a:rPr lang="es-MX" sz="2400" dirty="0"/>
              <a:t>Usted tiene el siguiente esquema de pagos mensuales a un banco que le prestó al 3% MV entre el mes 1 y el 3, y al 2% MV entre el mes 4 y 7. ¿Cuánto debería pagar usted si quiere hacer un único pago en el mes 7?</a:t>
            </a:r>
          </a:p>
          <a:p>
            <a:pPr marL="0" indent="0" algn="just">
              <a:buNone/>
            </a:pPr>
            <a:endParaRPr lang="es-ES_tradnl" sz="2400" dirty="0"/>
          </a:p>
        </p:txBody>
      </p:sp>
      <p:sp>
        <p:nvSpPr>
          <p:cNvPr id="4" name="Slide Number Placeholder 3">
            <a:extLst>
              <a:ext uri="{FF2B5EF4-FFF2-40B4-BE49-F238E27FC236}">
                <a16:creationId xmlns:a16="http://schemas.microsoft.com/office/drawing/2014/main" id="{3B7EFEA5-7EA7-827D-2D75-75AC21F9DE12}"/>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14</a:t>
            </a:fld>
            <a:endParaRPr lang="en-US" sz="2000" dirty="0"/>
          </a:p>
        </p:txBody>
      </p:sp>
      <p:sp>
        <p:nvSpPr>
          <p:cNvPr id="11" name="Title 1">
            <a:extLst>
              <a:ext uri="{FF2B5EF4-FFF2-40B4-BE49-F238E27FC236}">
                <a16:creationId xmlns:a16="http://schemas.microsoft.com/office/drawing/2014/main" id="{099D4E44-C621-EF6E-B92C-A1E6C55F5C87}"/>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D2833E81-6682-10E7-F113-DE9406885C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ED8404CD-C710-7521-2693-98C21DEFF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45AC2E44-7398-075B-733F-552AD6E744D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5106E129-6315-3066-24BE-B47601959C72}"/>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13">
            <a:extLst>
              <a:ext uri="{FF2B5EF4-FFF2-40B4-BE49-F238E27FC236}">
                <a16:creationId xmlns:a16="http://schemas.microsoft.com/office/drawing/2014/main" id="{DC2082A7-2701-7012-CD3B-47EE2B53236E}"/>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3">
            <a:extLst>
              <a:ext uri="{FF2B5EF4-FFF2-40B4-BE49-F238E27FC236}">
                <a16:creationId xmlns:a16="http://schemas.microsoft.com/office/drawing/2014/main" id="{DBF36D4F-DF13-E356-4F63-6EAE215C20F5}"/>
              </a:ext>
            </a:extLst>
          </p:cNvPr>
          <p:cNvSpPr>
            <a:spLocks/>
          </p:cNvSpPr>
          <p:nvPr/>
        </p:nvSpPr>
        <p:spPr bwMode="auto">
          <a:xfrm flipH="1">
            <a:off x="3192293" y="418993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 name="Rectangle 32">
            <a:extLst>
              <a:ext uri="{FF2B5EF4-FFF2-40B4-BE49-F238E27FC236}">
                <a16:creationId xmlns:a16="http://schemas.microsoft.com/office/drawing/2014/main" id="{623FCDFC-8966-448F-3670-0C7CB3AF1C36}"/>
              </a:ext>
            </a:extLst>
          </p:cNvPr>
          <p:cNvSpPr>
            <a:spLocks/>
          </p:cNvSpPr>
          <p:nvPr/>
        </p:nvSpPr>
        <p:spPr bwMode="auto">
          <a:xfrm>
            <a:off x="7807706" y="567434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10" name="Rectangle 11">
            <a:extLst>
              <a:ext uri="{FF2B5EF4-FFF2-40B4-BE49-F238E27FC236}">
                <a16:creationId xmlns:a16="http://schemas.microsoft.com/office/drawing/2014/main" id="{93BA4BE1-1BB6-DD4C-F608-D93DC8ABEDC1}"/>
              </a:ext>
            </a:extLst>
          </p:cNvPr>
          <p:cNvSpPr>
            <a:spLocks/>
          </p:cNvSpPr>
          <p:nvPr/>
        </p:nvSpPr>
        <p:spPr bwMode="auto">
          <a:xfrm>
            <a:off x="390380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3" name="Rectangle 14">
            <a:extLst>
              <a:ext uri="{FF2B5EF4-FFF2-40B4-BE49-F238E27FC236}">
                <a16:creationId xmlns:a16="http://schemas.microsoft.com/office/drawing/2014/main" id="{2F974710-7002-64FB-0AC8-3BFCFEABF54A}"/>
              </a:ext>
            </a:extLst>
          </p:cNvPr>
          <p:cNvSpPr>
            <a:spLocks/>
          </p:cNvSpPr>
          <p:nvPr/>
        </p:nvSpPr>
        <p:spPr bwMode="auto">
          <a:xfrm>
            <a:off x="4759702" y="418144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15">
            <a:extLst>
              <a:ext uri="{FF2B5EF4-FFF2-40B4-BE49-F238E27FC236}">
                <a16:creationId xmlns:a16="http://schemas.microsoft.com/office/drawing/2014/main" id="{67188D5B-F565-D1D8-9109-08358D9F08BB}"/>
              </a:ext>
            </a:extLst>
          </p:cNvPr>
          <p:cNvSpPr>
            <a:spLocks/>
          </p:cNvSpPr>
          <p:nvPr/>
        </p:nvSpPr>
        <p:spPr bwMode="auto">
          <a:xfrm>
            <a:off x="5532775"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5" name="Rectangle 16">
            <a:extLst>
              <a:ext uri="{FF2B5EF4-FFF2-40B4-BE49-F238E27FC236}">
                <a16:creationId xmlns:a16="http://schemas.microsoft.com/office/drawing/2014/main" id="{8821C58F-C152-BE43-1777-4B68169F1052}"/>
              </a:ext>
            </a:extLst>
          </p:cNvPr>
          <p:cNvSpPr>
            <a:spLocks/>
          </p:cNvSpPr>
          <p:nvPr/>
        </p:nvSpPr>
        <p:spPr bwMode="auto">
          <a:xfrm>
            <a:off x="6278238"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46" name="Rectangle 17">
            <a:extLst>
              <a:ext uri="{FF2B5EF4-FFF2-40B4-BE49-F238E27FC236}">
                <a16:creationId xmlns:a16="http://schemas.microsoft.com/office/drawing/2014/main" id="{08541D1B-1ED3-0B5F-EC9F-67852DE9B20C}"/>
              </a:ext>
            </a:extLst>
          </p:cNvPr>
          <p:cNvSpPr>
            <a:spLocks/>
          </p:cNvSpPr>
          <p:nvPr/>
        </p:nvSpPr>
        <p:spPr bwMode="auto">
          <a:xfrm>
            <a:off x="6993220"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47" name="Rectangle 18">
            <a:extLst>
              <a:ext uri="{FF2B5EF4-FFF2-40B4-BE49-F238E27FC236}">
                <a16:creationId xmlns:a16="http://schemas.microsoft.com/office/drawing/2014/main" id="{7F764ED3-153C-8648-7FDB-6170E6DEEB0A}"/>
              </a:ext>
            </a:extLst>
          </p:cNvPr>
          <p:cNvSpPr>
            <a:spLocks/>
          </p:cNvSpPr>
          <p:nvPr/>
        </p:nvSpPr>
        <p:spPr bwMode="auto">
          <a:xfrm>
            <a:off x="784912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48" name="Rectangle 19">
            <a:extLst>
              <a:ext uri="{FF2B5EF4-FFF2-40B4-BE49-F238E27FC236}">
                <a16:creationId xmlns:a16="http://schemas.microsoft.com/office/drawing/2014/main" id="{A6D48559-4D18-1B6A-6422-BF36A29263C8}"/>
              </a:ext>
            </a:extLst>
          </p:cNvPr>
          <p:cNvSpPr>
            <a:spLocks/>
          </p:cNvSpPr>
          <p:nvPr/>
        </p:nvSpPr>
        <p:spPr bwMode="auto">
          <a:xfrm>
            <a:off x="8578253" y="420431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49" name="Straight Arrow Connector 20">
            <a:extLst>
              <a:ext uri="{FF2B5EF4-FFF2-40B4-BE49-F238E27FC236}">
                <a16:creationId xmlns:a16="http://schemas.microsoft.com/office/drawing/2014/main" id="{2AA1863B-4191-BD2C-C5F9-77C9B115FD41}"/>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0" name="Rectangle 21">
            <a:extLst>
              <a:ext uri="{FF2B5EF4-FFF2-40B4-BE49-F238E27FC236}">
                <a16:creationId xmlns:a16="http://schemas.microsoft.com/office/drawing/2014/main" id="{B21AFC10-A619-E74E-A589-C43C38B6AEC9}"/>
              </a:ext>
            </a:extLst>
          </p:cNvPr>
          <p:cNvSpPr>
            <a:spLocks/>
          </p:cNvSpPr>
          <p:nvPr/>
        </p:nvSpPr>
        <p:spPr bwMode="auto">
          <a:xfrm>
            <a:off x="5534397" y="530501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51" name="Rectangle 24">
            <a:extLst>
              <a:ext uri="{FF2B5EF4-FFF2-40B4-BE49-F238E27FC236}">
                <a16:creationId xmlns:a16="http://schemas.microsoft.com/office/drawing/2014/main" id="{89F5C078-44FF-B9FC-E562-21D3981A2D33}"/>
              </a:ext>
            </a:extLst>
          </p:cNvPr>
          <p:cNvSpPr>
            <a:spLocks/>
          </p:cNvSpPr>
          <p:nvPr/>
        </p:nvSpPr>
        <p:spPr bwMode="auto">
          <a:xfrm>
            <a:off x="3974447" y="570012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52" name="Straight Arrow Connector 25">
            <a:extLst>
              <a:ext uri="{FF2B5EF4-FFF2-40B4-BE49-F238E27FC236}">
                <a16:creationId xmlns:a16="http://schemas.microsoft.com/office/drawing/2014/main" id="{AC8174CE-3E21-6FDC-81A7-41834E2BC545}"/>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26">
            <a:extLst>
              <a:ext uri="{FF2B5EF4-FFF2-40B4-BE49-F238E27FC236}">
                <a16:creationId xmlns:a16="http://schemas.microsoft.com/office/drawing/2014/main" id="{A1D11AD8-7B1D-5A8D-D8CF-7AD9C5DB6A11}"/>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4" name="Rectangle 27">
            <a:extLst>
              <a:ext uri="{FF2B5EF4-FFF2-40B4-BE49-F238E27FC236}">
                <a16:creationId xmlns:a16="http://schemas.microsoft.com/office/drawing/2014/main" id="{1FEE5BF1-3DA5-E048-969B-3D807A37D8BD}"/>
              </a:ext>
            </a:extLst>
          </p:cNvPr>
          <p:cNvSpPr>
            <a:spLocks/>
          </p:cNvSpPr>
          <p:nvPr/>
        </p:nvSpPr>
        <p:spPr bwMode="auto">
          <a:xfrm>
            <a:off x="2353695" y="523979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Tree>
    <p:extLst>
      <p:ext uri="{BB962C8B-B14F-4D97-AF65-F5344CB8AC3E}">
        <p14:creationId xmlns:p14="http://schemas.microsoft.com/office/powerpoint/2010/main" val="127166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3" grpId="0"/>
      <p:bldP spid="27" grpId="0"/>
      <p:bldP spid="45" grpId="0"/>
      <p:bldP spid="46" grpId="0"/>
      <p:bldP spid="47" grpId="0"/>
      <p:bldP spid="48" grpId="0"/>
      <p:bldP spid="50" grpId="0"/>
      <p:bldP spid="51" grpId="0"/>
      <p:bldP spid="5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3D4C4-13B1-F2D7-222A-E8238574809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31A1B20-F427-B5F1-C9F5-0F28291C8475}"/>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5" name="Rectangle 11">
            <a:extLst>
              <a:ext uri="{FF2B5EF4-FFF2-40B4-BE49-F238E27FC236}">
                <a16:creationId xmlns:a16="http://schemas.microsoft.com/office/drawing/2014/main" id="{B544EB4A-BD32-0908-9BB7-64E0C80E0159}"/>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6" name="Rectangle 14">
            <a:extLst>
              <a:ext uri="{FF2B5EF4-FFF2-40B4-BE49-F238E27FC236}">
                <a16:creationId xmlns:a16="http://schemas.microsoft.com/office/drawing/2014/main" id="{15429710-63E1-AA2B-514E-3279ED3F15A2}"/>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24">
            <a:extLst>
              <a:ext uri="{FF2B5EF4-FFF2-40B4-BE49-F238E27FC236}">
                <a16:creationId xmlns:a16="http://schemas.microsoft.com/office/drawing/2014/main" id="{0EABE99B-2B42-E279-9D02-4487D31080F8}"/>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8" name="Straight Arrow Connector 25">
            <a:extLst>
              <a:ext uri="{FF2B5EF4-FFF2-40B4-BE49-F238E27FC236}">
                <a16:creationId xmlns:a16="http://schemas.microsoft.com/office/drawing/2014/main" id="{75B0B7BC-7A66-9240-1CBA-1CA9CB8E90FF}"/>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55FD3FC9-058F-7C36-7A83-D19C5377CDCB}"/>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A8FE55CC-FBCC-1F86-1DE9-43F1C0147F1A}"/>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pic>
        <p:nvPicPr>
          <p:cNvPr id="38" name="Imagen 37">
            <a:extLst>
              <a:ext uri="{FF2B5EF4-FFF2-40B4-BE49-F238E27FC236}">
                <a16:creationId xmlns:a16="http://schemas.microsoft.com/office/drawing/2014/main" id="{B3E8E22E-38DB-5305-B635-62B4ABFABB1E}"/>
              </a:ext>
            </a:extLst>
          </p:cNvPr>
          <p:cNvPicPr>
            <a:picLocks noChangeAspect="1"/>
          </p:cNvPicPr>
          <p:nvPr/>
        </p:nvPicPr>
        <p:blipFill>
          <a:blip r:embed="rId3"/>
          <a:srcRect l="-2849" t="-4365" r="-1" b="3"/>
          <a:stretch>
            <a:fillRect/>
          </a:stretch>
        </p:blipFill>
        <p:spPr>
          <a:xfrm>
            <a:off x="2983766" y="3644143"/>
            <a:ext cx="2877848" cy="2572655"/>
          </a:xfrm>
          <a:prstGeom prst="rect">
            <a:avLst/>
          </a:prstGeom>
        </p:spPr>
      </p:pic>
      <p:sp>
        <p:nvSpPr>
          <p:cNvPr id="4" name="Slide Number Placeholder 3">
            <a:extLst>
              <a:ext uri="{FF2B5EF4-FFF2-40B4-BE49-F238E27FC236}">
                <a16:creationId xmlns:a16="http://schemas.microsoft.com/office/drawing/2014/main" id="{A4794547-495F-E6C8-A874-31D82AF51AB4}"/>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15</a:t>
            </a:fld>
            <a:endParaRPr lang="en-US" sz="2000" dirty="0"/>
          </a:p>
        </p:txBody>
      </p:sp>
      <p:sp>
        <p:nvSpPr>
          <p:cNvPr id="11" name="Title 1">
            <a:extLst>
              <a:ext uri="{FF2B5EF4-FFF2-40B4-BE49-F238E27FC236}">
                <a16:creationId xmlns:a16="http://schemas.microsoft.com/office/drawing/2014/main" id="{37C06176-4BA2-7461-25AE-2F61BCA6A239}"/>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BAC73A88-0F82-142F-FAFA-04DF084B7F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DC55D8E6-8A2D-098E-A083-432E392A65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28C03645-275E-2BDE-13C9-7BE0DC0C346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EE666630-670C-9164-EDAD-C1658B5C36E8}"/>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7</a:t>
            </a:r>
            <a:r>
              <a:rPr lang="es-ES_tradnl" sz="2400" dirty="0"/>
              <a:t>?</a:t>
            </a:r>
          </a:p>
        </p:txBody>
      </p:sp>
      <p:cxnSp>
        <p:nvCxnSpPr>
          <p:cNvPr id="93" name="Straight Connector 12">
            <a:extLst>
              <a:ext uri="{FF2B5EF4-FFF2-40B4-BE49-F238E27FC236}">
                <a16:creationId xmlns:a16="http://schemas.microsoft.com/office/drawing/2014/main" id="{BE953CD0-C867-E22F-655E-D7A89D7975EC}"/>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BFD7A86F-81A7-1911-8CDE-724F8644428A}"/>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6" name="Rectangle 32">
            <a:extLst>
              <a:ext uri="{FF2B5EF4-FFF2-40B4-BE49-F238E27FC236}">
                <a16:creationId xmlns:a16="http://schemas.microsoft.com/office/drawing/2014/main" id="{F73D7DDD-D7DE-0DC2-7A14-91C3071071FA}"/>
              </a:ext>
            </a:extLst>
          </p:cNvPr>
          <p:cNvSpPr>
            <a:spLocks/>
          </p:cNvSpPr>
          <p:nvPr/>
        </p:nvSpPr>
        <p:spPr bwMode="auto">
          <a:xfrm>
            <a:off x="7807706" y="567434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9" name="Rectangle 15">
            <a:extLst>
              <a:ext uri="{FF2B5EF4-FFF2-40B4-BE49-F238E27FC236}">
                <a16:creationId xmlns:a16="http://schemas.microsoft.com/office/drawing/2014/main" id="{0221EFF0-875E-AEC3-597A-7387369ED75F}"/>
              </a:ext>
            </a:extLst>
          </p:cNvPr>
          <p:cNvSpPr>
            <a:spLocks/>
          </p:cNvSpPr>
          <p:nvPr/>
        </p:nvSpPr>
        <p:spPr bwMode="auto">
          <a:xfrm>
            <a:off x="5532775"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8339AD27-17A4-A833-CC48-098054B0CC61}"/>
              </a:ext>
            </a:extLst>
          </p:cNvPr>
          <p:cNvSpPr>
            <a:spLocks/>
          </p:cNvSpPr>
          <p:nvPr/>
        </p:nvSpPr>
        <p:spPr bwMode="auto">
          <a:xfrm>
            <a:off x="6278238"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19D45C6D-E4DE-C48F-0FA9-374F1C3CDEC7}"/>
              </a:ext>
            </a:extLst>
          </p:cNvPr>
          <p:cNvSpPr>
            <a:spLocks/>
          </p:cNvSpPr>
          <p:nvPr/>
        </p:nvSpPr>
        <p:spPr bwMode="auto">
          <a:xfrm>
            <a:off x="6993220"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605EAE5A-272B-C600-F0A3-18D155D9E586}"/>
              </a:ext>
            </a:extLst>
          </p:cNvPr>
          <p:cNvSpPr>
            <a:spLocks/>
          </p:cNvSpPr>
          <p:nvPr/>
        </p:nvSpPr>
        <p:spPr bwMode="auto">
          <a:xfrm>
            <a:off x="784912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3FA1A1FF-8790-23EA-A979-3B264062D168}"/>
              </a:ext>
            </a:extLst>
          </p:cNvPr>
          <p:cNvSpPr>
            <a:spLocks/>
          </p:cNvSpPr>
          <p:nvPr/>
        </p:nvSpPr>
        <p:spPr bwMode="auto">
          <a:xfrm>
            <a:off x="8578253" y="420431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35C93853-DF9E-0281-F5E1-3EF4888D2C03}"/>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C8AABB90-9955-0A76-AC7F-64A664BC4B96}"/>
              </a:ext>
            </a:extLst>
          </p:cNvPr>
          <p:cNvSpPr>
            <a:spLocks/>
          </p:cNvSpPr>
          <p:nvPr/>
        </p:nvSpPr>
        <p:spPr bwMode="auto">
          <a:xfrm>
            <a:off x="5534397" y="530501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240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9958D28-88A1-7AA3-FED8-6CCC6229BD32}"/>
                  </a:ext>
                </a:extLst>
              </p:cNvPr>
              <p:cNvSpPr txBox="1"/>
              <p:nvPr/>
            </p:nvSpPr>
            <p:spPr>
              <a:xfrm>
                <a:off x="4240861" y="2936024"/>
                <a:ext cx="4048096" cy="2403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MX" sz="1400" b="0" i="1" smtClean="0">
                              <a:latin typeface="Cambria Math" panose="02040503050406030204" pitchFamily="18" charset="0"/>
                              <a:ea typeface="Cambria Math" panose="02040503050406030204" pitchFamily="18" charset="0"/>
                            </a:rPr>
                            <m:t>𝐹</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3</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r>
                        <a:rPr lang="es-MX" sz="1400" b="0" i="1" smtClean="0">
                          <a:latin typeface="Cambria Math" panose="02040503050406030204" pitchFamily="18" charset="0"/>
                        </a:rPr>
                        <m:t>300</m:t>
                      </m:r>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3</m:t>
                              </m:r>
                              <m:r>
                                <a:rPr lang="es-CO" sz="1400" i="1">
                                  <a:latin typeface="Cambria Math" panose="02040503050406030204" pitchFamily="18" charset="0"/>
                                </a:rPr>
                                <m:t>%</m:t>
                              </m:r>
                            </m:e>
                          </m:d>
                        </m:e>
                        <m:sup>
                          <m:r>
                            <a:rPr lang="es-MX" sz="1400" b="0" i="1" smtClean="0">
                              <a:latin typeface="Cambria Math" panose="02040503050406030204" pitchFamily="18" charset="0"/>
                            </a:rPr>
                            <m:t>3</m:t>
                          </m:r>
                        </m:sup>
                      </m:sSup>
                      <m:r>
                        <a:rPr lang="es-MX" sz="1400" b="0" i="1" smtClean="0">
                          <a:latin typeface="Cambria Math" panose="02040503050406030204" pitchFamily="18" charset="0"/>
                        </a:rPr>
                        <m:t>−500</m:t>
                      </m:r>
                      <m:r>
                        <a:rPr lang="es-MX" sz="1400" i="1" smtClean="0">
                          <a:latin typeface="Cambria Math" panose="02040503050406030204" pitchFamily="18" charset="0"/>
                        </a:rPr>
                        <m:t>(</m:t>
                      </m:r>
                      <m:r>
                        <a:rPr lang="es-MX" sz="1400" b="0" i="1" smtClean="0">
                          <a:latin typeface="Cambria Math" panose="02040503050406030204" pitchFamily="18" charset="0"/>
                        </a:rPr>
                        <m:t>1+3%)</m:t>
                      </m:r>
                      <m:r>
                        <a:rPr lang="es-MX" sz="1400">
                          <a:latin typeface="Cambria Math" panose="02040503050406030204" pitchFamily="18" charset="0"/>
                          <a:ea typeface="Cambria Math" panose="02040503050406030204" pitchFamily="18" charset="0"/>
                        </a:rPr>
                        <m:t>=</m:t>
                      </m:r>
                      <m:r>
                        <a:rPr lang="es-MX" sz="1400" b="0" i="0" smtClean="0">
                          <a:latin typeface="Cambria Math" panose="02040503050406030204" pitchFamily="18" charset="0"/>
                          <a:ea typeface="Cambria Math" panose="02040503050406030204" pitchFamily="18" charset="0"/>
                        </a:rPr>
                        <m:t>−842,81</m:t>
                      </m:r>
                    </m:oMath>
                  </m:oMathPara>
                </a14:m>
                <a:endParaRPr lang="es-CO" sz="1400" dirty="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99958D28-88A1-7AA3-FED8-6CCC6229BD32}"/>
                  </a:ext>
                </a:extLst>
              </p:cNvPr>
              <p:cNvSpPr txBox="1">
                <a:spLocks noRot="1" noChangeAspect="1" noMove="1" noResize="1" noEditPoints="1" noAdjustHandles="1" noChangeArrowheads="1" noChangeShapeType="1" noTextEdit="1"/>
              </p:cNvSpPr>
              <p:nvPr/>
            </p:nvSpPr>
            <p:spPr>
              <a:xfrm>
                <a:off x="4240861" y="2936024"/>
                <a:ext cx="4048096" cy="240387"/>
              </a:xfrm>
              <a:prstGeom prst="rect">
                <a:avLst/>
              </a:prstGeom>
              <a:blipFill>
                <a:blip r:embed="rId5"/>
                <a:stretch>
                  <a:fillRect l="-602" r="-452" b="-25641"/>
                </a:stretch>
              </a:blipFill>
            </p:spPr>
            <p:txBody>
              <a:bodyPr/>
              <a:lstStyle/>
              <a:p>
                <a:r>
                  <a:rPr lang="es-MX">
                    <a:noFill/>
                  </a:rPr>
                  <a:t> </a:t>
                </a:r>
              </a:p>
            </p:txBody>
          </p:sp>
        </mc:Fallback>
      </mc:AlternateContent>
    </p:spTree>
    <p:extLst>
      <p:ext uri="{BB962C8B-B14F-4D97-AF65-F5344CB8AC3E}">
        <p14:creationId xmlns:p14="http://schemas.microsoft.com/office/powerpoint/2010/main" val="147577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P spid="96" grpId="0"/>
      <p:bldP spid="99" grpId="0"/>
      <p:bldP spid="100" grpId="0"/>
      <p:bldP spid="101" grpId="0"/>
      <p:bldP spid="102" grpId="0"/>
      <p:bldP spid="103" grpId="0"/>
      <p:bldP spid="105" grpId="0"/>
      <p:bldP spid="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6F157-3604-220B-E4F2-398F9A272AA7}"/>
            </a:ext>
          </a:extLst>
        </p:cNvPr>
        <p:cNvGrpSpPr/>
        <p:nvPr/>
      </p:nvGrpSpPr>
      <p:grpSpPr>
        <a:xfrm>
          <a:off x="0" y="0"/>
          <a:ext cx="0" cy="0"/>
          <a:chOff x="0" y="0"/>
          <a:chExt cx="0" cy="0"/>
        </a:xfrm>
      </p:grpSpPr>
      <p:cxnSp>
        <p:nvCxnSpPr>
          <p:cNvPr id="5" name="Straight Arrow Connector 13">
            <a:extLst>
              <a:ext uri="{FF2B5EF4-FFF2-40B4-BE49-F238E27FC236}">
                <a16:creationId xmlns:a16="http://schemas.microsoft.com/office/drawing/2014/main" id="{5BBA73F5-6C3D-310B-C6F6-AA7E69593867}"/>
              </a:ext>
            </a:extLst>
          </p:cNvPr>
          <p:cNvCxnSpPr>
            <a:cxnSpLocks/>
          </p:cNvCxnSpPr>
          <p:nvPr/>
        </p:nvCxnSpPr>
        <p:spPr>
          <a:xfrm>
            <a:off x="5688622" y="4616739"/>
            <a:ext cx="12683" cy="1515777"/>
          </a:xfrm>
          <a:prstGeom prst="straightConnector1">
            <a:avLst/>
          </a:prstGeom>
          <a:ln w="28575">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sp>
        <p:nvSpPr>
          <p:cNvPr id="6" name="Rectangle 24">
            <a:extLst>
              <a:ext uri="{FF2B5EF4-FFF2-40B4-BE49-F238E27FC236}">
                <a16:creationId xmlns:a16="http://schemas.microsoft.com/office/drawing/2014/main" id="{C153EEFC-F6A7-60D0-1B46-8596A99DBC60}"/>
              </a:ext>
            </a:extLst>
          </p:cNvPr>
          <p:cNvSpPr>
            <a:spLocks/>
          </p:cNvSpPr>
          <p:nvPr/>
        </p:nvSpPr>
        <p:spPr bwMode="auto">
          <a:xfrm>
            <a:off x="4745039" y="625824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842,81</a:t>
            </a:r>
          </a:p>
        </p:txBody>
      </p:sp>
      <p:sp>
        <p:nvSpPr>
          <p:cNvPr id="24" name="Rectangle 23">
            <a:extLst>
              <a:ext uri="{FF2B5EF4-FFF2-40B4-BE49-F238E27FC236}">
                <a16:creationId xmlns:a16="http://schemas.microsoft.com/office/drawing/2014/main" id="{5A2F8B80-DFB8-37A9-F2A4-18C380D04358}"/>
              </a:ext>
            </a:extLst>
          </p:cNvPr>
          <p:cNvSpPr>
            <a:spLocks/>
          </p:cNvSpPr>
          <p:nvPr/>
        </p:nvSpPr>
        <p:spPr bwMode="auto">
          <a:xfrm flipH="1">
            <a:off x="3192293" y="418993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5" name="Rectangle 11">
            <a:extLst>
              <a:ext uri="{FF2B5EF4-FFF2-40B4-BE49-F238E27FC236}">
                <a16:creationId xmlns:a16="http://schemas.microsoft.com/office/drawing/2014/main" id="{5A70D992-8228-DAFF-0497-E272A1FD5615}"/>
              </a:ext>
            </a:extLst>
          </p:cNvPr>
          <p:cNvSpPr>
            <a:spLocks/>
          </p:cNvSpPr>
          <p:nvPr/>
        </p:nvSpPr>
        <p:spPr bwMode="auto">
          <a:xfrm>
            <a:off x="390380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6" name="Rectangle 14">
            <a:extLst>
              <a:ext uri="{FF2B5EF4-FFF2-40B4-BE49-F238E27FC236}">
                <a16:creationId xmlns:a16="http://schemas.microsoft.com/office/drawing/2014/main" id="{52003ED5-6D2A-F991-C017-7D840349B4F0}"/>
              </a:ext>
            </a:extLst>
          </p:cNvPr>
          <p:cNvSpPr>
            <a:spLocks/>
          </p:cNvSpPr>
          <p:nvPr/>
        </p:nvSpPr>
        <p:spPr bwMode="auto">
          <a:xfrm>
            <a:off x="4759702" y="418144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24">
            <a:extLst>
              <a:ext uri="{FF2B5EF4-FFF2-40B4-BE49-F238E27FC236}">
                <a16:creationId xmlns:a16="http://schemas.microsoft.com/office/drawing/2014/main" id="{27B6C1A7-B7F9-924E-3EA4-D622B5A72781}"/>
              </a:ext>
            </a:extLst>
          </p:cNvPr>
          <p:cNvSpPr>
            <a:spLocks/>
          </p:cNvSpPr>
          <p:nvPr/>
        </p:nvSpPr>
        <p:spPr bwMode="auto">
          <a:xfrm>
            <a:off x="3974447" y="570012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8" name="Straight Arrow Connector 25">
            <a:extLst>
              <a:ext uri="{FF2B5EF4-FFF2-40B4-BE49-F238E27FC236}">
                <a16:creationId xmlns:a16="http://schemas.microsoft.com/office/drawing/2014/main" id="{F6867F8C-ABF5-7A4C-0474-1022F26EA7FF}"/>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59872105-2A3D-09B6-7B95-D076F1EE8F12}"/>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3EFF0506-2231-75D1-DF3D-6111D67B61CD}"/>
              </a:ext>
            </a:extLst>
          </p:cNvPr>
          <p:cNvSpPr>
            <a:spLocks/>
          </p:cNvSpPr>
          <p:nvPr/>
        </p:nvSpPr>
        <p:spPr bwMode="auto">
          <a:xfrm>
            <a:off x="2353695" y="523979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
        <p:nvSpPr>
          <p:cNvPr id="4" name="Slide Number Placeholder 3">
            <a:extLst>
              <a:ext uri="{FF2B5EF4-FFF2-40B4-BE49-F238E27FC236}">
                <a16:creationId xmlns:a16="http://schemas.microsoft.com/office/drawing/2014/main" id="{1E8483C8-38E3-6E36-09BF-2BA512FB02DA}"/>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16</a:t>
            </a:fld>
            <a:endParaRPr lang="en-US" sz="2000" dirty="0"/>
          </a:p>
        </p:txBody>
      </p:sp>
      <p:sp>
        <p:nvSpPr>
          <p:cNvPr id="11" name="Title 1">
            <a:extLst>
              <a:ext uri="{FF2B5EF4-FFF2-40B4-BE49-F238E27FC236}">
                <a16:creationId xmlns:a16="http://schemas.microsoft.com/office/drawing/2014/main" id="{ED24A75D-76A7-F4EC-8F69-9F54124B68F1}"/>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740946C5-B677-ABEE-74D9-511C1917FA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AB18AA34-A723-0E57-19A7-A1B2E6AD3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B47A6D72-C1C8-BBE6-0C31-A910F6B8A2F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D942EAF4-E9B9-8747-B52F-86BD25742BD6}"/>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7</a:t>
            </a:r>
            <a:r>
              <a:rPr lang="es-ES_tradnl" sz="2400" dirty="0"/>
              <a:t>?</a:t>
            </a:r>
          </a:p>
        </p:txBody>
      </p:sp>
      <p:cxnSp>
        <p:nvCxnSpPr>
          <p:cNvPr id="93" name="Straight Connector 12">
            <a:extLst>
              <a:ext uri="{FF2B5EF4-FFF2-40B4-BE49-F238E27FC236}">
                <a16:creationId xmlns:a16="http://schemas.microsoft.com/office/drawing/2014/main" id="{6F3E0483-A402-209E-4050-34B2E3D0F500}"/>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391DD596-2124-EDB1-F16A-A5258D744B89}"/>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6" name="Rectangle 32">
            <a:extLst>
              <a:ext uri="{FF2B5EF4-FFF2-40B4-BE49-F238E27FC236}">
                <a16:creationId xmlns:a16="http://schemas.microsoft.com/office/drawing/2014/main" id="{4CB6B4A2-DC75-A981-EC0D-DCA356594FBE}"/>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9" name="Rectangle 15">
            <a:extLst>
              <a:ext uri="{FF2B5EF4-FFF2-40B4-BE49-F238E27FC236}">
                <a16:creationId xmlns:a16="http://schemas.microsoft.com/office/drawing/2014/main" id="{49C408D7-74D8-DD5C-3E17-17CD1AD70C10}"/>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3A05AE1C-7FA3-7C0A-C3B1-DA18666DBA99}"/>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2698175A-ABD1-0652-D771-5AAB15D5DB17}"/>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F3FED9EB-95C3-F242-ED3A-8E46C9CAA531}"/>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CD54A723-5542-37AD-25C0-28F3A550BD08}"/>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20D57357-F50C-A7B9-0337-35474E2505CA}"/>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48149DB7-A138-0ED5-F187-94FB8B90A310}"/>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8D198375-1379-85BE-0B14-405B45C41542}"/>
                  </a:ext>
                </a:extLst>
              </p:cNvPr>
              <p:cNvSpPr txBox="1"/>
              <p:nvPr/>
            </p:nvSpPr>
            <p:spPr>
              <a:xfrm>
                <a:off x="3670210" y="2936024"/>
                <a:ext cx="4851585" cy="240387"/>
              </a:xfrm>
              <a:prstGeom prst="rect">
                <a:avLst/>
              </a:prstGeom>
              <a:noFill/>
            </p:spPr>
            <p:txBody>
              <a:bodyPr wrap="none" lIns="0" tIns="0" rIns="0" bIns="0" rtlCol="0">
                <a:spAutoFit/>
              </a:bodyPr>
              <a:lstStyle/>
              <a:p>
                <a:pPr algn="ctr"/>
                <a14:m>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MX" sz="1400" b="0" i="1" smtClean="0">
                            <a:latin typeface="Cambria Math" panose="02040503050406030204" pitchFamily="18" charset="0"/>
                            <a:ea typeface="Cambria Math" panose="02040503050406030204" pitchFamily="18" charset="0"/>
                          </a:rPr>
                          <m:t>𝐹</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7</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r>
                      <a:rPr lang="es-MX" sz="1400" b="0" i="1" smtClean="0">
                        <a:latin typeface="Cambria Math" panose="02040503050406030204" pitchFamily="18" charset="0"/>
                      </a:rPr>
                      <m:t>842,81</m:t>
                    </m:r>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2</m:t>
                            </m:r>
                            <m:r>
                              <a:rPr lang="es-CO" sz="1400" i="1">
                                <a:latin typeface="Cambria Math" panose="02040503050406030204" pitchFamily="18" charset="0"/>
                              </a:rPr>
                              <m:t>%</m:t>
                            </m:r>
                          </m:e>
                        </m:d>
                      </m:e>
                      <m:sup>
                        <m:r>
                          <a:rPr lang="es-MX" sz="1400" b="0" i="1" smtClean="0">
                            <a:latin typeface="Cambria Math" panose="02040503050406030204" pitchFamily="18" charset="0"/>
                          </a:rPr>
                          <m:t>4</m:t>
                        </m:r>
                      </m:sup>
                    </m:sSup>
                    <m:r>
                      <a:rPr lang="es-MX" sz="1400" b="0" i="1" smtClean="0">
                        <a:latin typeface="Cambria Math" panose="02040503050406030204" pitchFamily="18" charset="0"/>
                      </a:rPr>
                      <m:t>−</m:t>
                    </m:r>
                    <m:sSup>
                      <m:sSupPr>
                        <m:ctrlPr>
                          <a:rPr lang="es-CO" sz="1400" i="1">
                            <a:latin typeface="Cambria Math" panose="02040503050406030204" pitchFamily="18" charset="0"/>
                          </a:rPr>
                        </m:ctrlPr>
                      </m:sSupPr>
                      <m:e>
                        <m:r>
                          <a:rPr lang="es-MX" sz="1400" b="0" i="1" smtClean="0">
                            <a:latin typeface="Cambria Math" panose="02040503050406030204" pitchFamily="18" charset="0"/>
                          </a:rPr>
                          <m:t>240</m:t>
                        </m:r>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2</m:t>
                            </m:r>
                            <m:r>
                              <a:rPr lang="es-CO" sz="1400" i="1">
                                <a:latin typeface="Cambria Math" panose="02040503050406030204" pitchFamily="18" charset="0"/>
                              </a:rPr>
                              <m:t>%</m:t>
                            </m:r>
                          </m:e>
                        </m:d>
                      </m:e>
                      <m:sup>
                        <m:r>
                          <a:rPr lang="es-MX" sz="1400" b="0" i="1" smtClean="0">
                            <a:latin typeface="Cambria Math" panose="02040503050406030204" pitchFamily="18" charset="0"/>
                          </a:rPr>
                          <m:t>3</m:t>
                        </m:r>
                      </m:sup>
                    </m:sSup>
                    <m:r>
                      <a:rPr lang="es-MX" sz="1400" b="0" i="1" smtClean="0">
                        <a:latin typeface="Cambria Math" panose="02040503050406030204" pitchFamily="18" charset="0"/>
                      </a:rPr>
                      <m:t>−470</m:t>
                    </m:r>
                    <m:r>
                      <a:rPr lang="es-MX" sz="1400">
                        <a:latin typeface="Cambria Math" panose="02040503050406030204" pitchFamily="18" charset="0"/>
                        <a:ea typeface="Cambria Math" panose="02040503050406030204" pitchFamily="18" charset="0"/>
                      </a:rPr>
                      <m:t>=</m:t>
                    </m:r>
                  </m:oMath>
                </a14:m>
                <a:r>
                  <a:rPr lang="es-CO" sz="1400" dirty="0">
                    <a:latin typeface="Cambria Math" panose="02040503050406030204" pitchFamily="18" charset="0"/>
                    <a:ea typeface="Cambria Math" panose="02040503050406030204" pitchFamily="18" charset="0"/>
                  </a:rPr>
                  <a:t>-1.636,98</a:t>
                </a:r>
              </a:p>
            </p:txBody>
          </p:sp>
        </mc:Choice>
        <mc:Fallback xmlns="">
          <p:sp>
            <p:nvSpPr>
              <p:cNvPr id="39" name="CuadroTexto 38">
                <a:extLst>
                  <a:ext uri="{FF2B5EF4-FFF2-40B4-BE49-F238E27FC236}">
                    <a16:creationId xmlns:a16="http://schemas.microsoft.com/office/drawing/2014/main" id="{8D198375-1379-85BE-0B14-405B45C41542}"/>
                  </a:ext>
                </a:extLst>
              </p:cNvPr>
              <p:cNvSpPr txBox="1">
                <a:spLocks noRot="1" noChangeAspect="1" noMove="1" noResize="1" noEditPoints="1" noAdjustHandles="1" noChangeArrowheads="1" noChangeShapeType="1" noTextEdit="1"/>
              </p:cNvSpPr>
              <p:nvPr/>
            </p:nvSpPr>
            <p:spPr>
              <a:xfrm>
                <a:off x="3670210" y="2936024"/>
                <a:ext cx="4851585" cy="240387"/>
              </a:xfrm>
              <a:prstGeom prst="rect">
                <a:avLst/>
              </a:prstGeom>
              <a:blipFill>
                <a:blip r:embed="rId4"/>
                <a:stretch>
                  <a:fillRect l="-754" t="-28205" r="-1759" b="-33333"/>
                </a:stretch>
              </a:blipFill>
            </p:spPr>
            <p:txBody>
              <a:bodyPr/>
              <a:lstStyle/>
              <a:p>
                <a:r>
                  <a:rPr lang="es-MX">
                    <a:noFill/>
                  </a:rPr>
                  <a:t> </a:t>
                </a:r>
              </a:p>
            </p:txBody>
          </p:sp>
        </mc:Fallback>
      </mc:AlternateContent>
      <p:pic>
        <p:nvPicPr>
          <p:cNvPr id="2" name="Imagen 1">
            <a:extLst>
              <a:ext uri="{FF2B5EF4-FFF2-40B4-BE49-F238E27FC236}">
                <a16:creationId xmlns:a16="http://schemas.microsoft.com/office/drawing/2014/main" id="{81191741-FAEE-D6B8-AF2B-FF83ECE940AD}"/>
              </a:ext>
            </a:extLst>
          </p:cNvPr>
          <p:cNvPicPr>
            <a:picLocks noChangeAspect="1"/>
          </p:cNvPicPr>
          <p:nvPr/>
        </p:nvPicPr>
        <p:blipFill>
          <a:blip r:embed="rId5"/>
          <a:srcRect l="20941" t="90515"/>
          <a:stretch>
            <a:fillRect/>
          </a:stretch>
        </p:blipFill>
        <p:spPr>
          <a:xfrm flipH="1">
            <a:off x="3258157" y="6352625"/>
            <a:ext cx="2434032" cy="198324"/>
          </a:xfrm>
          <a:prstGeom prst="rect">
            <a:avLst/>
          </a:prstGeom>
        </p:spPr>
      </p:pic>
      <p:pic>
        <p:nvPicPr>
          <p:cNvPr id="3" name="Imagen 2">
            <a:extLst>
              <a:ext uri="{FF2B5EF4-FFF2-40B4-BE49-F238E27FC236}">
                <a16:creationId xmlns:a16="http://schemas.microsoft.com/office/drawing/2014/main" id="{20B8263B-8D80-E00F-BACB-A63D60B7E906}"/>
              </a:ext>
            </a:extLst>
          </p:cNvPr>
          <p:cNvPicPr>
            <a:picLocks noChangeAspect="1"/>
          </p:cNvPicPr>
          <p:nvPr/>
        </p:nvPicPr>
        <p:blipFill>
          <a:blip r:embed="rId5"/>
          <a:srcRect l="75186" t="86544"/>
          <a:stretch>
            <a:fillRect/>
          </a:stretch>
        </p:blipFill>
        <p:spPr>
          <a:xfrm flipH="1">
            <a:off x="4907912" y="5956137"/>
            <a:ext cx="763957" cy="281369"/>
          </a:xfrm>
          <a:prstGeom prst="rect">
            <a:avLst/>
          </a:prstGeom>
        </p:spPr>
      </p:pic>
      <p:sp>
        <p:nvSpPr>
          <p:cNvPr id="7" name="Rectangle 23">
            <a:extLst>
              <a:ext uri="{FF2B5EF4-FFF2-40B4-BE49-F238E27FC236}">
                <a16:creationId xmlns:a16="http://schemas.microsoft.com/office/drawing/2014/main" id="{2F7A5B2C-322D-047D-4EC6-AD59741830CE}"/>
              </a:ext>
            </a:extLst>
          </p:cNvPr>
          <p:cNvSpPr>
            <a:spLocks/>
          </p:cNvSpPr>
          <p:nvPr/>
        </p:nvSpPr>
        <p:spPr bwMode="auto">
          <a:xfrm flipH="1">
            <a:off x="3192293" y="417977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0</a:t>
            </a:r>
          </a:p>
        </p:txBody>
      </p:sp>
      <p:sp>
        <p:nvSpPr>
          <p:cNvPr id="8" name="Rectangle 11">
            <a:extLst>
              <a:ext uri="{FF2B5EF4-FFF2-40B4-BE49-F238E27FC236}">
                <a16:creationId xmlns:a16="http://schemas.microsoft.com/office/drawing/2014/main" id="{B6EB5C57-79D1-72FC-D68F-AA717DD92853}"/>
              </a:ext>
            </a:extLst>
          </p:cNvPr>
          <p:cNvSpPr>
            <a:spLocks/>
          </p:cNvSpPr>
          <p:nvPr/>
        </p:nvSpPr>
        <p:spPr bwMode="auto">
          <a:xfrm>
            <a:off x="3903801" y="417977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1</a:t>
            </a:r>
          </a:p>
        </p:txBody>
      </p:sp>
      <p:sp>
        <p:nvSpPr>
          <p:cNvPr id="9" name="Rectangle 14">
            <a:extLst>
              <a:ext uri="{FF2B5EF4-FFF2-40B4-BE49-F238E27FC236}">
                <a16:creationId xmlns:a16="http://schemas.microsoft.com/office/drawing/2014/main" id="{B4D20105-2189-1845-7629-077E0CBC595D}"/>
              </a:ext>
            </a:extLst>
          </p:cNvPr>
          <p:cNvSpPr>
            <a:spLocks/>
          </p:cNvSpPr>
          <p:nvPr/>
        </p:nvSpPr>
        <p:spPr bwMode="auto">
          <a:xfrm>
            <a:off x="4759702" y="417128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2</a:t>
            </a:r>
          </a:p>
        </p:txBody>
      </p:sp>
      <p:sp>
        <p:nvSpPr>
          <p:cNvPr id="10" name="Rectangle 24">
            <a:extLst>
              <a:ext uri="{FF2B5EF4-FFF2-40B4-BE49-F238E27FC236}">
                <a16:creationId xmlns:a16="http://schemas.microsoft.com/office/drawing/2014/main" id="{CE012297-DD21-8EB5-E77A-BA9B7F2C72D7}"/>
              </a:ext>
            </a:extLst>
          </p:cNvPr>
          <p:cNvSpPr>
            <a:spLocks/>
          </p:cNvSpPr>
          <p:nvPr/>
        </p:nvSpPr>
        <p:spPr bwMode="auto">
          <a:xfrm>
            <a:off x="3974447" y="568996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500</a:t>
            </a:r>
          </a:p>
        </p:txBody>
      </p:sp>
      <p:cxnSp>
        <p:nvCxnSpPr>
          <p:cNvPr id="12" name="Straight Arrow Connector 25">
            <a:extLst>
              <a:ext uri="{FF2B5EF4-FFF2-40B4-BE49-F238E27FC236}">
                <a16:creationId xmlns:a16="http://schemas.microsoft.com/office/drawing/2014/main" id="{E5D13093-EA8A-6DE7-3346-90F3624861D0}"/>
              </a:ext>
            </a:extLst>
          </p:cNvPr>
          <p:cNvCxnSpPr/>
          <p:nvPr/>
        </p:nvCxnSpPr>
        <p:spPr>
          <a:xfrm flipH="1">
            <a:off x="4918028" y="4560498"/>
            <a:ext cx="2" cy="1061198"/>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26">
            <a:extLst>
              <a:ext uri="{FF2B5EF4-FFF2-40B4-BE49-F238E27FC236}">
                <a16:creationId xmlns:a16="http://schemas.microsoft.com/office/drawing/2014/main" id="{6DF4723E-C6AC-750F-DB70-2EF377C6D94A}"/>
              </a:ext>
            </a:extLst>
          </p:cNvPr>
          <p:cNvCxnSpPr/>
          <p:nvPr/>
        </p:nvCxnSpPr>
        <p:spPr>
          <a:xfrm>
            <a:off x="3277894" y="4566401"/>
            <a:ext cx="0" cy="530599"/>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27">
            <a:extLst>
              <a:ext uri="{FF2B5EF4-FFF2-40B4-BE49-F238E27FC236}">
                <a16:creationId xmlns:a16="http://schemas.microsoft.com/office/drawing/2014/main" id="{16907DF1-A140-21E5-96A3-925B6AB74CBF}"/>
              </a:ext>
            </a:extLst>
          </p:cNvPr>
          <p:cNvSpPr>
            <a:spLocks/>
          </p:cNvSpPr>
          <p:nvPr/>
        </p:nvSpPr>
        <p:spPr bwMode="auto">
          <a:xfrm>
            <a:off x="2353695" y="522963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300</a:t>
            </a:r>
          </a:p>
        </p:txBody>
      </p:sp>
    </p:spTree>
    <p:extLst>
      <p:ext uri="{BB962C8B-B14F-4D97-AF65-F5344CB8AC3E}">
        <p14:creationId xmlns:p14="http://schemas.microsoft.com/office/powerpoint/2010/main" val="303490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25" grpId="0"/>
      <p:bldP spid="26" grpId="0"/>
      <p:bldP spid="27" grpId="0"/>
      <p:bldP spid="30" grpId="0"/>
      <p:bldP spid="96" grpId="0"/>
      <p:bldP spid="99" grpId="0"/>
      <p:bldP spid="100" grpId="0"/>
      <p:bldP spid="101" grpId="0"/>
      <p:bldP spid="102" grpId="0"/>
      <p:bldP spid="103" grpId="0"/>
      <p:bldP spid="105" grpId="0"/>
      <p:bldP spid="39" grpId="0"/>
      <p:bldP spid="7" grpId="0"/>
      <p:bldP spid="8" grpId="0"/>
      <p:bldP spid="9" grpId="0"/>
      <p:bldP spid="10"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II</a:t>
            </a:r>
            <a:r>
              <a:rPr lang="es-CO" sz="4000" dirty="0"/>
              <a:t>)</a:t>
            </a: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142674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343CA-432E-4439-3C6C-A3B2C3EB99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1AA7A5-2663-863D-7315-5620C8C4AD9E}"/>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8D6137CD-0DCC-334B-36A0-7414DD12AF3E}"/>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947001F9-100E-07CB-5890-2530B615612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EF3C1796-9087-FA1E-40BF-02BF8B3294DE}"/>
              </a:ext>
            </a:extLst>
          </p:cNvPr>
          <p:cNvSpPr/>
          <p:nvPr/>
        </p:nvSpPr>
        <p:spPr>
          <a:xfrm>
            <a:off x="3173020" y="2503099"/>
            <a:ext cx="8540907" cy="1938992"/>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Series Uniformes o Anualidades.</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Gradiente Aritmético.</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C2244946-6C92-5EAF-8F50-9609504222B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D71FC24-4544-742D-ACC8-4FC2A7809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4D94503-25D0-D965-86EC-38C68E1AE02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467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2864166"/>
            <a:ext cx="11029615" cy="2097590"/>
          </a:xfrm>
        </p:spPr>
        <p:txBody>
          <a:bodyPr>
            <a:normAutofit lnSpcReduction="10000"/>
          </a:bodyPr>
          <a:lstStyle/>
          <a:p>
            <a:pPr marL="0" indent="0" algn="ctr">
              <a:buNone/>
            </a:pPr>
            <a:r>
              <a:rPr lang="es-ES_tradnl" sz="2400" dirty="0"/>
              <a:t>¿Qué sucede si ya no estamos interesados en comparar dos únicos flujos? ¿Ahora es de interés comparar una serie de flujos que se observan en diferentes periodos de tiempo?</a:t>
            </a:r>
          </a:p>
          <a:p>
            <a:pPr algn="ctr"/>
            <a:endParaRPr lang="es-ES_tradnl" sz="2400" dirty="0"/>
          </a:p>
          <a:p>
            <a:pPr marL="0" indent="0" algn="ctr">
              <a:buNone/>
            </a:pPr>
            <a:r>
              <a:rPr lang="es-ES_tradnl" sz="2400" dirty="0"/>
              <a:t>¿Dichos flujos pueden ser finitos? ¿Infinitos?</a:t>
            </a:r>
          </a:p>
        </p:txBody>
      </p:sp>
      <p:sp>
        <p:nvSpPr>
          <p:cNvPr id="4" name="Slide Number Placeholder 3"/>
          <p:cNvSpPr>
            <a:spLocks noGrp="1"/>
          </p:cNvSpPr>
          <p:nvPr>
            <p:ph type="sldNum" sz="quarter" idx="12"/>
          </p:nvPr>
        </p:nvSpPr>
        <p:spPr/>
        <p:txBody>
          <a:bodyPr/>
          <a:lstStyle/>
          <a:p>
            <a:fld id="{5E3E23BA-6E79-2442-BA73-D218A5E297C3}" type="slidenum">
              <a:rPr lang="en-US" smtClean="0"/>
              <a:t>19</a:t>
            </a:fld>
            <a:endParaRPr lang="en-US"/>
          </a:p>
        </p:txBody>
      </p:sp>
      <p:sp>
        <p:nvSpPr>
          <p:cNvPr id="5" name="Title 1">
            <a:extLst>
              <a:ext uri="{FF2B5EF4-FFF2-40B4-BE49-F238E27FC236}">
                <a16:creationId xmlns:a16="http://schemas.microsoft.com/office/drawing/2014/main" id="{7E0E1346-F372-04EF-202A-18031A345A54}"/>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33580E93-D7F3-11F8-914C-20E65D076C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DF4CA28-2472-C132-B673-5999DE29C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8CAB9B0-BBD2-EDD6-5B0D-85ABD76195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671394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2" y="2180497"/>
            <a:ext cx="11029615" cy="1191296"/>
          </a:xfrm>
        </p:spPr>
        <p:txBody>
          <a:bodyPr>
            <a:normAutofit/>
          </a:bodyPr>
          <a:lstStyle/>
          <a:p>
            <a:pPr marL="0" indent="0" algn="ctr">
              <a:buNone/>
            </a:pPr>
            <a:r>
              <a:rPr lang="es-ES_tradnl" sz="2400">
                <a:solidFill>
                  <a:srgbClr val="800000"/>
                </a:solidFill>
              </a:rPr>
              <a:t>¿Cuál es el valor futuro equivalente a una serie de flujos?</a:t>
            </a:r>
          </a:p>
          <a:p>
            <a:pPr marL="0" indent="0" algn="just">
              <a:buNone/>
            </a:pPr>
            <a:r>
              <a:rPr lang="es-ES_tradnl" sz="2400"/>
              <a:t>Es posible encontrar el valor futuro de una serie de flujos uniformes en el tiempo.</a:t>
            </a:r>
          </a:p>
        </p:txBody>
      </p:sp>
      <p:sp>
        <p:nvSpPr>
          <p:cNvPr id="4" name="Slide Number Placeholder 3"/>
          <p:cNvSpPr>
            <a:spLocks noGrp="1"/>
          </p:cNvSpPr>
          <p:nvPr>
            <p:ph type="sldNum" sz="quarter" idx="12"/>
          </p:nvPr>
        </p:nvSpPr>
        <p:spPr/>
        <p:txBody>
          <a:bodyPr/>
          <a:lstStyle/>
          <a:p>
            <a:fld id="{5E3E23BA-6E79-2442-BA73-D218A5E297C3}" type="slidenum">
              <a:rPr lang="en-US" smtClean="0"/>
              <a:t>20</a:t>
            </a:fld>
            <a:endParaRPr lang="en-US"/>
          </a:p>
        </p:txBody>
      </p:sp>
      <p:cxnSp>
        <p:nvCxnSpPr>
          <p:cNvPr id="6" name="Straight Connector 5"/>
          <p:cNvCxnSpPr/>
          <p:nvPr/>
        </p:nvCxnSpPr>
        <p:spPr>
          <a:xfrm>
            <a:off x="2842796" y="538818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3357709" y="471391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3167194" y="548051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757933" y="548051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371149" y="5340584"/>
            <a:ext cx="337060" cy="615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674265" y="548051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990138" y="549447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371958" y="5297299"/>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9687830" y="4319209"/>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696356" y="53896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8287095" y="53896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900311" y="5249700"/>
            <a:ext cx="337060" cy="615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7203427" y="5403588"/>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519300" y="5403588"/>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a:off x="5647563" y="5006829"/>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7" name="Rectangle 26"/>
          <p:cNvSpPr>
            <a:spLocks/>
          </p:cNvSpPr>
          <p:nvPr/>
        </p:nvSpPr>
        <p:spPr bwMode="auto">
          <a:xfrm>
            <a:off x="9519300" y="402825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VF</a:t>
            </a:r>
          </a:p>
        </p:txBody>
      </p:sp>
      <p:cxnSp>
        <p:nvCxnSpPr>
          <p:cNvPr id="23" name="Straight Arrow Connector 22"/>
          <p:cNvCxnSpPr/>
          <p:nvPr/>
        </p:nvCxnSpPr>
        <p:spPr>
          <a:xfrm flipV="1">
            <a:off x="3939203" y="4711814"/>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4539936" y="4713911"/>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5140668" y="471391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p:cNvSpPr>
            <a:spLocks/>
          </p:cNvSpPr>
          <p:nvPr/>
        </p:nvSpPr>
        <p:spPr bwMode="auto">
          <a:xfrm>
            <a:off x="3768044" y="435172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0" name="Rectangle 29"/>
          <p:cNvSpPr>
            <a:spLocks/>
          </p:cNvSpPr>
          <p:nvPr/>
        </p:nvSpPr>
        <p:spPr bwMode="auto">
          <a:xfrm>
            <a:off x="4371149" y="435172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1" name="Rectangle 30"/>
          <p:cNvSpPr>
            <a:spLocks/>
          </p:cNvSpPr>
          <p:nvPr/>
        </p:nvSpPr>
        <p:spPr bwMode="auto">
          <a:xfrm>
            <a:off x="3189179" y="435172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2" name="Rectangle 31"/>
          <p:cNvSpPr>
            <a:spLocks/>
          </p:cNvSpPr>
          <p:nvPr/>
        </p:nvSpPr>
        <p:spPr bwMode="auto">
          <a:xfrm>
            <a:off x="4972138" y="435172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 name="Title 1">
            <a:extLst>
              <a:ext uri="{FF2B5EF4-FFF2-40B4-BE49-F238E27FC236}">
                <a16:creationId xmlns:a16="http://schemas.microsoft.com/office/drawing/2014/main" id="{92F9FA1A-3764-1639-675D-FC6874725DC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11" name="Rectángulo 10">
            <a:extLst>
              <a:ext uri="{FF2B5EF4-FFF2-40B4-BE49-F238E27FC236}">
                <a16:creationId xmlns:a16="http://schemas.microsoft.com/office/drawing/2014/main" id="{07A61A91-8071-A286-EBCF-1049BE703EF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5CD737D-FECF-FAB9-FB35-2A7894E3C2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CD3F77BE-041B-C9E4-F7EE-CA0EE4FB089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4160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5" grpId="0"/>
      <p:bldP spid="18" grpId="0"/>
      <p:bldP spid="19" grpId="0"/>
      <p:bldP spid="20" grpId="0"/>
      <p:bldP spid="21" grpId="0"/>
      <p:bldP spid="22" grpId="0"/>
      <p:bldP spid="24" grpId="0" animBg="1"/>
      <p:bldP spid="27" grpId="0"/>
      <p:bldP spid="29" grpId="0"/>
      <p:bldP spid="30" grpId="0"/>
      <p:bldP spid="31"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2" y="2180497"/>
            <a:ext cx="11029615" cy="1069152"/>
          </a:xfrm>
        </p:spPr>
        <p:txBody>
          <a:bodyPr>
            <a:normAutofit/>
          </a:bodyPr>
          <a:lstStyle/>
          <a:p>
            <a:pPr marL="0" indent="0" algn="just">
              <a:buNone/>
            </a:pPr>
            <a:r>
              <a:rPr lang="es-ES_tradnl" sz="2400" dirty="0"/>
              <a:t>Sabemos que:</a:t>
            </a:r>
          </a:p>
        </p:txBody>
      </p:sp>
      <p:sp>
        <p:nvSpPr>
          <p:cNvPr id="4" name="Slide Number Placeholder 3"/>
          <p:cNvSpPr>
            <a:spLocks noGrp="1"/>
          </p:cNvSpPr>
          <p:nvPr>
            <p:ph type="sldNum" sz="quarter" idx="12"/>
          </p:nvPr>
        </p:nvSpPr>
        <p:spPr/>
        <p:txBody>
          <a:bodyPr/>
          <a:lstStyle/>
          <a:p>
            <a:fld id="{5E3E23BA-6E79-2442-BA73-D218A5E297C3}" type="slidenum">
              <a:rPr lang="en-US" smtClean="0"/>
              <a:t>21</a:t>
            </a:fld>
            <a:endParaRPr lang="en-US"/>
          </a:p>
        </p:txBody>
      </p:sp>
      <p:pic>
        <p:nvPicPr>
          <p:cNvPr id="33" name="Picture 3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9619" y="2370454"/>
            <a:ext cx="3230339" cy="829025"/>
          </a:xfrm>
          <a:prstGeom prst="rect">
            <a:avLst/>
          </a:prstGeom>
        </p:spPr>
      </p:pic>
      <p:pic>
        <p:nvPicPr>
          <p:cNvPr id="34" name="Picture 33"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532" y="2180497"/>
            <a:ext cx="2679700" cy="1054100"/>
          </a:xfrm>
          <a:prstGeom prst="rect">
            <a:avLst/>
          </a:prstGeom>
        </p:spPr>
      </p:pic>
      <p:sp>
        <p:nvSpPr>
          <p:cNvPr id="3" name="Title 1">
            <a:extLst>
              <a:ext uri="{FF2B5EF4-FFF2-40B4-BE49-F238E27FC236}">
                <a16:creationId xmlns:a16="http://schemas.microsoft.com/office/drawing/2014/main" id="{E8CE04F6-1056-76DE-C58B-E9D4B1BA21E3}"/>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5" name="Rectángulo 4">
            <a:extLst>
              <a:ext uri="{FF2B5EF4-FFF2-40B4-BE49-F238E27FC236}">
                <a16:creationId xmlns:a16="http://schemas.microsoft.com/office/drawing/2014/main" id="{505E661B-1B3E-BB5E-56BF-7AAB1ED29F6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C5E0E1C-75B0-490D-F34F-D33421691F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802352BF-D51F-7792-60C2-4DC5D787012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5">
            <a:extLst>
              <a:ext uri="{FF2B5EF4-FFF2-40B4-BE49-F238E27FC236}">
                <a16:creationId xmlns:a16="http://schemas.microsoft.com/office/drawing/2014/main" id="{DF895F10-3557-CF5B-425C-3BA65F4B3F05}"/>
              </a:ext>
            </a:extLst>
          </p:cNvPr>
          <p:cNvCxnSpPr/>
          <p:nvPr/>
        </p:nvCxnSpPr>
        <p:spPr>
          <a:xfrm>
            <a:off x="2541090" y="481416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6">
            <a:extLst>
              <a:ext uri="{FF2B5EF4-FFF2-40B4-BE49-F238E27FC236}">
                <a16:creationId xmlns:a16="http://schemas.microsoft.com/office/drawing/2014/main" id="{86571523-AF51-1CF9-3B89-0B7F2D03B3BB}"/>
              </a:ext>
            </a:extLst>
          </p:cNvPr>
          <p:cNvCxnSpPr/>
          <p:nvPr/>
        </p:nvCxnSpPr>
        <p:spPr>
          <a:xfrm flipV="1">
            <a:off x="3056003" y="413989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7">
            <a:extLst>
              <a:ext uri="{FF2B5EF4-FFF2-40B4-BE49-F238E27FC236}">
                <a16:creationId xmlns:a16="http://schemas.microsoft.com/office/drawing/2014/main" id="{CA002D43-EC0C-1655-A3CB-7DF110E31A31}"/>
              </a:ext>
            </a:extLst>
          </p:cNvPr>
          <p:cNvSpPr>
            <a:spLocks/>
          </p:cNvSpPr>
          <p:nvPr/>
        </p:nvSpPr>
        <p:spPr bwMode="auto">
          <a:xfrm>
            <a:off x="2865488" y="4906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6" name="Rectangle 8">
            <a:extLst>
              <a:ext uri="{FF2B5EF4-FFF2-40B4-BE49-F238E27FC236}">
                <a16:creationId xmlns:a16="http://schemas.microsoft.com/office/drawing/2014/main" id="{38AF7793-B652-2C2E-3EA0-A240D487C6DB}"/>
              </a:ext>
            </a:extLst>
          </p:cNvPr>
          <p:cNvSpPr>
            <a:spLocks/>
          </p:cNvSpPr>
          <p:nvPr/>
        </p:nvSpPr>
        <p:spPr bwMode="auto">
          <a:xfrm>
            <a:off x="3456227" y="4906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7" name="Rectangle 9">
            <a:extLst>
              <a:ext uri="{FF2B5EF4-FFF2-40B4-BE49-F238E27FC236}">
                <a16:creationId xmlns:a16="http://schemas.microsoft.com/office/drawing/2014/main" id="{641C4FCA-D43A-B833-B67C-81431CD6C5D1}"/>
              </a:ext>
            </a:extLst>
          </p:cNvPr>
          <p:cNvSpPr>
            <a:spLocks/>
          </p:cNvSpPr>
          <p:nvPr/>
        </p:nvSpPr>
        <p:spPr bwMode="auto">
          <a:xfrm>
            <a:off x="4069443" y="492045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38" name="Rectangle 11">
            <a:extLst>
              <a:ext uri="{FF2B5EF4-FFF2-40B4-BE49-F238E27FC236}">
                <a16:creationId xmlns:a16="http://schemas.microsoft.com/office/drawing/2014/main" id="{1A91EDB8-B7E3-C122-4737-101EC617E224}"/>
              </a:ext>
            </a:extLst>
          </p:cNvPr>
          <p:cNvSpPr>
            <a:spLocks/>
          </p:cNvSpPr>
          <p:nvPr/>
        </p:nvSpPr>
        <p:spPr bwMode="auto">
          <a:xfrm>
            <a:off x="2372559" y="4906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9" name="Rectangle 14">
            <a:extLst>
              <a:ext uri="{FF2B5EF4-FFF2-40B4-BE49-F238E27FC236}">
                <a16:creationId xmlns:a16="http://schemas.microsoft.com/office/drawing/2014/main" id="{05DEEE4C-5659-86FC-EC4E-BE0B454EAC64}"/>
              </a:ext>
            </a:extLst>
          </p:cNvPr>
          <p:cNvSpPr>
            <a:spLocks/>
          </p:cNvSpPr>
          <p:nvPr/>
        </p:nvSpPr>
        <p:spPr bwMode="auto">
          <a:xfrm>
            <a:off x="4688432" y="492045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40" name="Straight Connector 15">
            <a:extLst>
              <a:ext uri="{FF2B5EF4-FFF2-40B4-BE49-F238E27FC236}">
                <a16:creationId xmlns:a16="http://schemas.microsoft.com/office/drawing/2014/main" id="{B211942D-67E9-D016-2C7D-E24ED01A8757}"/>
              </a:ext>
            </a:extLst>
          </p:cNvPr>
          <p:cNvCxnSpPr/>
          <p:nvPr/>
        </p:nvCxnSpPr>
        <p:spPr>
          <a:xfrm>
            <a:off x="7070252" y="477850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16">
            <a:extLst>
              <a:ext uri="{FF2B5EF4-FFF2-40B4-BE49-F238E27FC236}">
                <a16:creationId xmlns:a16="http://schemas.microsoft.com/office/drawing/2014/main" id="{FECF9690-D244-AEDD-7A83-968F21762190}"/>
              </a:ext>
            </a:extLst>
          </p:cNvPr>
          <p:cNvCxnSpPr/>
          <p:nvPr/>
        </p:nvCxnSpPr>
        <p:spPr>
          <a:xfrm flipV="1">
            <a:off x="7085066" y="3786456"/>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17">
            <a:extLst>
              <a:ext uri="{FF2B5EF4-FFF2-40B4-BE49-F238E27FC236}">
                <a16:creationId xmlns:a16="http://schemas.microsoft.com/office/drawing/2014/main" id="{8E80C8D1-FB73-FE9A-0213-8DC8E12A8518}"/>
              </a:ext>
            </a:extLst>
          </p:cNvPr>
          <p:cNvSpPr>
            <a:spLocks/>
          </p:cNvSpPr>
          <p:nvPr/>
        </p:nvSpPr>
        <p:spPr bwMode="auto">
          <a:xfrm>
            <a:off x="7394650" y="487083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3" name="Rectangle 18">
            <a:extLst>
              <a:ext uri="{FF2B5EF4-FFF2-40B4-BE49-F238E27FC236}">
                <a16:creationId xmlns:a16="http://schemas.microsoft.com/office/drawing/2014/main" id="{B3E64521-0E3A-E358-35D1-E360A4E4B106}"/>
              </a:ext>
            </a:extLst>
          </p:cNvPr>
          <p:cNvSpPr>
            <a:spLocks/>
          </p:cNvSpPr>
          <p:nvPr/>
        </p:nvSpPr>
        <p:spPr bwMode="auto">
          <a:xfrm>
            <a:off x="7985389" y="487083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4" name="Rectangle 19">
            <a:extLst>
              <a:ext uri="{FF2B5EF4-FFF2-40B4-BE49-F238E27FC236}">
                <a16:creationId xmlns:a16="http://schemas.microsoft.com/office/drawing/2014/main" id="{2729392C-2AD6-A952-6FD0-6088A9405C9B}"/>
              </a:ext>
            </a:extLst>
          </p:cNvPr>
          <p:cNvSpPr>
            <a:spLocks/>
          </p:cNvSpPr>
          <p:nvPr/>
        </p:nvSpPr>
        <p:spPr bwMode="auto">
          <a:xfrm>
            <a:off x="8598605" y="488479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45" name="Rectangle 20">
            <a:extLst>
              <a:ext uri="{FF2B5EF4-FFF2-40B4-BE49-F238E27FC236}">
                <a16:creationId xmlns:a16="http://schemas.microsoft.com/office/drawing/2014/main" id="{3187C293-396A-0A38-358E-470AF071C16E}"/>
              </a:ext>
            </a:extLst>
          </p:cNvPr>
          <p:cNvSpPr>
            <a:spLocks/>
          </p:cNvSpPr>
          <p:nvPr/>
        </p:nvSpPr>
        <p:spPr bwMode="auto">
          <a:xfrm>
            <a:off x="6901721" y="488479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6" name="Rectangle 21">
            <a:extLst>
              <a:ext uri="{FF2B5EF4-FFF2-40B4-BE49-F238E27FC236}">
                <a16:creationId xmlns:a16="http://schemas.microsoft.com/office/drawing/2014/main" id="{D5002DD1-F091-F8F1-2B9F-3DFDCCAB7C01}"/>
              </a:ext>
            </a:extLst>
          </p:cNvPr>
          <p:cNvSpPr>
            <a:spLocks/>
          </p:cNvSpPr>
          <p:nvPr/>
        </p:nvSpPr>
        <p:spPr bwMode="auto">
          <a:xfrm>
            <a:off x="9217594" y="488479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47" name="Right Arrow 23">
            <a:extLst>
              <a:ext uri="{FF2B5EF4-FFF2-40B4-BE49-F238E27FC236}">
                <a16:creationId xmlns:a16="http://schemas.microsoft.com/office/drawing/2014/main" id="{531763AD-5479-5300-00E6-51FE6722C60E}"/>
              </a:ext>
            </a:extLst>
          </p:cNvPr>
          <p:cNvSpPr/>
          <p:nvPr/>
        </p:nvSpPr>
        <p:spPr>
          <a:xfrm>
            <a:off x="5345857" y="4488033"/>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8" name="Rectangle 26">
            <a:extLst>
              <a:ext uri="{FF2B5EF4-FFF2-40B4-BE49-F238E27FC236}">
                <a16:creationId xmlns:a16="http://schemas.microsoft.com/office/drawing/2014/main" id="{0ED31CBA-C474-EB9C-B2BF-EF55DC3D4787}"/>
              </a:ext>
            </a:extLst>
          </p:cNvPr>
          <p:cNvSpPr>
            <a:spLocks/>
          </p:cNvSpPr>
          <p:nvPr/>
        </p:nvSpPr>
        <p:spPr bwMode="auto">
          <a:xfrm>
            <a:off x="6930341" y="3518478"/>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VP</a:t>
            </a:r>
          </a:p>
        </p:txBody>
      </p:sp>
      <p:cxnSp>
        <p:nvCxnSpPr>
          <p:cNvPr id="49" name="Straight Arrow Connector 22">
            <a:extLst>
              <a:ext uri="{FF2B5EF4-FFF2-40B4-BE49-F238E27FC236}">
                <a16:creationId xmlns:a16="http://schemas.microsoft.com/office/drawing/2014/main" id="{4C40B2A8-CC86-5BED-BFA7-A83B3478C368}"/>
              </a:ext>
            </a:extLst>
          </p:cNvPr>
          <p:cNvCxnSpPr/>
          <p:nvPr/>
        </p:nvCxnSpPr>
        <p:spPr>
          <a:xfrm flipV="1">
            <a:off x="3637497" y="4137794"/>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25">
            <a:extLst>
              <a:ext uri="{FF2B5EF4-FFF2-40B4-BE49-F238E27FC236}">
                <a16:creationId xmlns:a16="http://schemas.microsoft.com/office/drawing/2014/main" id="{34AE3987-C8F8-977B-F2C7-4C4A244AC683}"/>
              </a:ext>
            </a:extLst>
          </p:cNvPr>
          <p:cNvCxnSpPr/>
          <p:nvPr/>
        </p:nvCxnSpPr>
        <p:spPr>
          <a:xfrm flipV="1">
            <a:off x="4238230" y="4139891"/>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27">
            <a:extLst>
              <a:ext uri="{FF2B5EF4-FFF2-40B4-BE49-F238E27FC236}">
                <a16:creationId xmlns:a16="http://schemas.microsoft.com/office/drawing/2014/main" id="{6D7B78C6-4D59-3E3D-AF51-6DC6EED8FBAD}"/>
              </a:ext>
            </a:extLst>
          </p:cNvPr>
          <p:cNvCxnSpPr/>
          <p:nvPr/>
        </p:nvCxnSpPr>
        <p:spPr>
          <a:xfrm flipV="1">
            <a:off x="4838962" y="4139890"/>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28">
            <a:extLst>
              <a:ext uri="{FF2B5EF4-FFF2-40B4-BE49-F238E27FC236}">
                <a16:creationId xmlns:a16="http://schemas.microsoft.com/office/drawing/2014/main" id="{06068FCC-4F74-2D15-AEFE-8338C3CCBBF3}"/>
              </a:ext>
            </a:extLst>
          </p:cNvPr>
          <p:cNvSpPr>
            <a:spLocks/>
          </p:cNvSpPr>
          <p:nvPr/>
        </p:nvSpPr>
        <p:spPr bwMode="auto">
          <a:xfrm>
            <a:off x="3466338" y="377770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3" name="Rectangle 29">
            <a:extLst>
              <a:ext uri="{FF2B5EF4-FFF2-40B4-BE49-F238E27FC236}">
                <a16:creationId xmlns:a16="http://schemas.microsoft.com/office/drawing/2014/main" id="{F6027985-671E-C3F6-2E25-0CE15FD178F1}"/>
              </a:ext>
            </a:extLst>
          </p:cNvPr>
          <p:cNvSpPr>
            <a:spLocks/>
          </p:cNvSpPr>
          <p:nvPr/>
        </p:nvSpPr>
        <p:spPr bwMode="auto">
          <a:xfrm>
            <a:off x="4069443" y="377770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4" name="Rectangle 30">
            <a:extLst>
              <a:ext uri="{FF2B5EF4-FFF2-40B4-BE49-F238E27FC236}">
                <a16:creationId xmlns:a16="http://schemas.microsoft.com/office/drawing/2014/main" id="{D71915FA-0DF5-18A2-30CC-BE5C27DBED85}"/>
              </a:ext>
            </a:extLst>
          </p:cNvPr>
          <p:cNvSpPr>
            <a:spLocks/>
          </p:cNvSpPr>
          <p:nvPr/>
        </p:nvSpPr>
        <p:spPr bwMode="auto">
          <a:xfrm>
            <a:off x="2887473" y="377770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55" name="Rectangle 31">
            <a:extLst>
              <a:ext uri="{FF2B5EF4-FFF2-40B4-BE49-F238E27FC236}">
                <a16:creationId xmlns:a16="http://schemas.microsoft.com/office/drawing/2014/main" id="{33854ACE-6607-8CA3-0476-ABFD1FAE835E}"/>
              </a:ext>
            </a:extLst>
          </p:cNvPr>
          <p:cNvSpPr>
            <a:spLocks/>
          </p:cNvSpPr>
          <p:nvPr/>
        </p:nvSpPr>
        <p:spPr bwMode="auto">
          <a:xfrm>
            <a:off x="4670432" y="377770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Tree>
    <p:extLst>
      <p:ext uri="{BB962C8B-B14F-4D97-AF65-F5344CB8AC3E}">
        <p14:creationId xmlns:p14="http://schemas.microsoft.com/office/powerpoint/2010/main" val="285361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6" grpId="0"/>
      <p:bldP spid="37" grpId="0"/>
      <p:bldP spid="38" grpId="0"/>
      <p:bldP spid="39" grpId="0"/>
      <p:bldP spid="42" grpId="0"/>
      <p:bldP spid="43" grpId="0"/>
      <p:bldP spid="44" grpId="0"/>
      <p:bldP spid="45" grpId="0"/>
      <p:bldP spid="46" grpId="0"/>
      <p:bldP spid="47" grpId="0" animBg="1"/>
      <p:bldP spid="48" grpId="0"/>
      <p:bldP spid="52" grpId="0"/>
      <p:bldP spid="53" grpId="0"/>
      <p:bldP spid="54" grpId="0"/>
      <p:bldP spid="55"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22</a:t>
            </a:fld>
            <a:endParaRPr lang="en-US"/>
          </a:p>
        </p:txBody>
      </p:sp>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566" y="3776610"/>
            <a:ext cx="9142866" cy="591570"/>
          </a:xfrm>
          <a:prstGeom prst="rect">
            <a:avLst/>
          </a:prstGeom>
        </p:spPr>
      </p:pic>
      <p:sp>
        <p:nvSpPr>
          <p:cNvPr id="6" name="Title 1">
            <a:extLst>
              <a:ext uri="{FF2B5EF4-FFF2-40B4-BE49-F238E27FC236}">
                <a16:creationId xmlns:a16="http://schemas.microsoft.com/office/drawing/2014/main" id="{9F91E29F-35A6-A768-00C6-ADD8C881013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8" name="Rectángulo 7">
            <a:extLst>
              <a:ext uri="{FF2B5EF4-FFF2-40B4-BE49-F238E27FC236}">
                <a16:creationId xmlns:a16="http://schemas.microsoft.com/office/drawing/2014/main" id="{FBE33A91-6EC9-5A10-8771-C06E5DA8F63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1F19A36-6C28-7123-6E57-07601F614B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901F9FA8-A813-C212-FCE4-F8A292B8D0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Content Placeholder 2">
            <a:extLst>
              <a:ext uri="{FF2B5EF4-FFF2-40B4-BE49-F238E27FC236}">
                <a16:creationId xmlns:a16="http://schemas.microsoft.com/office/drawing/2014/main" id="{D081CD7E-9D4B-4E9D-6781-17ABB79A0943}"/>
              </a:ext>
            </a:extLst>
          </p:cNvPr>
          <p:cNvSpPr txBox="1">
            <a:spLocks/>
          </p:cNvSpPr>
          <p:nvPr/>
        </p:nvSpPr>
        <p:spPr>
          <a:xfrm>
            <a:off x="581192" y="2180497"/>
            <a:ext cx="11029615" cy="119129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400" dirty="0">
                <a:solidFill>
                  <a:srgbClr val="800000"/>
                </a:solidFill>
              </a:rPr>
              <a:t>¿Cuál es el valor futuro equivalente a una serie de flujos?</a:t>
            </a:r>
          </a:p>
          <a:p>
            <a:pPr marL="0" indent="0" algn="ctr">
              <a:buNone/>
            </a:pPr>
            <a:r>
              <a:rPr lang="es-ES_tradnl" sz="2400" dirty="0"/>
              <a:t>La primera aproximación no es más que utilizar las fórmulas vistas hasta ahora.</a:t>
            </a:r>
          </a:p>
        </p:txBody>
      </p:sp>
    </p:spTree>
    <p:extLst>
      <p:ext uri="{BB962C8B-B14F-4D97-AF65-F5344CB8AC3E}">
        <p14:creationId xmlns:p14="http://schemas.microsoft.com/office/powerpoint/2010/main" val="2668955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581192" y="3610237"/>
            <a:ext cx="11029616" cy="855955"/>
          </a:xfrm>
        </p:spPr>
        <p:txBody>
          <a:bodyPr>
            <a:normAutofit/>
          </a:bodyPr>
          <a:lstStyle/>
          <a:p>
            <a:pPr marL="0" indent="0" algn="ctr">
              <a:buNone/>
            </a:pPr>
            <a:r>
              <a:rPr lang="es-ES_tradnl" sz="2400"/>
              <a:t>Podemos manipular algebraicamente las dos anteriores ecuaciones y demostrar que, si restamos 2 – 1, se obtiene:</a:t>
            </a:r>
          </a:p>
        </p:txBody>
      </p:sp>
      <p:sp>
        <p:nvSpPr>
          <p:cNvPr id="4" name="Slide Number Placeholder 3"/>
          <p:cNvSpPr>
            <a:spLocks noGrp="1"/>
          </p:cNvSpPr>
          <p:nvPr>
            <p:ph type="sldNum" sz="quarter" idx="12"/>
          </p:nvPr>
        </p:nvSpPr>
        <p:spPr/>
        <p:txBody>
          <a:bodyPr/>
          <a:lstStyle/>
          <a:p>
            <a:fld id="{5E3E23BA-6E79-2442-BA73-D218A5E297C3}" type="slidenum">
              <a:rPr lang="en-US" smtClean="0"/>
              <a:t>23</a:t>
            </a:fld>
            <a:endParaRPr lang="en-US"/>
          </a:p>
        </p:txBody>
      </p:sp>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548" y="2226353"/>
            <a:ext cx="8168350" cy="451585"/>
          </a:xfrm>
          <a:prstGeom prst="rect">
            <a:avLst/>
          </a:prstGeom>
        </p:spPr>
      </p:pic>
      <p:sp>
        <p:nvSpPr>
          <p:cNvPr id="9" name="TextBox 8"/>
          <p:cNvSpPr txBox="1"/>
          <p:nvPr/>
        </p:nvSpPr>
        <p:spPr>
          <a:xfrm>
            <a:off x="1335736" y="2209192"/>
            <a:ext cx="524585" cy="1200329"/>
          </a:xfrm>
          <a:prstGeom prst="rect">
            <a:avLst/>
          </a:prstGeom>
          <a:noFill/>
        </p:spPr>
        <p:txBody>
          <a:bodyPr wrap="square" rtlCol="0">
            <a:spAutoFit/>
          </a:bodyPr>
          <a:lstStyle/>
          <a:p>
            <a:pPr algn="ctr"/>
            <a:r>
              <a:rPr lang="en-US"/>
              <a:t>1.</a:t>
            </a:r>
          </a:p>
          <a:p>
            <a:pPr algn="ctr"/>
            <a:endParaRPr lang="en-US"/>
          </a:p>
          <a:p>
            <a:pPr algn="ctr"/>
            <a:endParaRPr lang="en-US"/>
          </a:p>
          <a:p>
            <a:pPr algn="ctr"/>
            <a:r>
              <a:rPr lang="en-US"/>
              <a:t>2.</a:t>
            </a:r>
          </a:p>
        </p:txBody>
      </p:sp>
      <p:pic>
        <p:nvPicPr>
          <p:cNvPr id="12" name="Picture 11"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4736" y="5541968"/>
            <a:ext cx="3230339" cy="829025"/>
          </a:xfrm>
          <a:prstGeom prst="rect">
            <a:avLst/>
          </a:prstGeom>
        </p:spPr>
      </p:pic>
      <p:pic>
        <p:nvPicPr>
          <p:cNvPr id="14" name="Picture 13"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09163" y="4719298"/>
            <a:ext cx="5342486" cy="415163"/>
          </a:xfrm>
          <a:prstGeom prst="rect">
            <a:avLst/>
          </a:prstGeom>
        </p:spPr>
      </p:pic>
      <p:pic>
        <p:nvPicPr>
          <p:cNvPr id="5" name="Picture 4"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67400" y="2940775"/>
            <a:ext cx="8590900" cy="451585"/>
          </a:xfrm>
          <a:prstGeom prst="rect">
            <a:avLst/>
          </a:prstGeom>
        </p:spPr>
      </p:pic>
      <p:sp>
        <p:nvSpPr>
          <p:cNvPr id="6" name="Rectángulo 5"/>
          <p:cNvSpPr/>
          <p:nvPr/>
        </p:nvSpPr>
        <p:spPr>
          <a:xfrm>
            <a:off x="4278923" y="5387567"/>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7" name="Title 1">
            <a:extLst>
              <a:ext uri="{FF2B5EF4-FFF2-40B4-BE49-F238E27FC236}">
                <a16:creationId xmlns:a16="http://schemas.microsoft.com/office/drawing/2014/main" id="{9B43E68F-A941-D980-7101-243BBAB2C5F4}"/>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8" name="Rectángulo 7">
            <a:extLst>
              <a:ext uri="{FF2B5EF4-FFF2-40B4-BE49-F238E27FC236}">
                <a16:creationId xmlns:a16="http://schemas.microsoft.com/office/drawing/2014/main" id="{87DED921-DD9D-69DC-781B-F99D8A6072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1DD8149-2880-058B-2195-06821D5045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18F46234-A58F-F46F-B721-87B7C59F6FA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81068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CE8A7-61EB-EEB6-D42B-4009ADEDEB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52F396-0397-B03F-A4F4-27AB5BF3B4C5}"/>
              </a:ext>
            </a:extLst>
          </p:cNvPr>
          <p:cNvSpPr>
            <a:spLocks noGrp="1"/>
          </p:cNvSpPr>
          <p:nvPr>
            <p:ph type="sldNum" sz="quarter" idx="12"/>
          </p:nvPr>
        </p:nvSpPr>
        <p:spPr/>
        <p:txBody>
          <a:bodyPr/>
          <a:lstStyle/>
          <a:p>
            <a:fld id="{5E3E23BA-6E79-2442-BA73-D218A5E297C3}" type="slidenum">
              <a:rPr lang="en-US" smtClean="0"/>
              <a:t>24</a:t>
            </a:fld>
            <a:endParaRPr lang="en-US"/>
          </a:p>
        </p:txBody>
      </p:sp>
      <p:pic>
        <p:nvPicPr>
          <p:cNvPr id="12" name="Picture 11" descr="latex-image-1.pdf">
            <a:extLst>
              <a:ext uri="{FF2B5EF4-FFF2-40B4-BE49-F238E27FC236}">
                <a16:creationId xmlns:a16="http://schemas.microsoft.com/office/drawing/2014/main" id="{CBD9F3D9-1BFB-267B-665E-EA1FBB70E2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2816" y="2852963"/>
            <a:ext cx="3230339" cy="829025"/>
          </a:xfrm>
          <a:prstGeom prst="rect">
            <a:avLst/>
          </a:prstGeom>
        </p:spPr>
      </p:pic>
      <p:sp>
        <p:nvSpPr>
          <p:cNvPr id="6" name="Rectángulo 5">
            <a:extLst>
              <a:ext uri="{FF2B5EF4-FFF2-40B4-BE49-F238E27FC236}">
                <a16:creationId xmlns:a16="http://schemas.microsoft.com/office/drawing/2014/main" id="{14ABF78A-1773-62B8-0875-6ACFEDB6FAA1}"/>
              </a:ext>
            </a:extLst>
          </p:cNvPr>
          <p:cNvSpPr/>
          <p:nvPr/>
        </p:nvSpPr>
        <p:spPr>
          <a:xfrm>
            <a:off x="4073503" y="2698905"/>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7" name="Title 1">
            <a:extLst>
              <a:ext uri="{FF2B5EF4-FFF2-40B4-BE49-F238E27FC236}">
                <a16:creationId xmlns:a16="http://schemas.microsoft.com/office/drawing/2014/main" id="{7D732320-3DDE-3B68-6B36-F8BA485D4D02}"/>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8" name="Rectángulo 7">
            <a:extLst>
              <a:ext uri="{FF2B5EF4-FFF2-40B4-BE49-F238E27FC236}">
                <a16:creationId xmlns:a16="http://schemas.microsoft.com/office/drawing/2014/main" id="{EC380DF3-B305-7965-B6AD-A226E947298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D5F4E633-F62A-099B-4BFD-CB8A20E55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D62547EF-DEDD-DCF8-A30B-370EF9FD6C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7" name="TextBox 16">
            <a:extLst>
              <a:ext uri="{FF2B5EF4-FFF2-40B4-BE49-F238E27FC236}">
                <a16:creationId xmlns:a16="http://schemas.microsoft.com/office/drawing/2014/main" id="{8AE201A1-146E-7FFE-015C-A054B962920E}"/>
              </a:ext>
            </a:extLst>
          </p:cNvPr>
          <p:cNvSpPr txBox="1"/>
          <p:nvPr/>
        </p:nvSpPr>
        <p:spPr>
          <a:xfrm>
            <a:off x="1847059" y="2038392"/>
            <a:ext cx="8525692" cy="461665"/>
          </a:xfrm>
          <a:prstGeom prst="rect">
            <a:avLst/>
          </a:prstGeom>
          <a:noFill/>
        </p:spPr>
        <p:txBody>
          <a:bodyPr wrap="square">
            <a:spAutoFit/>
          </a:bodyPr>
          <a:lstStyle/>
          <a:p>
            <a:pPr marL="0" indent="0" algn="ctr">
              <a:buFont typeface="Wingdings 2" panose="05020102010507070707" pitchFamily="18" charset="2"/>
              <a:buNone/>
            </a:pPr>
            <a:r>
              <a:rPr lang="es-ES_tradnl" sz="2400" dirty="0">
                <a:solidFill>
                  <a:srgbClr val="800000"/>
                </a:solidFill>
              </a:rPr>
              <a:t>¿Cuál es el </a:t>
            </a:r>
            <a:r>
              <a:rPr lang="es-ES_tradnl" sz="2400" b="1" dirty="0">
                <a:solidFill>
                  <a:srgbClr val="800000"/>
                </a:solidFill>
              </a:rPr>
              <a:t>valor futuro </a:t>
            </a:r>
            <a:r>
              <a:rPr lang="es-ES_tradnl" sz="2400" dirty="0">
                <a:solidFill>
                  <a:srgbClr val="800000"/>
                </a:solidFill>
              </a:rPr>
              <a:t>equivalente a una serie de flujos?</a:t>
            </a:r>
          </a:p>
        </p:txBody>
      </p:sp>
      <p:sp>
        <p:nvSpPr>
          <p:cNvPr id="19" name="TextBox 18">
            <a:extLst>
              <a:ext uri="{FF2B5EF4-FFF2-40B4-BE49-F238E27FC236}">
                <a16:creationId xmlns:a16="http://schemas.microsoft.com/office/drawing/2014/main" id="{E7510177-9189-C0DA-138E-605F8491E030}"/>
              </a:ext>
            </a:extLst>
          </p:cNvPr>
          <p:cNvSpPr txBox="1"/>
          <p:nvPr/>
        </p:nvSpPr>
        <p:spPr>
          <a:xfrm>
            <a:off x="2085703" y="4127111"/>
            <a:ext cx="8020594" cy="461665"/>
          </a:xfrm>
          <a:prstGeom prst="rect">
            <a:avLst/>
          </a:prstGeom>
          <a:noFill/>
        </p:spPr>
        <p:txBody>
          <a:bodyPr wrap="square">
            <a:spAutoFit/>
          </a:bodyPr>
          <a:lstStyle/>
          <a:p>
            <a:pPr marL="0" indent="0" algn="ctr">
              <a:buNone/>
            </a:pPr>
            <a:r>
              <a:rPr lang="es-ES_tradnl" sz="2400" dirty="0">
                <a:solidFill>
                  <a:srgbClr val="800000"/>
                </a:solidFill>
              </a:rPr>
              <a:t>¿Cuál es el </a:t>
            </a:r>
            <a:r>
              <a:rPr lang="es-ES_tradnl" sz="2400" b="1" dirty="0">
                <a:solidFill>
                  <a:srgbClr val="800000"/>
                </a:solidFill>
              </a:rPr>
              <a:t>valor presente </a:t>
            </a:r>
            <a:r>
              <a:rPr lang="es-ES_tradnl" sz="2400" dirty="0">
                <a:solidFill>
                  <a:srgbClr val="800000"/>
                </a:solidFill>
              </a:rPr>
              <a:t>equivalente a una serie de flujos?</a:t>
            </a:r>
          </a:p>
        </p:txBody>
      </p:sp>
      <p:pic>
        <p:nvPicPr>
          <p:cNvPr id="22" name="Picture 21" descr="latex-image-1.pdf">
            <a:extLst>
              <a:ext uri="{FF2B5EF4-FFF2-40B4-BE49-F238E27FC236}">
                <a16:creationId xmlns:a16="http://schemas.microsoft.com/office/drawing/2014/main" id="{05CAF0B5-FD85-0DB5-2D67-763BA80DFA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6200" y="4936048"/>
            <a:ext cx="2297023" cy="903568"/>
          </a:xfrm>
          <a:prstGeom prst="rect">
            <a:avLst/>
          </a:prstGeom>
        </p:spPr>
      </p:pic>
      <p:sp>
        <p:nvSpPr>
          <p:cNvPr id="25" name="Rectángulo 5">
            <a:extLst>
              <a:ext uri="{FF2B5EF4-FFF2-40B4-BE49-F238E27FC236}">
                <a16:creationId xmlns:a16="http://schemas.microsoft.com/office/drawing/2014/main" id="{7B671508-4974-F8E3-FD87-91CE6757DF71}"/>
              </a:ext>
            </a:extLst>
          </p:cNvPr>
          <p:cNvSpPr/>
          <p:nvPr/>
        </p:nvSpPr>
        <p:spPr>
          <a:xfrm>
            <a:off x="6287589" y="4845904"/>
            <a:ext cx="3901440" cy="1309940"/>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26" name="Content Placeholder 2">
            <a:extLst>
              <a:ext uri="{FF2B5EF4-FFF2-40B4-BE49-F238E27FC236}">
                <a16:creationId xmlns:a16="http://schemas.microsoft.com/office/drawing/2014/main" id="{B4305289-600F-D2E5-7303-DBD42743C360}"/>
              </a:ext>
            </a:extLst>
          </p:cNvPr>
          <p:cNvSpPr>
            <a:spLocks noGrp="1"/>
          </p:cNvSpPr>
          <p:nvPr>
            <p:ph idx="1"/>
          </p:nvPr>
        </p:nvSpPr>
        <p:spPr>
          <a:xfrm>
            <a:off x="641965" y="4879843"/>
            <a:ext cx="11029615" cy="1069152"/>
          </a:xfrm>
        </p:spPr>
        <p:txBody>
          <a:bodyPr>
            <a:normAutofit/>
          </a:bodyPr>
          <a:lstStyle/>
          <a:p>
            <a:pPr marL="0" indent="0" algn="just">
              <a:buNone/>
            </a:pPr>
            <a:r>
              <a:rPr lang="es-ES_tradnl" sz="2400" dirty="0"/>
              <a:t>Sabemos que:</a:t>
            </a:r>
          </a:p>
        </p:txBody>
      </p:sp>
      <p:pic>
        <p:nvPicPr>
          <p:cNvPr id="28" name="Picture 27" descr="latex-image-1.pdf">
            <a:extLst>
              <a:ext uri="{FF2B5EF4-FFF2-40B4-BE49-F238E27FC236}">
                <a16:creationId xmlns:a16="http://schemas.microsoft.com/office/drawing/2014/main" id="{7AA5345B-839F-227D-29CB-3207E570BD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8188" y="5072233"/>
            <a:ext cx="3396193" cy="876762"/>
          </a:xfrm>
          <a:prstGeom prst="rect">
            <a:avLst/>
          </a:prstGeom>
        </p:spPr>
      </p:pic>
    </p:spTree>
    <p:extLst>
      <p:ext uri="{BB962C8B-B14F-4D97-AF65-F5344CB8AC3E}">
        <p14:creationId xmlns:p14="http://schemas.microsoft.com/office/powerpoint/2010/main" val="418120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928622"/>
            <a:ext cx="11029615" cy="1036756"/>
          </a:xfrm>
        </p:spPr>
        <p:txBody>
          <a:bodyPr>
            <a:normAutofit/>
          </a:bodyPr>
          <a:lstStyle/>
          <a:p>
            <a:pPr marL="0" indent="0" algn="just">
              <a:buNone/>
            </a:pPr>
            <a:r>
              <a:rPr lang="es-ES_tradnl" sz="2400" b="1"/>
              <a:t>Ejemplo: </a:t>
            </a:r>
            <a:r>
              <a:rPr lang="es-ES_tradnl" sz="2400"/>
              <a:t>¿Cuál es el valor futuro de los siguientes pagos mensuales si el costo de oportunidad es del 1% MV?</a:t>
            </a:r>
          </a:p>
        </p:txBody>
      </p:sp>
      <p:sp>
        <p:nvSpPr>
          <p:cNvPr id="4" name="Slide Number Placeholder 3"/>
          <p:cNvSpPr>
            <a:spLocks noGrp="1"/>
          </p:cNvSpPr>
          <p:nvPr>
            <p:ph type="sldNum" sz="quarter" idx="12"/>
          </p:nvPr>
        </p:nvSpPr>
        <p:spPr/>
        <p:txBody>
          <a:bodyPr/>
          <a:lstStyle/>
          <a:p>
            <a:fld id="{5E3E23BA-6E79-2442-BA73-D218A5E297C3}" type="slidenum">
              <a:rPr lang="en-US" smtClean="0"/>
              <a:t>25</a:t>
            </a:fld>
            <a:endParaRPr lang="en-US"/>
          </a:p>
        </p:txBody>
      </p:sp>
      <p:cxnSp>
        <p:nvCxnSpPr>
          <p:cNvPr id="13" name="Straight Connector 12"/>
          <p:cNvCxnSpPr/>
          <p:nvPr/>
        </p:nvCxnSpPr>
        <p:spPr>
          <a:xfrm>
            <a:off x="2452379" y="398614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446593" y="3982983"/>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2873455"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3439941"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4003798"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610323"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5213431" y="395537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5732280"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6338803"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p:cNvCxnSpPr/>
          <p:nvPr/>
        </p:nvCxnSpPr>
        <p:spPr>
          <a:xfrm flipV="1">
            <a:off x="9326227" y="5107292"/>
            <a:ext cx="0" cy="976237"/>
          </a:xfrm>
          <a:prstGeom prst="straightConnector1">
            <a:avLst/>
          </a:prstGeom>
          <a:ln w="38100">
            <a:solidFill>
              <a:schemeClr val="accent2"/>
            </a:solidFill>
            <a:tailEnd type="arrow"/>
          </a:ln>
        </p:spPr>
        <p:style>
          <a:lnRef idx="1">
            <a:schemeClr val="accent2"/>
          </a:lnRef>
          <a:fillRef idx="0">
            <a:schemeClr val="accent2"/>
          </a:fillRef>
          <a:effectRef idx="0">
            <a:schemeClr val="accent2"/>
          </a:effectRef>
          <a:fontRef idx="minor">
            <a:schemeClr val="tx1"/>
          </a:fontRef>
        </p:style>
      </p:cxnSp>
      <p:sp>
        <p:nvSpPr>
          <p:cNvPr id="28" name="Rectangle 27"/>
          <p:cNvSpPr>
            <a:spLocks/>
          </p:cNvSpPr>
          <p:nvPr/>
        </p:nvSpPr>
        <p:spPr bwMode="auto">
          <a:xfrm>
            <a:off x="8382644" y="4710000"/>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9" name="Rectangle 28"/>
          <p:cNvSpPr>
            <a:spLocks/>
          </p:cNvSpPr>
          <p:nvPr/>
        </p:nvSpPr>
        <p:spPr bwMode="auto">
          <a:xfrm>
            <a:off x="6893476"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p:cNvSpPr>
            <a:spLocks/>
          </p:cNvSpPr>
          <p:nvPr/>
        </p:nvSpPr>
        <p:spPr bwMode="auto">
          <a:xfrm>
            <a:off x="7487632" y="398298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p:cNvSpPr>
            <a:spLocks/>
          </p:cNvSpPr>
          <p:nvPr/>
        </p:nvSpPr>
        <p:spPr bwMode="auto">
          <a:xfrm>
            <a:off x="8108851"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p:cNvSpPr>
            <a:spLocks/>
          </p:cNvSpPr>
          <p:nvPr/>
        </p:nvSpPr>
        <p:spPr bwMode="auto">
          <a:xfrm>
            <a:off x="8612112"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p:cNvSpPr>
            <a:spLocks/>
          </p:cNvSpPr>
          <p:nvPr/>
        </p:nvSpPr>
        <p:spPr bwMode="auto">
          <a:xfrm>
            <a:off x="9157697" y="395537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p:cNvCxnSpPr/>
          <p:nvPr/>
        </p:nvCxnSpPr>
        <p:spPr>
          <a:xfrm>
            <a:off x="3061681" y="3374081"/>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9342693" y="3385218"/>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041985" y="3374080"/>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5149037" y="2910911"/>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500</a:t>
            </a:r>
          </a:p>
        </p:txBody>
      </p:sp>
      <p:sp>
        <p:nvSpPr>
          <p:cNvPr id="41" name="Right Arrow 40"/>
          <p:cNvSpPr/>
          <p:nvPr/>
        </p:nvSpPr>
        <p:spPr>
          <a:xfrm rot="5400000">
            <a:off x="5468178" y="482998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42" name="Straight Connector 41"/>
          <p:cNvCxnSpPr/>
          <p:nvPr/>
        </p:nvCxnSpPr>
        <p:spPr>
          <a:xfrm>
            <a:off x="2452379" y="6055917"/>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Rectangle 42"/>
          <p:cNvSpPr>
            <a:spLocks/>
          </p:cNvSpPr>
          <p:nvPr/>
        </p:nvSpPr>
        <p:spPr bwMode="auto">
          <a:xfrm flipH="1">
            <a:off x="2446593" y="605275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4" name="Rectangle 43"/>
          <p:cNvSpPr>
            <a:spLocks/>
          </p:cNvSpPr>
          <p:nvPr/>
        </p:nvSpPr>
        <p:spPr bwMode="auto">
          <a:xfrm>
            <a:off x="2873455"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5" name="Rectangle 44"/>
          <p:cNvSpPr>
            <a:spLocks/>
          </p:cNvSpPr>
          <p:nvPr/>
        </p:nvSpPr>
        <p:spPr bwMode="auto">
          <a:xfrm>
            <a:off x="3439941"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6" name="Rectangle 45"/>
          <p:cNvSpPr>
            <a:spLocks/>
          </p:cNvSpPr>
          <p:nvPr/>
        </p:nvSpPr>
        <p:spPr bwMode="auto">
          <a:xfrm>
            <a:off x="4003798"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7" name="Rectangle 46"/>
          <p:cNvSpPr>
            <a:spLocks/>
          </p:cNvSpPr>
          <p:nvPr/>
        </p:nvSpPr>
        <p:spPr bwMode="auto">
          <a:xfrm>
            <a:off x="4610323"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8" name="Rectangle 47"/>
          <p:cNvSpPr>
            <a:spLocks/>
          </p:cNvSpPr>
          <p:nvPr/>
        </p:nvSpPr>
        <p:spPr bwMode="auto">
          <a:xfrm>
            <a:off x="5213431" y="602513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9" name="Rectangle 48"/>
          <p:cNvSpPr>
            <a:spLocks/>
          </p:cNvSpPr>
          <p:nvPr/>
        </p:nvSpPr>
        <p:spPr bwMode="auto">
          <a:xfrm>
            <a:off x="5732280"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0" name="Rectangle 49"/>
          <p:cNvSpPr>
            <a:spLocks/>
          </p:cNvSpPr>
          <p:nvPr/>
        </p:nvSpPr>
        <p:spPr bwMode="auto">
          <a:xfrm>
            <a:off x="6338803"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51" name="Rectangle 50"/>
          <p:cNvSpPr>
            <a:spLocks/>
          </p:cNvSpPr>
          <p:nvPr/>
        </p:nvSpPr>
        <p:spPr bwMode="auto">
          <a:xfrm>
            <a:off x="6893476"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52" name="Rectangle 51"/>
          <p:cNvSpPr>
            <a:spLocks/>
          </p:cNvSpPr>
          <p:nvPr/>
        </p:nvSpPr>
        <p:spPr bwMode="auto">
          <a:xfrm>
            <a:off x="7487632" y="605275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53" name="Rectangle 52"/>
          <p:cNvSpPr>
            <a:spLocks/>
          </p:cNvSpPr>
          <p:nvPr/>
        </p:nvSpPr>
        <p:spPr bwMode="auto">
          <a:xfrm>
            <a:off x="8108851"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54" name="Rectangle 53"/>
          <p:cNvSpPr>
            <a:spLocks/>
          </p:cNvSpPr>
          <p:nvPr/>
        </p:nvSpPr>
        <p:spPr bwMode="auto">
          <a:xfrm>
            <a:off x="8612112"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55" name="Rectangle 54"/>
          <p:cNvSpPr>
            <a:spLocks/>
          </p:cNvSpPr>
          <p:nvPr/>
        </p:nvSpPr>
        <p:spPr bwMode="auto">
          <a:xfrm>
            <a:off x="9157697" y="602513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sp>
        <p:nvSpPr>
          <p:cNvPr id="5" name="Title 1">
            <a:extLst>
              <a:ext uri="{FF2B5EF4-FFF2-40B4-BE49-F238E27FC236}">
                <a16:creationId xmlns:a16="http://schemas.microsoft.com/office/drawing/2014/main" id="{35D7729E-183D-8E97-EEF4-E59AEAC7F3DB}"/>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F455AB0C-F247-94BF-A9DE-3C5D41AEBC2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E3CAC81-3B4C-3EC5-8A73-E513965BEF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A955222-9C75-37A7-2733-DB75E0A19F7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2405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p:bldP spid="15" grpId="0"/>
      <p:bldP spid="16" grpId="0"/>
      <p:bldP spid="17" grpId="0"/>
      <p:bldP spid="18" grpId="0"/>
      <p:bldP spid="19" grpId="0"/>
      <p:bldP spid="20" grpId="0"/>
      <p:bldP spid="28" grpId="0"/>
      <p:bldP spid="29" grpId="0"/>
      <p:bldP spid="30" grpId="0"/>
      <p:bldP spid="31" grpId="0"/>
      <p:bldP spid="32" grpId="0"/>
      <p:bldP spid="34" grpId="0"/>
      <p:bldP spid="38" grpId="0"/>
      <p:bldP spid="41" grpId="0" animBg="1"/>
      <p:bldP spid="43" grpId="0"/>
      <p:bldP spid="44" grpId="0"/>
      <p:bldP spid="45" grpId="0"/>
      <p:bldP spid="46" grpId="0"/>
      <p:bldP spid="47" grpId="0"/>
      <p:bldP spid="48" grpId="0"/>
      <p:bldP spid="49" grpId="0"/>
      <p:bldP spid="50" grpId="0"/>
      <p:bldP spid="51" grpId="0"/>
      <p:bldP spid="52" grpId="0"/>
      <p:bldP spid="53" grpId="0"/>
      <p:bldP spid="54" grpId="0"/>
      <p:bldP spid="5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8F2F-4B5D-FC6D-6A82-4CA1568664F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6F3EEB-39AC-96E7-1647-DD1FEF3BB7C1}"/>
              </a:ext>
            </a:extLst>
          </p:cNvPr>
          <p:cNvSpPr>
            <a:spLocks noGrp="1"/>
          </p:cNvSpPr>
          <p:nvPr>
            <p:ph type="sldNum" sz="quarter" idx="12"/>
          </p:nvPr>
        </p:nvSpPr>
        <p:spPr/>
        <p:txBody>
          <a:bodyPr/>
          <a:lstStyle/>
          <a:p>
            <a:fld id="{5E3E23BA-6E79-2442-BA73-D218A5E297C3}" type="slidenum">
              <a:rPr lang="en-US" smtClean="0"/>
              <a:t>26</a:t>
            </a:fld>
            <a:endParaRPr lang="en-US"/>
          </a:p>
        </p:txBody>
      </p:sp>
      <p:cxnSp>
        <p:nvCxnSpPr>
          <p:cNvPr id="13" name="Straight Connector 12">
            <a:extLst>
              <a:ext uri="{FF2B5EF4-FFF2-40B4-BE49-F238E27FC236}">
                <a16:creationId xmlns:a16="http://schemas.microsoft.com/office/drawing/2014/main" id="{BEE770FF-0894-6E4C-FFB3-F01F079698D8}"/>
              </a:ext>
            </a:extLst>
          </p:cNvPr>
          <p:cNvCxnSpPr/>
          <p:nvPr/>
        </p:nvCxnSpPr>
        <p:spPr>
          <a:xfrm>
            <a:off x="2452379" y="398614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F71B0A9B-4C1E-4864-B425-A3D1BA855800}"/>
              </a:ext>
            </a:extLst>
          </p:cNvPr>
          <p:cNvSpPr>
            <a:spLocks/>
          </p:cNvSpPr>
          <p:nvPr/>
        </p:nvSpPr>
        <p:spPr bwMode="auto">
          <a:xfrm flipH="1">
            <a:off x="2446593" y="3982983"/>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a:extLst>
              <a:ext uri="{FF2B5EF4-FFF2-40B4-BE49-F238E27FC236}">
                <a16:creationId xmlns:a16="http://schemas.microsoft.com/office/drawing/2014/main" id="{EF5CA2FA-F427-D480-DEED-CD2857572E5C}"/>
              </a:ext>
            </a:extLst>
          </p:cNvPr>
          <p:cNvSpPr>
            <a:spLocks/>
          </p:cNvSpPr>
          <p:nvPr/>
        </p:nvSpPr>
        <p:spPr bwMode="auto">
          <a:xfrm>
            <a:off x="2873455"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a:extLst>
              <a:ext uri="{FF2B5EF4-FFF2-40B4-BE49-F238E27FC236}">
                <a16:creationId xmlns:a16="http://schemas.microsoft.com/office/drawing/2014/main" id="{12D3977B-7842-1639-D270-1CDF7D80D761}"/>
              </a:ext>
            </a:extLst>
          </p:cNvPr>
          <p:cNvSpPr>
            <a:spLocks/>
          </p:cNvSpPr>
          <p:nvPr/>
        </p:nvSpPr>
        <p:spPr bwMode="auto">
          <a:xfrm>
            <a:off x="3439941"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a:extLst>
              <a:ext uri="{FF2B5EF4-FFF2-40B4-BE49-F238E27FC236}">
                <a16:creationId xmlns:a16="http://schemas.microsoft.com/office/drawing/2014/main" id="{999335D0-2CD1-987E-C275-283248018E12}"/>
              </a:ext>
            </a:extLst>
          </p:cNvPr>
          <p:cNvSpPr>
            <a:spLocks/>
          </p:cNvSpPr>
          <p:nvPr/>
        </p:nvSpPr>
        <p:spPr bwMode="auto">
          <a:xfrm>
            <a:off x="4003798"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a:extLst>
              <a:ext uri="{FF2B5EF4-FFF2-40B4-BE49-F238E27FC236}">
                <a16:creationId xmlns:a16="http://schemas.microsoft.com/office/drawing/2014/main" id="{920EDD7B-9ACC-7E78-91F2-C2C007A3435A}"/>
              </a:ext>
            </a:extLst>
          </p:cNvPr>
          <p:cNvSpPr>
            <a:spLocks/>
          </p:cNvSpPr>
          <p:nvPr/>
        </p:nvSpPr>
        <p:spPr bwMode="auto">
          <a:xfrm>
            <a:off x="4610323"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a:extLst>
              <a:ext uri="{FF2B5EF4-FFF2-40B4-BE49-F238E27FC236}">
                <a16:creationId xmlns:a16="http://schemas.microsoft.com/office/drawing/2014/main" id="{A7020095-03EE-9B5D-B501-81E3843030CE}"/>
              </a:ext>
            </a:extLst>
          </p:cNvPr>
          <p:cNvSpPr>
            <a:spLocks/>
          </p:cNvSpPr>
          <p:nvPr/>
        </p:nvSpPr>
        <p:spPr bwMode="auto">
          <a:xfrm>
            <a:off x="5213431" y="395537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a:extLst>
              <a:ext uri="{FF2B5EF4-FFF2-40B4-BE49-F238E27FC236}">
                <a16:creationId xmlns:a16="http://schemas.microsoft.com/office/drawing/2014/main" id="{38D60E69-1EDC-23FA-880E-7B94B6026388}"/>
              </a:ext>
            </a:extLst>
          </p:cNvPr>
          <p:cNvSpPr>
            <a:spLocks/>
          </p:cNvSpPr>
          <p:nvPr/>
        </p:nvSpPr>
        <p:spPr bwMode="auto">
          <a:xfrm>
            <a:off x="5732280"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a:extLst>
              <a:ext uri="{FF2B5EF4-FFF2-40B4-BE49-F238E27FC236}">
                <a16:creationId xmlns:a16="http://schemas.microsoft.com/office/drawing/2014/main" id="{3740253E-5A00-2A7C-B513-60BFD19EA71F}"/>
              </a:ext>
            </a:extLst>
          </p:cNvPr>
          <p:cNvSpPr>
            <a:spLocks/>
          </p:cNvSpPr>
          <p:nvPr/>
        </p:nvSpPr>
        <p:spPr bwMode="auto">
          <a:xfrm>
            <a:off x="6338803"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a:extLst>
              <a:ext uri="{FF2B5EF4-FFF2-40B4-BE49-F238E27FC236}">
                <a16:creationId xmlns:a16="http://schemas.microsoft.com/office/drawing/2014/main" id="{64B29BFF-E97A-B144-E757-CC97531D7361}"/>
              </a:ext>
            </a:extLst>
          </p:cNvPr>
          <p:cNvCxnSpPr/>
          <p:nvPr/>
        </p:nvCxnSpPr>
        <p:spPr>
          <a:xfrm flipV="1">
            <a:off x="9326227" y="5107292"/>
            <a:ext cx="0" cy="976237"/>
          </a:xfrm>
          <a:prstGeom prst="straightConnector1">
            <a:avLst/>
          </a:prstGeom>
          <a:ln w="38100">
            <a:solidFill>
              <a:schemeClr val="accent2"/>
            </a:solidFill>
            <a:tailEnd type="arrow"/>
          </a:ln>
        </p:spPr>
        <p:style>
          <a:lnRef idx="1">
            <a:schemeClr val="accent2"/>
          </a:lnRef>
          <a:fillRef idx="0">
            <a:schemeClr val="accent2"/>
          </a:fillRef>
          <a:effectRef idx="0">
            <a:schemeClr val="accent2"/>
          </a:effectRef>
          <a:fontRef idx="minor">
            <a:schemeClr val="tx1"/>
          </a:fontRef>
        </p:style>
      </p:cxnSp>
      <p:sp>
        <p:nvSpPr>
          <p:cNvPr id="28" name="Rectangle 27">
            <a:extLst>
              <a:ext uri="{FF2B5EF4-FFF2-40B4-BE49-F238E27FC236}">
                <a16:creationId xmlns:a16="http://schemas.microsoft.com/office/drawing/2014/main" id="{5464DCED-8840-4B43-FBC2-75796BDD0704}"/>
              </a:ext>
            </a:extLst>
          </p:cNvPr>
          <p:cNvSpPr>
            <a:spLocks/>
          </p:cNvSpPr>
          <p:nvPr/>
        </p:nvSpPr>
        <p:spPr bwMode="auto">
          <a:xfrm>
            <a:off x="8382644" y="4710000"/>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9" name="Rectangle 28">
            <a:extLst>
              <a:ext uri="{FF2B5EF4-FFF2-40B4-BE49-F238E27FC236}">
                <a16:creationId xmlns:a16="http://schemas.microsoft.com/office/drawing/2014/main" id="{21783C91-9231-2EA2-7104-F20DE5614D7A}"/>
              </a:ext>
            </a:extLst>
          </p:cNvPr>
          <p:cNvSpPr>
            <a:spLocks/>
          </p:cNvSpPr>
          <p:nvPr/>
        </p:nvSpPr>
        <p:spPr bwMode="auto">
          <a:xfrm>
            <a:off x="6893476"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a:extLst>
              <a:ext uri="{FF2B5EF4-FFF2-40B4-BE49-F238E27FC236}">
                <a16:creationId xmlns:a16="http://schemas.microsoft.com/office/drawing/2014/main" id="{A3B57FF8-51CF-A9EE-C04D-2178F59FA82B}"/>
              </a:ext>
            </a:extLst>
          </p:cNvPr>
          <p:cNvSpPr>
            <a:spLocks/>
          </p:cNvSpPr>
          <p:nvPr/>
        </p:nvSpPr>
        <p:spPr bwMode="auto">
          <a:xfrm>
            <a:off x="7487632" y="398298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a:extLst>
              <a:ext uri="{FF2B5EF4-FFF2-40B4-BE49-F238E27FC236}">
                <a16:creationId xmlns:a16="http://schemas.microsoft.com/office/drawing/2014/main" id="{A4B666DC-C579-E5CF-71E9-3B2844F6FA03}"/>
              </a:ext>
            </a:extLst>
          </p:cNvPr>
          <p:cNvSpPr>
            <a:spLocks/>
          </p:cNvSpPr>
          <p:nvPr/>
        </p:nvSpPr>
        <p:spPr bwMode="auto">
          <a:xfrm>
            <a:off x="8108851"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a:extLst>
              <a:ext uri="{FF2B5EF4-FFF2-40B4-BE49-F238E27FC236}">
                <a16:creationId xmlns:a16="http://schemas.microsoft.com/office/drawing/2014/main" id="{515F5573-49BF-6185-0AEC-B145B9965817}"/>
              </a:ext>
            </a:extLst>
          </p:cNvPr>
          <p:cNvSpPr>
            <a:spLocks/>
          </p:cNvSpPr>
          <p:nvPr/>
        </p:nvSpPr>
        <p:spPr bwMode="auto">
          <a:xfrm>
            <a:off x="8612112" y="397449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a:extLst>
              <a:ext uri="{FF2B5EF4-FFF2-40B4-BE49-F238E27FC236}">
                <a16:creationId xmlns:a16="http://schemas.microsoft.com/office/drawing/2014/main" id="{A01583BA-235D-CD6E-F7FB-4DB927785D01}"/>
              </a:ext>
            </a:extLst>
          </p:cNvPr>
          <p:cNvSpPr>
            <a:spLocks/>
          </p:cNvSpPr>
          <p:nvPr/>
        </p:nvSpPr>
        <p:spPr bwMode="auto">
          <a:xfrm>
            <a:off x="9157697" y="395537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a:extLst>
              <a:ext uri="{FF2B5EF4-FFF2-40B4-BE49-F238E27FC236}">
                <a16:creationId xmlns:a16="http://schemas.microsoft.com/office/drawing/2014/main" id="{544F0986-08E6-6AAF-35FC-B292D5CB6394}"/>
              </a:ext>
            </a:extLst>
          </p:cNvPr>
          <p:cNvCxnSpPr/>
          <p:nvPr/>
        </p:nvCxnSpPr>
        <p:spPr>
          <a:xfrm>
            <a:off x="3061681" y="3374081"/>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8EE562A-0DA4-8750-A8DC-AA9A355AE8F8}"/>
              </a:ext>
            </a:extLst>
          </p:cNvPr>
          <p:cNvCxnSpPr/>
          <p:nvPr/>
        </p:nvCxnSpPr>
        <p:spPr>
          <a:xfrm>
            <a:off x="9342693" y="3385218"/>
            <a:ext cx="0" cy="620901"/>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E6F235FC-000F-89AE-D284-81E5E5897077}"/>
              </a:ext>
            </a:extLst>
          </p:cNvPr>
          <p:cNvCxnSpPr/>
          <p:nvPr/>
        </p:nvCxnSpPr>
        <p:spPr>
          <a:xfrm>
            <a:off x="3041985" y="3374080"/>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EB6E7A1F-079A-1C06-1C87-8466D755457F}"/>
              </a:ext>
            </a:extLst>
          </p:cNvPr>
          <p:cNvSpPr>
            <a:spLocks/>
          </p:cNvSpPr>
          <p:nvPr/>
        </p:nvSpPr>
        <p:spPr bwMode="auto">
          <a:xfrm>
            <a:off x="5149037" y="2910911"/>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500</a:t>
            </a:r>
          </a:p>
        </p:txBody>
      </p:sp>
      <p:sp>
        <p:nvSpPr>
          <p:cNvPr id="41" name="Right Arrow 40">
            <a:extLst>
              <a:ext uri="{FF2B5EF4-FFF2-40B4-BE49-F238E27FC236}">
                <a16:creationId xmlns:a16="http://schemas.microsoft.com/office/drawing/2014/main" id="{38074401-5404-6B10-6A3A-91E4E326F70D}"/>
              </a:ext>
            </a:extLst>
          </p:cNvPr>
          <p:cNvSpPr/>
          <p:nvPr/>
        </p:nvSpPr>
        <p:spPr>
          <a:xfrm rot="5400000">
            <a:off x="5468178" y="482998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42" name="Straight Connector 41">
            <a:extLst>
              <a:ext uri="{FF2B5EF4-FFF2-40B4-BE49-F238E27FC236}">
                <a16:creationId xmlns:a16="http://schemas.microsoft.com/office/drawing/2014/main" id="{3E36A696-05B8-37AA-1EEF-614370F88CA4}"/>
              </a:ext>
            </a:extLst>
          </p:cNvPr>
          <p:cNvCxnSpPr/>
          <p:nvPr/>
        </p:nvCxnSpPr>
        <p:spPr>
          <a:xfrm>
            <a:off x="2452379" y="6055917"/>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Rectangle 42">
            <a:extLst>
              <a:ext uri="{FF2B5EF4-FFF2-40B4-BE49-F238E27FC236}">
                <a16:creationId xmlns:a16="http://schemas.microsoft.com/office/drawing/2014/main" id="{9386B279-9744-A444-6F3A-3A99F99C2D51}"/>
              </a:ext>
            </a:extLst>
          </p:cNvPr>
          <p:cNvSpPr>
            <a:spLocks/>
          </p:cNvSpPr>
          <p:nvPr/>
        </p:nvSpPr>
        <p:spPr bwMode="auto">
          <a:xfrm flipH="1">
            <a:off x="2446593" y="605275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4" name="Rectangle 43">
            <a:extLst>
              <a:ext uri="{FF2B5EF4-FFF2-40B4-BE49-F238E27FC236}">
                <a16:creationId xmlns:a16="http://schemas.microsoft.com/office/drawing/2014/main" id="{9D73BB9E-7CDC-357F-4F12-09F6963F1D86}"/>
              </a:ext>
            </a:extLst>
          </p:cNvPr>
          <p:cNvSpPr>
            <a:spLocks/>
          </p:cNvSpPr>
          <p:nvPr/>
        </p:nvSpPr>
        <p:spPr bwMode="auto">
          <a:xfrm>
            <a:off x="2873455"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5" name="Rectangle 44">
            <a:extLst>
              <a:ext uri="{FF2B5EF4-FFF2-40B4-BE49-F238E27FC236}">
                <a16:creationId xmlns:a16="http://schemas.microsoft.com/office/drawing/2014/main" id="{7BF1C775-9405-D3F8-C91F-AA089B4E615C}"/>
              </a:ext>
            </a:extLst>
          </p:cNvPr>
          <p:cNvSpPr>
            <a:spLocks/>
          </p:cNvSpPr>
          <p:nvPr/>
        </p:nvSpPr>
        <p:spPr bwMode="auto">
          <a:xfrm>
            <a:off x="3439941"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6" name="Rectangle 45">
            <a:extLst>
              <a:ext uri="{FF2B5EF4-FFF2-40B4-BE49-F238E27FC236}">
                <a16:creationId xmlns:a16="http://schemas.microsoft.com/office/drawing/2014/main" id="{4CA8D22D-A2C9-3759-A19A-34BEAEE35706}"/>
              </a:ext>
            </a:extLst>
          </p:cNvPr>
          <p:cNvSpPr>
            <a:spLocks/>
          </p:cNvSpPr>
          <p:nvPr/>
        </p:nvSpPr>
        <p:spPr bwMode="auto">
          <a:xfrm>
            <a:off x="4003798"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7" name="Rectangle 46">
            <a:extLst>
              <a:ext uri="{FF2B5EF4-FFF2-40B4-BE49-F238E27FC236}">
                <a16:creationId xmlns:a16="http://schemas.microsoft.com/office/drawing/2014/main" id="{02713015-4B6B-6987-4563-AC70AF888BEC}"/>
              </a:ext>
            </a:extLst>
          </p:cNvPr>
          <p:cNvSpPr>
            <a:spLocks/>
          </p:cNvSpPr>
          <p:nvPr/>
        </p:nvSpPr>
        <p:spPr bwMode="auto">
          <a:xfrm>
            <a:off x="4610323"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8" name="Rectangle 47">
            <a:extLst>
              <a:ext uri="{FF2B5EF4-FFF2-40B4-BE49-F238E27FC236}">
                <a16:creationId xmlns:a16="http://schemas.microsoft.com/office/drawing/2014/main" id="{3BD3F20B-396D-450C-73A0-D1648723A7C5}"/>
              </a:ext>
            </a:extLst>
          </p:cNvPr>
          <p:cNvSpPr>
            <a:spLocks/>
          </p:cNvSpPr>
          <p:nvPr/>
        </p:nvSpPr>
        <p:spPr bwMode="auto">
          <a:xfrm>
            <a:off x="5213431" y="602513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9" name="Rectangle 48">
            <a:extLst>
              <a:ext uri="{FF2B5EF4-FFF2-40B4-BE49-F238E27FC236}">
                <a16:creationId xmlns:a16="http://schemas.microsoft.com/office/drawing/2014/main" id="{63B0C58A-60C8-71F0-2C32-A4D266309BFB}"/>
              </a:ext>
            </a:extLst>
          </p:cNvPr>
          <p:cNvSpPr>
            <a:spLocks/>
          </p:cNvSpPr>
          <p:nvPr/>
        </p:nvSpPr>
        <p:spPr bwMode="auto">
          <a:xfrm>
            <a:off x="5732280"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0" name="Rectangle 49">
            <a:extLst>
              <a:ext uri="{FF2B5EF4-FFF2-40B4-BE49-F238E27FC236}">
                <a16:creationId xmlns:a16="http://schemas.microsoft.com/office/drawing/2014/main" id="{5B526C8D-51B9-7423-BA6C-B740A2B1AE35}"/>
              </a:ext>
            </a:extLst>
          </p:cNvPr>
          <p:cNvSpPr>
            <a:spLocks/>
          </p:cNvSpPr>
          <p:nvPr/>
        </p:nvSpPr>
        <p:spPr bwMode="auto">
          <a:xfrm>
            <a:off x="6338803"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51" name="Rectangle 50">
            <a:extLst>
              <a:ext uri="{FF2B5EF4-FFF2-40B4-BE49-F238E27FC236}">
                <a16:creationId xmlns:a16="http://schemas.microsoft.com/office/drawing/2014/main" id="{E3C292FF-53F1-BC81-62D7-820F715BC22C}"/>
              </a:ext>
            </a:extLst>
          </p:cNvPr>
          <p:cNvSpPr>
            <a:spLocks/>
          </p:cNvSpPr>
          <p:nvPr/>
        </p:nvSpPr>
        <p:spPr bwMode="auto">
          <a:xfrm>
            <a:off x="6893476"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52" name="Rectangle 51">
            <a:extLst>
              <a:ext uri="{FF2B5EF4-FFF2-40B4-BE49-F238E27FC236}">
                <a16:creationId xmlns:a16="http://schemas.microsoft.com/office/drawing/2014/main" id="{FCBB61EF-D688-1F91-D7D9-FD23006E327E}"/>
              </a:ext>
            </a:extLst>
          </p:cNvPr>
          <p:cNvSpPr>
            <a:spLocks/>
          </p:cNvSpPr>
          <p:nvPr/>
        </p:nvSpPr>
        <p:spPr bwMode="auto">
          <a:xfrm>
            <a:off x="7487632" y="605275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53" name="Rectangle 52">
            <a:extLst>
              <a:ext uri="{FF2B5EF4-FFF2-40B4-BE49-F238E27FC236}">
                <a16:creationId xmlns:a16="http://schemas.microsoft.com/office/drawing/2014/main" id="{745B5F57-BA71-B6DE-2B28-ED5B2FC06332}"/>
              </a:ext>
            </a:extLst>
          </p:cNvPr>
          <p:cNvSpPr>
            <a:spLocks/>
          </p:cNvSpPr>
          <p:nvPr/>
        </p:nvSpPr>
        <p:spPr bwMode="auto">
          <a:xfrm>
            <a:off x="8108851"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54" name="Rectangle 53">
            <a:extLst>
              <a:ext uri="{FF2B5EF4-FFF2-40B4-BE49-F238E27FC236}">
                <a16:creationId xmlns:a16="http://schemas.microsoft.com/office/drawing/2014/main" id="{CB90F3A1-F48C-6E9A-D1C1-92EBD7FFCA77}"/>
              </a:ext>
            </a:extLst>
          </p:cNvPr>
          <p:cNvSpPr>
            <a:spLocks/>
          </p:cNvSpPr>
          <p:nvPr/>
        </p:nvSpPr>
        <p:spPr bwMode="auto">
          <a:xfrm>
            <a:off x="8612112" y="604426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55" name="Rectangle 54">
            <a:extLst>
              <a:ext uri="{FF2B5EF4-FFF2-40B4-BE49-F238E27FC236}">
                <a16:creationId xmlns:a16="http://schemas.microsoft.com/office/drawing/2014/main" id="{B0B1990C-05B2-0154-2528-51F8221CB0E5}"/>
              </a:ext>
            </a:extLst>
          </p:cNvPr>
          <p:cNvSpPr>
            <a:spLocks/>
          </p:cNvSpPr>
          <p:nvPr/>
        </p:nvSpPr>
        <p:spPr bwMode="auto">
          <a:xfrm>
            <a:off x="9157697" y="602513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sp>
        <p:nvSpPr>
          <p:cNvPr id="5" name="Title 1">
            <a:extLst>
              <a:ext uri="{FF2B5EF4-FFF2-40B4-BE49-F238E27FC236}">
                <a16:creationId xmlns:a16="http://schemas.microsoft.com/office/drawing/2014/main" id="{56A4E14C-85EF-72BF-5B2F-65972E76F30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579F6739-CA9D-3CD2-548A-B0EC80FA83F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556765C-C4C1-0525-0B71-8CDD45E894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FB4C0D6-6E5D-7D85-C696-10BFB107855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0" name="Picture 8">
            <a:extLst>
              <a:ext uri="{FF2B5EF4-FFF2-40B4-BE49-F238E27FC236}">
                <a16:creationId xmlns:a16="http://schemas.microsoft.com/office/drawing/2014/main" id="{7D912C79-D19F-0CE5-8F73-B16272B95A19}"/>
              </a:ext>
            </a:extLst>
          </p:cNvPr>
          <p:cNvPicPr>
            <a:picLocks noChangeAspect="1"/>
          </p:cNvPicPr>
          <p:nvPr/>
        </p:nvPicPr>
        <p:blipFill>
          <a:blip r:embed="rId4"/>
          <a:stretch>
            <a:fillRect/>
          </a:stretch>
        </p:blipFill>
        <p:spPr>
          <a:xfrm>
            <a:off x="3710902" y="2008292"/>
            <a:ext cx="5238270" cy="798298"/>
          </a:xfrm>
          <a:prstGeom prst="rect">
            <a:avLst/>
          </a:prstGeom>
        </p:spPr>
      </p:pic>
    </p:spTree>
    <p:extLst>
      <p:ext uri="{BB962C8B-B14F-4D97-AF65-F5344CB8AC3E}">
        <p14:creationId xmlns:p14="http://schemas.microsoft.com/office/powerpoint/2010/main" val="114781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p:bldP spid="15" grpId="0"/>
      <p:bldP spid="16" grpId="0"/>
      <p:bldP spid="17" grpId="0"/>
      <p:bldP spid="18" grpId="0"/>
      <p:bldP spid="19" grpId="0"/>
      <p:bldP spid="20" grpId="0"/>
      <p:bldP spid="28" grpId="0"/>
      <p:bldP spid="29" grpId="0"/>
      <p:bldP spid="30" grpId="0"/>
      <p:bldP spid="31" grpId="0"/>
      <p:bldP spid="32" grpId="0"/>
      <p:bldP spid="34" grpId="0"/>
      <p:bldP spid="38" grpId="0"/>
      <p:bldP spid="41" grpId="0" animBg="1"/>
      <p:bldP spid="43" grpId="0"/>
      <p:bldP spid="44" grpId="0"/>
      <p:bldP spid="45" grpId="0"/>
      <p:bldP spid="46" grpId="0"/>
      <p:bldP spid="47" grpId="0"/>
      <p:bldP spid="48" grpId="0"/>
      <p:bldP spid="49" grpId="0"/>
      <p:bldP spid="50" grpId="0"/>
      <p:bldP spid="51" grpId="0"/>
      <p:bldP spid="52" grpId="0"/>
      <p:bldP spid="53" grpId="0"/>
      <p:bldP spid="54" grpId="0"/>
      <p:bldP spid="55"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581192" y="1989939"/>
            <a:ext cx="11029615" cy="3678303"/>
          </a:xfrm>
        </p:spPr>
        <p:txBody>
          <a:bodyPr>
            <a:normAutofit/>
          </a:bodyPr>
          <a:lstStyle/>
          <a:p>
            <a:pPr marL="0" indent="0" algn="ctr">
              <a:buNone/>
            </a:pPr>
            <a:r>
              <a:rPr lang="es-ES_tradnl" sz="2400" dirty="0">
                <a:solidFill>
                  <a:srgbClr val="800000"/>
                </a:solidFill>
              </a:rPr>
              <a:t>¿Cuál es el valor presente equivalente a una serie de flujos?</a:t>
            </a:r>
          </a:p>
          <a:p>
            <a:pPr algn="just"/>
            <a:r>
              <a:rPr lang="es-ES_tradnl" sz="2400" dirty="0"/>
              <a:t>Es posible encontrar el valor presente de una serie de flujos uniformes en el tiempo por diferentes caminos.</a:t>
            </a:r>
          </a:p>
          <a:p>
            <a:pPr algn="just"/>
            <a:endParaRPr lang="es-ES_tradnl" sz="2400" dirty="0"/>
          </a:p>
          <a:p>
            <a:pPr algn="just"/>
            <a:r>
              <a:rPr lang="es-ES_tradnl" sz="2400" dirty="0"/>
              <a:t>Al igual que con el valor futuro, una primera opción consiste en traer a valor presente cada uno de los flujos de interés</a:t>
            </a:r>
          </a:p>
        </p:txBody>
      </p:sp>
      <p:sp>
        <p:nvSpPr>
          <p:cNvPr id="4" name="Slide Number Placeholder 3"/>
          <p:cNvSpPr>
            <a:spLocks noGrp="1"/>
          </p:cNvSpPr>
          <p:nvPr>
            <p:ph type="sldNum" sz="quarter" idx="12"/>
          </p:nvPr>
        </p:nvSpPr>
        <p:spPr/>
        <p:txBody>
          <a:bodyPr/>
          <a:lstStyle/>
          <a:p>
            <a:fld id="{5E3E23BA-6E79-2442-BA73-D218A5E297C3}" type="slidenum">
              <a:rPr lang="en-US" smtClean="0"/>
              <a:t>27</a:t>
            </a:fld>
            <a:endParaRPr lang="en-US"/>
          </a:p>
        </p:txBody>
      </p:sp>
      <p:sp>
        <p:nvSpPr>
          <p:cNvPr id="3" name="Title 1">
            <a:extLst>
              <a:ext uri="{FF2B5EF4-FFF2-40B4-BE49-F238E27FC236}">
                <a16:creationId xmlns:a16="http://schemas.microsoft.com/office/drawing/2014/main" id="{AF06D310-D486-1F92-25D0-10DEC3389C38}"/>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3F5922AA-5930-AFB1-3FC1-4E5A71D5B9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2EE6610-634E-E5BC-DA4D-57FB427E0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848228B-0FAC-FA7C-D130-1D46E6D452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18377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1" y="1854983"/>
            <a:ext cx="11029615" cy="1322633"/>
          </a:xfrm>
        </p:spPr>
        <p:txBody>
          <a:bodyPr>
            <a:normAutofit/>
          </a:bodyPr>
          <a:lstStyle/>
          <a:p>
            <a:pPr marL="0" indent="0" algn="just">
              <a:buNone/>
            </a:pPr>
            <a:r>
              <a:rPr lang="es-ES_tradnl" sz="2400"/>
              <a:t>Por lo tanto, basta con traer a valor presente el valor futuro de la anualidad. Esto nos dará como resultado.</a:t>
            </a:r>
          </a:p>
        </p:txBody>
      </p:sp>
      <p:sp>
        <p:nvSpPr>
          <p:cNvPr id="4" name="Slide Number Placeholder 3"/>
          <p:cNvSpPr>
            <a:spLocks noGrp="1"/>
          </p:cNvSpPr>
          <p:nvPr>
            <p:ph type="sldNum" sz="quarter" idx="12"/>
          </p:nvPr>
        </p:nvSpPr>
        <p:spPr/>
        <p:txBody>
          <a:bodyPr/>
          <a:lstStyle/>
          <a:p>
            <a:fld id="{5E3E23BA-6E79-2442-BA73-D218A5E297C3}" type="slidenum">
              <a:rPr lang="en-US" smtClean="0"/>
              <a:t>28</a:t>
            </a:fld>
            <a:endParaRPr lang="en-US"/>
          </a:p>
        </p:txBody>
      </p:sp>
      <p:pic>
        <p:nvPicPr>
          <p:cNvPr id="33" name="Picture 3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4741" y="3486495"/>
            <a:ext cx="3230339" cy="829025"/>
          </a:xfrm>
          <a:prstGeom prst="rect">
            <a:avLst/>
          </a:prstGeom>
        </p:spPr>
      </p:pic>
      <p:pic>
        <p:nvPicPr>
          <p:cNvPr id="34" name="Picture 33"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7116" y="3316643"/>
            <a:ext cx="2679700" cy="1054100"/>
          </a:xfrm>
          <a:prstGeom prst="rect">
            <a:avLst/>
          </a:prstGeom>
        </p:spPr>
      </p:pic>
      <p:pic>
        <p:nvPicPr>
          <p:cNvPr id="5" name="Picture 4"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91674" y="4743964"/>
            <a:ext cx="3396193" cy="876762"/>
          </a:xfrm>
          <a:prstGeom prst="rect">
            <a:avLst/>
          </a:prstGeom>
        </p:spPr>
      </p:pic>
      <p:sp>
        <p:nvSpPr>
          <p:cNvPr id="3" name="Title 1">
            <a:extLst>
              <a:ext uri="{FF2B5EF4-FFF2-40B4-BE49-F238E27FC236}">
                <a16:creationId xmlns:a16="http://schemas.microsoft.com/office/drawing/2014/main" id="{DAC84DA5-8DB9-C68C-8D01-B08E07D4BF9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A2FD8449-89AA-87EF-2DE7-EA537CD244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4022171-9F9C-9787-92D5-998B4C849B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2B43CBD-CB9C-1939-A28F-8F3AA969F18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6343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925003"/>
            <a:ext cx="11029615" cy="1366685"/>
          </a:xfrm>
        </p:spPr>
        <p:txBody>
          <a:bodyPr>
            <a:normAutofit/>
          </a:bodyPr>
          <a:lstStyle/>
          <a:p>
            <a:pPr marL="0" indent="0" algn="just">
              <a:buNone/>
            </a:pPr>
            <a:r>
              <a:rPr lang="es-ES_tradnl" sz="2400"/>
              <a:t>Usted paga como cuota anual del carro 1.235.000 COP. El plazo de su crédito es de 12 años. Si la tasa de interés que le ofreció el concesionario era 0,58% MV, ¿Cuál era el valor del carro cuando lo compró?</a:t>
            </a:r>
          </a:p>
        </p:txBody>
      </p:sp>
      <p:sp>
        <p:nvSpPr>
          <p:cNvPr id="4" name="Slide Number Placeholder 3"/>
          <p:cNvSpPr>
            <a:spLocks noGrp="1"/>
          </p:cNvSpPr>
          <p:nvPr>
            <p:ph type="sldNum" sz="quarter" idx="12"/>
          </p:nvPr>
        </p:nvSpPr>
        <p:spPr/>
        <p:txBody>
          <a:bodyPr/>
          <a:lstStyle/>
          <a:p>
            <a:fld id="{5E3E23BA-6E79-2442-BA73-D218A5E297C3}" type="slidenum">
              <a:rPr lang="en-US" smtClean="0"/>
              <a:t>29</a:t>
            </a:fld>
            <a:endParaRPr lang="en-US"/>
          </a:p>
        </p:txBody>
      </p:sp>
      <p:cxnSp>
        <p:nvCxnSpPr>
          <p:cNvPr id="13" name="Straight Connector 12"/>
          <p:cNvCxnSpPr/>
          <p:nvPr/>
        </p:nvCxnSpPr>
        <p:spPr>
          <a:xfrm>
            <a:off x="2701086" y="41660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672918" y="3805625"/>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3105652"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3666266"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4230123"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836648"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5439756" y="377801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5958605"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6565128"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p:cNvCxnSpPr/>
          <p:nvPr/>
        </p:nvCxnSpPr>
        <p:spPr>
          <a:xfrm>
            <a:off x="2718081" y="4166033"/>
            <a:ext cx="0" cy="1289915"/>
          </a:xfrm>
          <a:prstGeom prst="straightConnector1">
            <a:avLst/>
          </a:prstGeom>
          <a:ln>
            <a:solidFill>
              <a:srgbClr val="E2751D"/>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1757502" y="5536264"/>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9" name="Rectangle 28"/>
          <p:cNvSpPr>
            <a:spLocks/>
          </p:cNvSpPr>
          <p:nvPr/>
        </p:nvSpPr>
        <p:spPr bwMode="auto">
          <a:xfrm>
            <a:off x="7119801"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p:cNvSpPr>
            <a:spLocks/>
          </p:cNvSpPr>
          <p:nvPr/>
        </p:nvSpPr>
        <p:spPr bwMode="auto">
          <a:xfrm>
            <a:off x="7713957" y="380562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p:cNvSpPr>
            <a:spLocks/>
          </p:cNvSpPr>
          <p:nvPr/>
        </p:nvSpPr>
        <p:spPr bwMode="auto">
          <a:xfrm>
            <a:off x="8335176"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p:cNvSpPr>
            <a:spLocks/>
          </p:cNvSpPr>
          <p:nvPr/>
        </p:nvSpPr>
        <p:spPr bwMode="auto">
          <a:xfrm>
            <a:off x="8838437"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p:cNvSpPr>
            <a:spLocks/>
          </p:cNvSpPr>
          <p:nvPr/>
        </p:nvSpPr>
        <p:spPr bwMode="auto">
          <a:xfrm>
            <a:off x="9384022" y="377801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p:cNvCxnSpPr/>
          <p:nvPr/>
        </p:nvCxnSpPr>
        <p:spPr>
          <a:xfrm>
            <a:off x="3259628"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9574934"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259628" y="4799174"/>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5352082" y="4404730"/>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1.235.000</a:t>
            </a:r>
          </a:p>
        </p:txBody>
      </p:sp>
      <p:sp>
        <p:nvSpPr>
          <p:cNvPr id="5" name="Title 1">
            <a:extLst>
              <a:ext uri="{FF2B5EF4-FFF2-40B4-BE49-F238E27FC236}">
                <a16:creationId xmlns:a16="http://schemas.microsoft.com/office/drawing/2014/main" id="{16B55B13-A088-C541-2189-FDD418BE5A66}"/>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85673994-4832-E8F1-DC2E-EAEC2FFFE7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D5D615CA-B6D0-E874-1104-F14A48983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8EDCD6E1-A0A1-8D63-BCEE-F8A15D0653B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6625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2" grpId="0"/>
      <p:bldP spid="15" grpId="0"/>
      <p:bldP spid="16" grpId="0"/>
      <p:bldP spid="17" grpId="0"/>
      <p:bldP spid="18" grpId="0"/>
      <p:bldP spid="19" grpId="0"/>
      <p:bldP spid="20" grpId="0"/>
      <p:bldP spid="28" grpId="0"/>
      <p:bldP spid="29" grpId="0"/>
      <p:bldP spid="30" grpId="0"/>
      <p:bldP spid="31" grpId="0"/>
      <p:bldP spid="32" grpId="0"/>
      <p:bldP spid="34" grpId="0"/>
      <p:bldP spid="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30</a:t>
            </a:fld>
            <a:endParaRPr lang="en-US"/>
          </a:p>
        </p:txBody>
      </p:sp>
      <p:sp>
        <p:nvSpPr>
          <p:cNvPr id="3" name="Title 1">
            <a:extLst>
              <a:ext uri="{FF2B5EF4-FFF2-40B4-BE49-F238E27FC236}">
                <a16:creationId xmlns:a16="http://schemas.microsoft.com/office/drawing/2014/main" id="{B0A4CA96-AE6B-4E07-4943-C3F6BFD448D9}"/>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5" name="Rectángulo 4">
            <a:extLst>
              <a:ext uri="{FF2B5EF4-FFF2-40B4-BE49-F238E27FC236}">
                <a16:creationId xmlns:a16="http://schemas.microsoft.com/office/drawing/2014/main" id="{C781EAC6-2674-6C6D-1304-8EACC2F721C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355FC66-171A-A78C-8855-4735449A3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A9FE8E7-A80E-4344-A9AA-AC4AC88DA63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76671461-48B0-E70E-F1E7-0714FFCA2D19}"/>
              </a:ext>
            </a:extLst>
          </p:cNvPr>
          <p:cNvCxnSpPr/>
          <p:nvPr/>
        </p:nvCxnSpPr>
        <p:spPr>
          <a:xfrm>
            <a:off x="2701086" y="41660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23">
            <a:extLst>
              <a:ext uri="{FF2B5EF4-FFF2-40B4-BE49-F238E27FC236}">
                <a16:creationId xmlns:a16="http://schemas.microsoft.com/office/drawing/2014/main" id="{6EA12317-9277-194E-8732-23D1748686CE}"/>
              </a:ext>
            </a:extLst>
          </p:cNvPr>
          <p:cNvSpPr>
            <a:spLocks/>
          </p:cNvSpPr>
          <p:nvPr/>
        </p:nvSpPr>
        <p:spPr bwMode="auto">
          <a:xfrm flipH="1">
            <a:off x="2672918" y="3805625"/>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1" name="Rectangle 11">
            <a:extLst>
              <a:ext uri="{FF2B5EF4-FFF2-40B4-BE49-F238E27FC236}">
                <a16:creationId xmlns:a16="http://schemas.microsoft.com/office/drawing/2014/main" id="{10BE61D1-60DB-CC76-35B0-1B1D02548E57}"/>
              </a:ext>
            </a:extLst>
          </p:cNvPr>
          <p:cNvSpPr>
            <a:spLocks/>
          </p:cNvSpPr>
          <p:nvPr/>
        </p:nvSpPr>
        <p:spPr bwMode="auto">
          <a:xfrm>
            <a:off x="3105652"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14">
            <a:extLst>
              <a:ext uri="{FF2B5EF4-FFF2-40B4-BE49-F238E27FC236}">
                <a16:creationId xmlns:a16="http://schemas.microsoft.com/office/drawing/2014/main" id="{50D78FB4-6E15-BE1B-5BCE-FDB54DAB44F3}"/>
              </a:ext>
            </a:extLst>
          </p:cNvPr>
          <p:cNvSpPr>
            <a:spLocks/>
          </p:cNvSpPr>
          <p:nvPr/>
        </p:nvSpPr>
        <p:spPr bwMode="auto">
          <a:xfrm>
            <a:off x="3666266"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1" name="Rectangle 15">
            <a:extLst>
              <a:ext uri="{FF2B5EF4-FFF2-40B4-BE49-F238E27FC236}">
                <a16:creationId xmlns:a16="http://schemas.microsoft.com/office/drawing/2014/main" id="{52E4D8A9-CA2A-E490-F28C-57CB047BCEC0}"/>
              </a:ext>
            </a:extLst>
          </p:cNvPr>
          <p:cNvSpPr>
            <a:spLocks/>
          </p:cNvSpPr>
          <p:nvPr/>
        </p:nvSpPr>
        <p:spPr bwMode="auto">
          <a:xfrm>
            <a:off x="4230123"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2" name="Rectangle 16">
            <a:extLst>
              <a:ext uri="{FF2B5EF4-FFF2-40B4-BE49-F238E27FC236}">
                <a16:creationId xmlns:a16="http://schemas.microsoft.com/office/drawing/2014/main" id="{024E907C-2F6F-C51C-2E2B-51D8F6959E2C}"/>
              </a:ext>
            </a:extLst>
          </p:cNvPr>
          <p:cNvSpPr>
            <a:spLocks/>
          </p:cNvSpPr>
          <p:nvPr/>
        </p:nvSpPr>
        <p:spPr bwMode="auto">
          <a:xfrm>
            <a:off x="4836648"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3" name="Rectangle 17">
            <a:extLst>
              <a:ext uri="{FF2B5EF4-FFF2-40B4-BE49-F238E27FC236}">
                <a16:creationId xmlns:a16="http://schemas.microsoft.com/office/drawing/2014/main" id="{E7FD5ED0-E206-5B2A-16E6-3653B50F9679}"/>
              </a:ext>
            </a:extLst>
          </p:cNvPr>
          <p:cNvSpPr>
            <a:spLocks/>
          </p:cNvSpPr>
          <p:nvPr/>
        </p:nvSpPr>
        <p:spPr bwMode="auto">
          <a:xfrm>
            <a:off x="5439756" y="377801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5" name="Rectangle 18">
            <a:extLst>
              <a:ext uri="{FF2B5EF4-FFF2-40B4-BE49-F238E27FC236}">
                <a16:creationId xmlns:a16="http://schemas.microsoft.com/office/drawing/2014/main" id="{5AA6BDDE-90AA-C89D-06CE-CD492C6005BF}"/>
              </a:ext>
            </a:extLst>
          </p:cNvPr>
          <p:cNvSpPr>
            <a:spLocks/>
          </p:cNvSpPr>
          <p:nvPr/>
        </p:nvSpPr>
        <p:spPr bwMode="auto">
          <a:xfrm>
            <a:off x="5958605"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6" name="Rectangle 19">
            <a:extLst>
              <a:ext uri="{FF2B5EF4-FFF2-40B4-BE49-F238E27FC236}">
                <a16:creationId xmlns:a16="http://schemas.microsoft.com/office/drawing/2014/main" id="{6B913AB0-2BF7-50BD-6389-75B3856B9CFA}"/>
              </a:ext>
            </a:extLst>
          </p:cNvPr>
          <p:cNvSpPr>
            <a:spLocks/>
          </p:cNvSpPr>
          <p:nvPr/>
        </p:nvSpPr>
        <p:spPr bwMode="auto">
          <a:xfrm>
            <a:off x="6565128"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33" name="Straight Arrow Connector 26">
            <a:extLst>
              <a:ext uri="{FF2B5EF4-FFF2-40B4-BE49-F238E27FC236}">
                <a16:creationId xmlns:a16="http://schemas.microsoft.com/office/drawing/2014/main" id="{E1491820-4EB4-2066-D559-E9FEA0AA239A}"/>
              </a:ext>
            </a:extLst>
          </p:cNvPr>
          <p:cNvCxnSpPr/>
          <p:nvPr/>
        </p:nvCxnSpPr>
        <p:spPr>
          <a:xfrm>
            <a:off x="2718081" y="4166033"/>
            <a:ext cx="0" cy="1289915"/>
          </a:xfrm>
          <a:prstGeom prst="straightConnector1">
            <a:avLst/>
          </a:prstGeom>
          <a:ln>
            <a:solidFill>
              <a:srgbClr val="E2751D"/>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27">
            <a:extLst>
              <a:ext uri="{FF2B5EF4-FFF2-40B4-BE49-F238E27FC236}">
                <a16:creationId xmlns:a16="http://schemas.microsoft.com/office/drawing/2014/main" id="{1D566248-C299-3815-427D-7ED8E661A777}"/>
              </a:ext>
            </a:extLst>
          </p:cNvPr>
          <p:cNvSpPr>
            <a:spLocks/>
          </p:cNvSpPr>
          <p:nvPr/>
        </p:nvSpPr>
        <p:spPr bwMode="auto">
          <a:xfrm>
            <a:off x="1757502" y="5536264"/>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40" name="Rectangle 28">
            <a:extLst>
              <a:ext uri="{FF2B5EF4-FFF2-40B4-BE49-F238E27FC236}">
                <a16:creationId xmlns:a16="http://schemas.microsoft.com/office/drawing/2014/main" id="{6378397B-9D86-C4C8-827A-8D0C85D196E0}"/>
              </a:ext>
            </a:extLst>
          </p:cNvPr>
          <p:cNvSpPr>
            <a:spLocks/>
          </p:cNvSpPr>
          <p:nvPr/>
        </p:nvSpPr>
        <p:spPr bwMode="auto">
          <a:xfrm>
            <a:off x="7119801"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41" name="Rectangle 29">
            <a:extLst>
              <a:ext uri="{FF2B5EF4-FFF2-40B4-BE49-F238E27FC236}">
                <a16:creationId xmlns:a16="http://schemas.microsoft.com/office/drawing/2014/main" id="{C5740D29-2159-2F40-8D22-8A25D8F8DE36}"/>
              </a:ext>
            </a:extLst>
          </p:cNvPr>
          <p:cNvSpPr>
            <a:spLocks/>
          </p:cNvSpPr>
          <p:nvPr/>
        </p:nvSpPr>
        <p:spPr bwMode="auto">
          <a:xfrm>
            <a:off x="7713957" y="380562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42" name="Rectangle 30">
            <a:extLst>
              <a:ext uri="{FF2B5EF4-FFF2-40B4-BE49-F238E27FC236}">
                <a16:creationId xmlns:a16="http://schemas.microsoft.com/office/drawing/2014/main" id="{28160F68-B3FB-7DA6-EC45-0E5A99887F24}"/>
              </a:ext>
            </a:extLst>
          </p:cNvPr>
          <p:cNvSpPr>
            <a:spLocks/>
          </p:cNvSpPr>
          <p:nvPr/>
        </p:nvSpPr>
        <p:spPr bwMode="auto">
          <a:xfrm>
            <a:off x="8335176"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43" name="Rectangle 31">
            <a:extLst>
              <a:ext uri="{FF2B5EF4-FFF2-40B4-BE49-F238E27FC236}">
                <a16:creationId xmlns:a16="http://schemas.microsoft.com/office/drawing/2014/main" id="{EC64C3FD-D799-1CFC-0AC8-897653F66125}"/>
              </a:ext>
            </a:extLst>
          </p:cNvPr>
          <p:cNvSpPr>
            <a:spLocks/>
          </p:cNvSpPr>
          <p:nvPr/>
        </p:nvSpPr>
        <p:spPr bwMode="auto">
          <a:xfrm>
            <a:off x="8838437" y="37971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44" name="Rectangle 33">
            <a:extLst>
              <a:ext uri="{FF2B5EF4-FFF2-40B4-BE49-F238E27FC236}">
                <a16:creationId xmlns:a16="http://schemas.microsoft.com/office/drawing/2014/main" id="{9E9767E5-66A9-45CD-960E-092D82E7DE2A}"/>
              </a:ext>
            </a:extLst>
          </p:cNvPr>
          <p:cNvSpPr>
            <a:spLocks/>
          </p:cNvSpPr>
          <p:nvPr/>
        </p:nvSpPr>
        <p:spPr bwMode="auto">
          <a:xfrm>
            <a:off x="9384022" y="377801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45" name="Straight Arrow Connector 34">
            <a:extLst>
              <a:ext uri="{FF2B5EF4-FFF2-40B4-BE49-F238E27FC236}">
                <a16:creationId xmlns:a16="http://schemas.microsoft.com/office/drawing/2014/main" id="{3FF9F46C-F7CB-B152-42AE-D77087DEE1F3}"/>
              </a:ext>
            </a:extLst>
          </p:cNvPr>
          <p:cNvCxnSpPr/>
          <p:nvPr/>
        </p:nvCxnSpPr>
        <p:spPr>
          <a:xfrm>
            <a:off x="3259628"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35">
            <a:extLst>
              <a:ext uri="{FF2B5EF4-FFF2-40B4-BE49-F238E27FC236}">
                <a16:creationId xmlns:a16="http://schemas.microsoft.com/office/drawing/2014/main" id="{DF4E559D-892F-6345-EC63-4A08F6A96E23}"/>
              </a:ext>
            </a:extLst>
          </p:cNvPr>
          <p:cNvCxnSpPr/>
          <p:nvPr/>
        </p:nvCxnSpPr>
        <p:spPr>
          <a:xfrm>
            <a:off x="9574934" y="4178274"/>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36">
            <a:extLst>
              <a:ext uri="{FF2B5EF4-FFF2-40B4-BE49-F238E27FC236}">
                <a16:creationId xmlns:a16="http://schemas.microsoft.com/office/drawing/2014/main" id="{346226EE-9CFA-E35E-72C6-EA16B5C3DD53}"/>
              </a:ext>
            </a:extLst>
          </p:cNvPr>
          <p:cNvCxnSpPr/>
          <p:nvPr/>
        </p:nvCxnSpPr>
        <p:spPr>
          <a:xfrm>
            <a:off x="3259628" y="4799174"/>
            <a:ext cx="6315306"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48" name="Rectangle 37">
            <a:extLst>
              <a:ext uri="{FF2B5EF4-FFF2-40B4-BE49-F238E27FC236}">
                <a16:creationId xmlns:a16="http://schemas.microsoft.com/office/drawing/2014/main" id="{42B51A9C-C4BD-6957-EC6C-B6EAEF352B26}"/>
              </a:ext>
            </a:extLst>
          </p:cNvPr>
          <p:cNvSpPr>
            <a:spLocks/>
          </p:cNvSpPr>
          <p:nvPr/>
        </p:nvSpPr>
        <p:spPr bwMode="auto">
          <a:xfrm>
            <a:off x="5352082" y="4404730"/>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1’235.000</a:t>
            </a:r>
          </a:p>
        </p:txBody>
      </p:sp>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1CE00943-66C0-3413-92B3-04C4E5C3CD77}"/>
                  </a:ext>
                </a:extLst>
              </p:cNvPr>
              <p:cNvSpPr txBox="1"/>
              <p:nvPr/>
            </p:nvSpPr>
            <p:spPr>
              <a:xfrm>
                <a:off x="3442712" y="2038392"/>
                <a:ext cx="4614953" cy="6943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S" sz="2000" b="0" i="0" smtClean="0">
                          <a:latin typeface="Cambria Math" panose="02040503050406030204" pitchFamily="18" charset="0"/>
                        </a:rPr>
                        <m:t>VP</m:t>
                      </m:r>
                      <m:r>
                        <a:rPr lang="es-ES" sz="2000" b="0" i="0" smtClean="0">
                          <a:latin typeface="Cambria Math" panose="02040503050406030204" pitchFamily="18" charset="0"/>
                        </a:rPr>
                        <m:t>=1.235.000</m:t>
                      </m:r>
                      <m:d>
                        <m:dPr>
                          <m:begChr m:val="["/>
                          <m:endChr m:val="]"/>
                          <m:ctrlPr>
                            <a:rPr lang="es-ES" sz="2000" b="0" i="1" smtClean="0">
                              <a:latin typeface="Cambria Math" panose="02040503050406030204" pitchFamily="18" charset="0"/>
                            </a:rPr>
                          </m:ctrlPr>
                        </m:dPr>
                        <m:e>
                          <m:f>
                            <m:fPr>
                              <m:ctrlPr>
                                <a:rPr lang="es-ES" sz="2000" b="0" i="1" smtClean="0">
                                  <a:latin typeface="Cambria Math" panose="02040503050406030204" pitchFamily="18" charset="0"/>
                                </a:rPr>
                              </m:ctrlPr>
                            </m:fPr>
                            <m:num>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1+7,19%</m:t>
                                      </m:r>
                                    </m:e>
                                  </m:d>
                                </m:e>
                                <m:sup>
                                  <m:r>
                                    <a:rPr lang="es-ES" sz="2000" b="0" i="1" smtClean="0">
                                      <a:latin typeface="Cambria Math" panose="02040503050406030204" pitchFamily="18" charset="0"/>
                                    </a:rPr>
                                    <m:t>12</m:t>
                                  </m:r>
                                </m:sup>
                              </m:sSup>
                              <m:r>
                                <a:rPr lang="es-ES" sz="2000" b="0" i="1" smtClean="0">
                                  <a:latin typeface="Cambria Math" panose="02040503050406030204" pitchFamily="18" charset="0"/>
                                </a:rPr>
                                <m:t>−1</m:t>
                              </m:r>
                            </m:num>
                            <m:den>
                              <m:r>
                                <a:rPr lang="es-ES" sz="2000" b="0" i="1" smtClean="0">
                                  <a:latin typeface="Cambria Math" panose="02040503050406030204" pitchFamily="18" charset="0"/>
                                </a:rPr>
                                <m:t>7,19%</m:t>
                              </m:r>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1+7,19%</m:t>
                                      </m:r>
                                    </m:e>
                                  </m:d>
                                </m:e>
                                <m:sup>
                                  <m:r>
                                    <a:rPr lang="es-ES" sz="2000" b="0" i="1" smtClean="0">
                                      <a:latin typeface="Cambria Math" panose="02040503050406030204" pitchFamily="18" charset="0"/>
                                    </a:rPr>
                                    <m:t>12</m:t>
                                  </m:r>
                                </m:sup>
                              </m:sSup>
                            </m:den>
                          </m:f>
                        </m:e>
                      </m:d>
                    </m:oMath>
                  </m:oMathPara>
                </a14:m>
                <a:endParaRPr lang="es-CO" sz="2000"/>
              </a:p>
            </p:txBody>
          </p:sp>
        </mc:Choice>
        <mc:Fallback xmlns="">
          <p:sp>
            <p:nvSpPr>
              <p:cNvPr id="49" name="CuadroTexto 48">
                <a:extLst>
                  <a:ext uri="{FF2B5EF4-FFF2-40B4-BE49-F238E27FC236}">
                    <a16:creationId xmlns:a16="http://schemas.microsoft.com/office/drawing/2014/main" id="{1CE00943-66C0-3413-92B3-04C4E5C3CD77}"/>
                  </a:ext>
                </a:extLst>
              </p:cNvPr>
              <p:cNvSpPr txBox="1">
                <a:spLocks noRot="1" noChangeAspect="1" noMove="1" noResize="1" noEditPoints="1" noAdjustHandles="1" noChangeArrowheads="1" noChangeShapeType="1" noTextEdit="1"/>
              </p:cNvSpPr>
              <p:nvPr/>
            </p:nvSpPr>
            <p:spPr>
              <a:xfrm>
                <a:off x="3442712" y="2038392"/>
                <a:ext cx="4614953" cy="694357"/>
              </a:xfrm>
              <a:prstGeom prst="rect">
                <a:avLst/>
              </a:prstGeom>
              <a:blipFill>
                <a:blip r:embed="rId4"/>
                <a:stretch>
                  <a:fillRect b="-357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4FC536E2-A4D3-D8E5-420D-01A240802298}"/>
                  </a:ext>
                </a:extLst>
              </p:cNvPr>
              <p:cNvSpPr txBox="1"/>
              <p:nvPr/>
            </p:nvSpPr>
            <p:spPr>
              <a:xfrm>
                <a:off x="4127687" y="2996245"/>
                <a:ext cx="392333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S" sz="2400" b="0" i="0" smtClean="0">
                          <a:latin typeface="Cambria Math" panose="02040503050406030204" pitchFamily="18" charset="0"/>
                        </a:rPr>
                        <m:t>VP</m:t>
                      </m:r>
                      <m:r>
                        <a:rPr lang="es-ES" sz="2400" b="0" i="0" smtClean="0">
                          <a:latin typeface="Cambria Math" panose="02040503050406030204" pitchFamily="18" charset="0"/>
                        </a:rPr>
                        <m:t>=</m:t>
                      </m:r>
                      <m:r>
                        <a:rPr lang="es-ES" sz="2400" b="0" i="1" smtClean="0">
                          <a:latin typeface="Cambria Math" panose="02040503050406030204" pitchFamily="18" charset="0"/>
                        </a:rPr>
                        <m:t>9.712.522,61</m:t>
                      </m:r>
                    </m:oMath>
                  </m:oMathPara>
                </a14:m>
                <a:endParaRPr lang="es-CO" sz="2400"/>
              </a:p>
            </p:txBody>
          </p:sp>
        </mc:Choice>
        <mc:Fallback xmlns="">
          <p:sp>
            <p:nvSpPr>
              <p:cNvPr id="50" name="CuadroTexto 49">
                <a:extLst>
                  <a:ext uri="{FF2B5EF4-FFF2-40B4-BE49-F238E27FC236}">
                    <a16:creationId xmlns:a16="http://schemas.microsoft.com/office/drawing/2014/main" id="{4FC536E2-A4D3-D8E5-420D-01A240802298}"/>
                  </a:ext>
                </a:extLst>
              </p:cNvPr>
              <p:cNvSpPr txBox="1">
                <a:spLocks noRot="1" noChangeAspect="1" noMove="1" noResize="1" noEditPoints="1" noAdjustHandles="1" noChangeArrowheads="1" noChangeShapeType="1" noTextEdit="1"/>
              </p:cNvSpPr>
              <p:nvPr/>
            </p:nvSpPr>
            <p:spPr>
              <a:xfrm>
                <a:off x="4127687" y="2996245"/>
                <a:ext cx="3923330" cy="369332"/>
              </a:xfrm>
              <a:prstGeom prst="rect">
                <a:avLst/>
              </a:prstGeom>
              <a:blipFill>
                <a:blip r:embed="rId5"/>
                <a:stretch>
                  <a:fillRect b="-10345"/>
                </a:stretch>
              </a:blipFill>
            </p:spPr>
            <p:txBody>
              <a:bodyPr/>
              <a:lstStyle/>
              <a:p>
                <a:r>
                  <a:rPr lang="es-CO">
                    <a:noFill/>
                  </a:rPr>
                  <a:t> </a:t>
                </a:r>
              </a:p>
            </p:txBody>
          </p:sp>
        </mc:Fallback>
      </mc:AlternateContent>
    </p:spTree>
    <p:extLst>
      <p:ext uri="{BB962C8B-B14F-4D97-AF65-F5344CB8AC3E}">
        <p14:creationId xmlns:p14="http://schemas.microsoft.com/office/powerpoint/2010/main" val="243724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p:bldP spid="21" grpId="0"/>
      <p:bldP spid="22" grpId="0"/>
      <p:bldP spid="23" grpId="0"/>
      <p:bldP spid="25" grpId="0"/>
      <p:bldP spid="26" grpId="0"/>
      <p:bldP spid="39" grpId="0"/>
      <p:bldP spid="40" grpId="0"/>
      <p:bldP spid="41" grpId="0"/>
      <p:bldP spid="42" grpId="0"/>
      <p:bldP spid="43" grpId="0"/>
      <p:bldP spid="44" grpId="0"/>
      <p:bldP spid="4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1" y="3945963"/>
            <a:ext cx="11029615" cy="585777"/>
          </a:xfrm>
        </p:spPr>
        <p:txBody>
          <a:bodyPr>
            <a:normAutofit/>
          </a:bodyPr>
          <a:lstStyle/>
          <a:p>
            <a:pPr marL="0" indent="0" algn="ctr">
              <a:buNone/>
            </a:pPr>
            <a:r>
              <a:rPr lang="es-ES_tradnl" sz="2400">
                <a:solidFill>
                  <a:srgbClr val="800000"/>
                </a:solidFill>
              </a:rPr>
              <a:t>¿Cuál es el monto uniforme equivalente a un valor futuro?</a:t>
            </a:r>
          </a:p>
        </p:txBody>
      </p:sp>
      <p:sp>
        <p:nvSpPr>
          <p:cNvPr id="4" name="Slide Number Placeholder 3"/>
          <p:cNvSpPr>
            <a:spLocks noGrp="1"/>
          </p:cNvSpPr>
          <p:nvPr>
            <p:ph type="sldNum" sz="quarter" idx="12"/>
          </p:nvPr>
        </p:nvSpPr>
        <p:spPr/>
        <p:txBody>
          <a:bodyPr/>
          <a:lstStyle/>
          <a:p>
            <a:fld id="{5E3E23BA-6E79-2442-BA73-D218A5E297C3}" type="slidenum">
              <a:rPr lang="en-US" smtClean="0"/>
              <a:t>31</a:t>
            </a:fld>
            <a:endParaRPr lang="en-US"/>
          </a:p>
        </p:txBody>
      </p:sp>
      <p:sp>
        <p:nvSpPr>
          <p:cNvPr id="7" name="Content Placeholder 2"/>
          <p:cNvSpPr txBox="1">
            <a:spLocks/>
          </p:cNvSpPr>
          <p:nvPr/>
        </p:nvSpPr>
        <p:spPr>
          <a:xfrm>
            <a:off x="581191" y="4659451"/>
            <a:ext cx="11029614" cy="585777"/>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a:solidFill>
                  <a:srgbClr val="800000"/>
                </a:solidFill>
              </a:rPr>
              <a:t>¿Cuál es el flujo constante equivalente a un valor presente?</a:t>
            </a:r>
          </a:p>
        </p:txBody>
      </p:sp>
      <p:pic>
        <p:nvPicPr>
          <p:cNvPr id="10" name="Picture 9" descr="latex-image-1.pdf">
            <a:extLst>
              <a:ext uri="{FF2B5EF4-FFF2-40B4-BE49-F238E27FC236}">
                <a16:creationId xmlns:a16="http://schemas.microsoft.com/office/drawing/2014/main" id="{32D8439B-E59E-4E20-A15C-AB2D6F874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3700" y="2494190"/>
            <a:ext cx="3230339" cy="829025"/>
          </a:xfrm>
          <a:prstGeom prst="rect">
            <a:avLst/>
          </a:prstGeom>
        </p:spPr>
      </p:pic>
      <p:pic>
        <p:nvPicPr>
          <p:cNvPr id="11" name="Picture 10" descr="latex-image-1.pdf">
            <a:extLst>
              <a:ext uri="{FF2B5EF4-FFF2-40B4-BE49-F238E27FC236}">
                <a16:creationId xmlns:a16="http://schemas.microsoft.com/office/drawing/2014/main" id="{06357395-9F2E-4F3F-9A08-B789FCE48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2107" y="2434975"/>
            <a:ext cx="3396193" cy="876762"/>
          </a:xfrm>
          <a:prstGeom prst="rect">
            <a:avLst/>
          </a:prstGeom>
        </p:spPr>
      </p:pic>
      <p:sp>
        <p:nvSpPr>
          <p:cNvPr id="12" name="Content Placeholder 2">
            <a:extLst>
              <a:ext uri="{FF2B5EF4-FFF2-40B4-BE49-F238E27FC236}">
                <a16:creationId xmlns:a16="http://schemas.microsoft.com/office/drawing/2014/main" id="{643B5E24-9A50-41A3-800F-E864E934F27E}"/>
              </a:ext>
            </a:extLst>
          </p:cNvPr>
          <p:cNvSpPr txBox="1">
            <a:spLocks/>
          </p:cNvSpPr>
          <p:nvPr/>
        </p:nvSpPr>
        <p:spPr>
          <a:xfrm>
            <a:off x="2290760" y="1998578"/>
            <a:ext cx="7610476" cy="4143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s-ES_tradnl" sz="2400">
                <a:solidFill>
                  <a:srgbClr val="800000"/>
                </a:solidFill>
              </a:rPr>
              <a:t>Si sabemos que:</a:t>
            </a:r>
          </a:p>
        </p:txBody>
      </p:sp>
      <p:sp>
        <p:nvSpPr>
          <p:cNvPr id="3" name="Title 1">
            <a:extLst>
              <a:ext uri="{FF2B5EF4-FFF2-40B4-BE49-F238E27FC236}">
                <a16:creationId xmlns:a16="http://schemas.microsoft.com/office/drawing/2014/main" id="{8C5E015F-D9BB-F431-BC87-FEEBDF61F4D0}"/>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3EC5689A-FFBD-365D-FD35-CBD52CE8C5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BAC09A7-C07D-E0C5-C4BF-ACDCE2496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2A45F7F5-FA25-0B2B-29DF-4F97710581F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72782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E3E23BA-6E79-2442-BA73-D218A5E297C3}" type="slidenum">
              <a:rPr lang="en-US">
                <a:solidFill>
                  <a:prstClr val="black">
                    <a:tint val="75000"/>
                  </a:prstClr>
                </a:solidFill>
                <a:latin typeface="Calibri" panose="020F0502020204030204"/>
              </a:rPr>
              <a:pPr>
                <a:defRPr/>
              </a:pPr>
              <a:t>32</a:t>
            </a:fld>
            <a:endParaRPr lang="en-US">
              <a:solidFill>
                <a:prstClr val="black">
                  <a:tint val="75000"/>
                </a:prstClr>
              </a:solidFill>
              <a:latin typeface="Calibri" panose="020F0502020204030204"/>
            </a:endParaRPr>
          </a:p>
        </p:txBody>
      </p:sp>
      <p:sp>
        <p:nvSpPr>
          <p:cNvPr id="12" name="Content Placeholder 2">
            <a:extLst>
              <a:ext uri="{FF2B5EF4-FFF2-40B4-BE49-F238E27FC236}">
                <a16:creationId xmlns:a16="http://schemas.microsoft.com/office/drawing/2014/main" id="{643B5E24-9A50-41A3-800F-E864E934F27E}"/>
              </a:ext>
            </a:extLst>
          </p:cNvPr>
          <p:cNvSpPr txBox="1">
            <a:spLocks/>
          </p:cNvSpPr>
          <p:nvPr/>
        </p:nvSpPr>
        <p:spPr>
          <a:xfrm>
            <a:off x="2290762" y="1885553"/>
            <a:ext cx="7610476" cy="4143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defRPr/>
            </a:pPr>
            <a:r>
              <a:rPr lang="es-ES_tradnl" sz="2400">
                <a:solidFill>
                  <a:srgbClr val="800000"/>
                </a:solidFill>
                <a:latin typeface="Calibri" panose="020F0502020204030204"/>
              </a:rPr>
              <a:t>Gráficamente…</a:t>
            </a:r>
          </a:p>
        </p:txBody>
      </p:sp>
      <p:cxnSp>
        <p:nvCxnSpPr>
          <p:cNvPr id="13" name="Straight Connector 12">
            <a:extLst>
              <a:ext uri="{FF2B5EF4-FFF2-40B4-BE49-F238E27FC236}">
                <a16:creationId xmlns:a16="http://schemas.microsoft.com/office/drawing/2014/main" id="{4B5202DC-DB0C-4A2E-AB46-E499E1DD65F8}"/>
              </a:ext>
            </a:extLst>
          </p:cNvPr>
          <p:cNvCxnSpPr/>
          <p:nvPr/>
        </p:nvCxnSpPr>
        <p:spPr>
          <a:xfrm>
            <a:off x="7321609" y="3429005"/>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D19F588-7088-4758-8554-9136C9BEB3D9}"/>
              </a:ext>
            </a:extLst>
          </p:cNvPr>
          <p:cNvCxnSpPr/>
          <p:nvPr/>
        </p:nvCxnSpPr>
        <p:spPr>
          <a:xfrm flipV="1">
            <a:off x="7836522" y="2754732"/>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A9BFED7-C2B7-457A-B660-041CA3783EB0}"/>
              </a:ext>
            </a:extLst>
          </p:cNvPr>
          <p:cNvSpPr>
            <a:spLocks/>
          </p:cNvSpPr>
          <p:nvPr/>
        </p:nvSpPr>
        <p:spPr bwMode="auto">
          <a:xfrm>
            <a:off x="7646007" y="35213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15">
            <a:extLst>
              <a:ext uri="{FF2B5EF4-FFF2-40B4-BE49-F238E27FC236}">
                <a16:creationId xmlns:a16="http://schemas.microsoft.com/office/drawing/2014/main" id="{5E5AD6E3-F983-46A3-9976-5214E2381EFA}"/>
              </a:ext>
            </a:extLst>
          </p:cNvPr>
          <p:cNvSpPr>
            <a:spLocks/>
          </p:cNvSpPr>
          <p:nvPr/>
        </p:nvSpPr>
        <p:spPr bwMode="auto">
          <a:xfrm>
            <a:off x="8236746" y="35213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16">
            <a:extLst>
              <a:ext uri="{FF2B5EF4-FFF2-40B4-BE49-F238E27FC236}">
                <a16:creationId xmlns:a16="http://schemas.microsoft.com/office/drawing/2014/main" id="{FD99ABC3-75FE-4B2F-A9CE-910A4D6730A5}"/>
              </a:ext>
            </a:extLst>
          </p:cNvPr>
          <p:cNvSpPr>
            <a:spLocks/>
          </p:cNvSpPr>
          <p:nvPr/>
        </p:nvSpPr>
        <p:spPr bwMode="auto">
          <a:xfrm>
            <a:off x="8849962" y="353529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8" name="Rectangle 17">
            <a:extLst>
              <a:ext uri="{FF2B5EF4-FFF2-40B4-BE49-F238E27FC236}">
                <a16:creationId xmlns:a16="http://schemas.microsoft.com/office/drawing/2014/main" id="{6481D10C-F8D0-4DD0-8B3C-ECC8681DE46C}"/>
              </a:ext>
            </a:extLst>
          </p:cNvPr>
          <p:cNvSpPr>
            <a:spLocks/>
          </p:cNvSpPr>
          <p:nvPr/>
        </p:nvSpPr>
        <p:spPr bwMode="auto">
          <a:xfrm>
            <a:off x="7153078" y="35213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9" name="Rectangle 18">
            <a:extLst>
              <a:ext uri="{FF2B5EF4-FFF2-40B4-BE49-F238E27FC236}">
                <a16:creationId xmlns:a16="http://schemas.microsoft.com/office/drawing/2014/main" id="{E59D9CD0-68DC-4248-92E1-677E8B19483D}"/>
              </a:ext>
            </a:extLst>
          </p:cNvPr>
          <p:cNvSpPr>
            <a:spLocks/>
          </p:cNvSpPr>
          <p:nvPr/>
        </p:nvSpPr>
        <p:spPr bwMode="auto">
          <a:xfrm>
            <a:off x="9468951" y="353529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20" name="Straight Connector 19">
            <a:extLst>
              <a:ext uri="{FF2B5EF4-FFF2-40B4-BE49-F238E27FC236}">
                <a16:creationId xmlns:a16="http://schemas.microsoft.com/office/drawing/2014/main" id="{475E69C3-B48F-4D22-99AD-0AC5756FAC18}"/>
              </a:ext>
            </a:extLst>
          </p:cNvPr>
          <p:cNvCxnSpPr/>
          <p:nvPr/>
        </p:nvCxnSpPr>
        <p:spPr>
          <a:xfrm>
            <a:off x="2227296" y="3429005"/>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21FFA1D-E7FF-4F83-8734-C5A231ABCF78}"/>
              </a:ext>
            </a:extLst>
          </p:cNvPr>
          <p:cNvCxnSpPr/>
          <p:nvPr/>
        </p:nvCxnSpPr>
        <p:spPr>
          <a:xfrm flipV="1">
            <a:off x="2242110" y="2436958"/>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59C38345-D717-4990-BD9E-B1765AC66E77}"/>
              </a:ext>
            </a:extLst>
          </p:cNvPr>
          <p:cNvSpPr>
            <a:spLocks/>
          </p:cNvSpPr>
          <p:nvPr/>
        </p:nvSpPr>
        <p:spPr bwMode="auto">
          <a:xfrm>
            <a:off x="2551694" y="35213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3" name="Rectangle 22">
            <a:extLst>
              <a:ext uri="{FF2B5EF4-FFF2-40B4-BE49-F238E27FC236}">
                <a16:creationId xmlns:a16="http://schemas.microsoft.com/office/drawing/2014/main" id="{D0E8892F-74C2-44A9-AE03-6C9AC67A656E}"/>
              </a:ext>
            </a:extLst>
          </p:cNvPr>
          <p:cNvSpPr>
            <a:spLocks/>
          </p:cNvSpPr>
          <p:nvPr/>
        </p:nvSpPr>
        <p:spPr bwMode="auto">
          <a:xfrm>
            <a:off x="3142433" y="352133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4" name="Rectangle 23">
            <a:extLst>
              <a:ext uri="{FF2B5EF4-FFF2-40B4-BE49-F238E27FC236}">
                <a16:creationId xmlns:a16="http://schemas.microsoft.com/office/drawing/2014/main" id="{B8A4F501-84AD-4B2E-9661-CDC7D093A3B3}"/>
              </a:ext>
            </a:extLst>
          </p:cNvPr>
          <p:cNvSpPr>
            <a:spLocks/>
          </p:cNvSpPr>
          <p:nvPr/>
        </p:nvSpPr>
        <p:spPr bwMode="auto">
          <a:xfrm>
            <a:off x="3755649" y="353529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5" name="Rectangle 24">
            <a:extLst>
              <a:ext uri="{FF2B5EF4-FFF2-40B4-BE49-F238E27FC236}">
                <a16:creationId xmlns:a16="http://schemas.microsoft.com/office/drawing/2014/main" id="{D8D29C12-E644-4943-8206-FCEF5F7D67F2}"/>
              </a:ext>
            </a:extLst>
          </p:cNvPr>
          <p:cNvSpPr>
            <a:spLocks/>
          </p:cNvSpPr>
          <p:nvPr/>
        </p:nvSpPr>
        <p:spPr bwMode="auto">
          <a:xfrm>
            <a:off x="2058765" y="353529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6" name="Rectangle 25">
            <a:extLst>
              <a:ext uri="{FF2B5EF4-FFF2-40B4-BE49-F238E27FC236}">
                <a16:creationId xmlns:a16="http://schemas.microsoft.com/office/drawing/2014/main" id="{4AA2C702-F3F1-4E2F-A0A2-9566F437244C}"/>
              </a:ext>
            </a:extLst>
          </p:cNvPr>
          <p:cNvSpPr>
            <a:spLocks/>
          </p:cNvSpPr>
          <p:nvPr/>
        </p:nvSpPr>
        <p:spPr bwMode="auto">
          <a:xfrm>
            <a:off x="4374638" y="353529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7" name="Right Arrow 23">
            <a:extLst>
              <a:ext uri="{FF2B5EF4-FFF2-40B4-BE49-F238E27FC236}">
                <a16:creationId xmlns:a16="http://schemas.microsoft.com/office/drawing/2014/main" id="{03926BAF-8C2D-405A-B5CE-C21D248D109B}"/>
              </a:ext>
            </a:extLst>
          </p:cNvPr>
          <p:cNvSpPr/>
          <p:nvPr/>
        </p:nvSpPr>
        <p:spPr>
          <a:xfrm>
            <a:off x="5375639" y="270943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8" name="Rectangle 27">
            <a:extLst>
              <a:ext uri="{FF2B5EF4-FFF2-40B4-BE49-F238E27FC236}">
                <a16:creationId xmlns:a16="http://schemas.microsoft.com/office/drawing/2014/main" id="{9BE36797-DCEB-40F1-84B5-0C6732A70634}"/>
              </a:ext>
            </a:extLst>
          </p:cNvPr>
          <p:cNvSpPr>
            <a:spLocks/>
          </p:cNvSpPr>
          <p:nvPr/>
        </p:nvSpPr>
        <p:spPr bwMode="auto">
          <a:xfrm>
            <a:off x="2087385" y="216898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VP</a:t>
            </a:r>
          </a:p>
        </p:txBody>
      </p:sp>
      <p:cxnSp>
        <p:nvCxnSpPr>
          <p:cNvPr id="29" name="Straight Arrow Connector 28">
            <a:extLst>
              <a:ext uri="{FF2B5EF4-FFF2-40B4-BE49-F238E27FC236}">
                <a16:creationId xmlns:a16="http://schemas.microsoft.com/office/drawing/2014/main" id="{1507333E-6C4E-4B3F-85D1-EBFFF2240617}"/>
              </a:ext>
            </a:extLst>
          </p:cNvPr>
          <p:cNvCxnSpPr/>
          <p:nvPr/>
        </p:nvCxnSpPr>
        <p:spPr>
          <a:xfrm flipV="1">
            <a:off x="8418016" y="2752636"/>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D63D03C-C0B8-4AA3-9957-B27484768C35}"/>
              </a:ext>
            </a:extLst>
          </p:cNvPr>
          <p:cNvCxnSpPr/>
          <p:nvPr/>
        </p:nvCxnSpPr>
        <p:spPr>
          <a:xfrm flipV="1">
            <a:off x="9018749" y="2754733"/>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30BC036-7D50-45B8-854F-4EB2A6420074}"/>
              </a:ext>
            </a:extLst>
          </p:cNvPr>
          <p:cNvCxnSpPr/>
          <p:nvPr/>
        </p:nvCxnSpPr>
        <p:spPr>
          <a:xfrm flipV="1">
            <a:off x="9619481" y="2754732"/>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C5C886B1-FA4C-4818-8B05-6C500F34CA39}"/>
              </a:ext>
            </a:extLst>
          </p:cNvPr>
          <p:cNvSpPr>
            <a:spLocks/>
          </p:cNvSpPr>
          <p:nvPr/>
        </p:nvSpPr>
        <p:spPr bwMode="auto">
          <a:xfrm>
            <a:off x="8246857" y="239254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3" name="Rectangle 32">
            <a:extLst>
              <a:ext uri="{FF2B5EF4-FFF2-40B4-BE49-F238E27FC236}">
                <a16:creationId xmlns:a16="http://schemas.microsoft.com/office/drawing/2014/main" id="{D428941D-CC15-4983-A78B-2161CEA70B75}"/>
              </a:ext>
            </a:extLst>
          </p:cNvPr>
          <p:cNvSpPr>
            <a:spLocks/>
          </p:cNvSpPr>
          <p:nvPr/>
        </p:nvSpPr>
        <p:spPr bwMode="auto">
          <a:xfrm>
            <a:off x="8849962" y="239254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4" name="Rectangle 33">
            <a:extLst>
              <a:ext uri="{FF2B5EF4-FFF2-40B4-BE49-F238E27FC236}">
                <a16:creationId xmlns:a16="http://schemas.microsoft.com/office/drawing/2014/main" id="{351BE4B3-B2B2-49B3-A124-70DF03AA7189}"/>
              </a:ext>
            </a:extLst>
          </p:cNvPr>
          <p:cNvSpPr>
            <a:spLocks/>
          </p:cNvSpPr>
          <p:nvPr/>
        </p:nvSpPr>
        <p:spPr bwMode="auto">
          <a:xfrm>
            <a:off x="7667992" y="239254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35" name="Rectangle 34">
            <a:extLst>
              <a:ext uri="{FF2B5EF4-FFF2-40B4-BE49-F238E27FC236}">
                <a16:creationId xmlns:a16="http://schemas.microsoft.com/office/drawing/2014/main" id="{66636CDA-BD19-4A92-9CBB-E40504C2B38D}"/>
              </a:ext>
            </a:extLst>
          </p:cNvPr>
          <p:cNvSpPr>
            <a:spLocks/>
          </p:cNvSpPr>
          <p:nvPr/>
        </p:nvSpPr>
        <p:spPr bwMode="auto">
          <a:xfrm>
            <a:off x="9450951" y="239254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cxnSp>
        <p:nvCxnSpPr>
          <p:cNvPr id="36" name="Straight Connector 35">
            <a:extLst>
              <a:ext uri="{FF2B5EF4-FFF2-40B4-BE49-F238E27FC236}">
                <a16:creationId xmlns:a16="http://schemas.microsoft.com/office/drawing/2014/main" id="{2D875CC2-7EF3-4292-8523-EAEB9A73A8BE}"/>
              </a:ext>
            </a:extLst>
          </p:cNvPr>
          <p:cNvCxnSpPr/>
          <p:nvPr/>
        </p:nvCxnSpPr>
        <p:spPr>
          <a:xfrm>
            <a:off x="7315590" y="5732671"/>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D3F531C-3DF9-4AAD-8654-6776499BCCC6}"/>
              </a:ext>
            </a:extLst>
          </p:cNvPr>
          <p:cNvCxnSpPr/>
          <p:nvPr/>
        </p:nvCxnSpPr>
        <p:spPr>
          <a:xfrm flipV="1">
            <a:off x="7830503" y="5058398"/>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D903DA83-C0AF-4091-B4AE-18F02ACF1D21}"/>
              </a:ext>
            </a:extLst>
          </p:cNvPr>
          <p:cNvSpPr>
            <a:spLocks/>
          </p:cNvSpPr>
          <p:nvPr/>
        </p:nvSpPr>
        <p:spPr bwMode="auto">
          <a:xfrm>
            <a:off x="7639988" y="582500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9" name="Rectangle 38">
            <a:extLst>
              <a:ext uri="{FF2B5EF4-FFF2-40B4-BE49-F238E27FC236}">
                <a16:creationId xmlns:a16="http://schemas.microsoft.com/office/drawing/2014/main" id="{8C28E471-DEB0-429F-94F4-154667E1BCF6}"/>
              </a:ext>
            </a:extLst>
          </p:cNvPr>
          <p:cNvSpPr>
            <a:spLocks/>
          </p:cNvSpPr>
          <p:nvPr/>
        </p:nvSpPr>
        <p:spPr bwMode="auto">
          <a:xfrm>
            <a:off x="8230727" y="582500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0" name="Rectangle 39">
            <a:extLst>
              <a:ext uri="{FF2B5EF4-FFF2-40B4-BE49-F238E27FC236}">
                <a16:creationId xmlns:a16="http://schemas.microsoft.com/office/drawing/2014/main" id="{CB7282E1-90E7-4FE9-B58D-9EDBFAF199E7}"/>
              </a:ext>
            </a:extLst>
          </p:cNvPr>
          <p:cNvSpPr>
            <a:spLocks/>
          </p:cNvSpPr>
          <p:nvPr/>
        </p:nvSpPr>
        <p:spPr bwMode="auto">
          <a:xfrm>
            <a:off x="8843943" y="583896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41" name="Rectangle 40">
            <a:extLst>
              <a:ext uri="{FF2B5EF4-FFF2-40B4-BE49-F238E27FC236}">
                <a16:creationId xmlns:a16="http://schemas.microsoft.com/office/drawing/2014/main" id="{C2F4F47E-A5C6-4A70-8E69-D102F1C2923B}"/>
              </a:ext>
            </a:extLst>
          </p:cNvPr>
          <p:cNvSpPr>
            <a:spLocks/>
          </p:cNvSpPr>
          <p:nvPr/>
        </p:nvSpPr>
        <p:spPr bwMode="auto">
          <a:xfrm>
            <a:off x="7147059" y="582500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2" name="Rectangle 41">
            <a:extLst>
              <a:ext uri="{FF2B5EF4-FFF2-40B4-BE49-F238E27FC236}">
                <a16:creationId xmlns:a16="http://schemas.microsoft.com/office/drawing/2014/main" id="{3DC69E7F-8F79-435F-A704-56DCD4F694C0}"/>
              </a:ext>
            </a:extLst>
          </p:cNvPr>
          <p:cNvSpPr>
            <a:spLocks/>
          </p:cNvSpPr>
          <p:nvPr/>
        </p:nvSpPr>
        <p:spPr bwMode="auto">
          <a:xfrm>
            <a:off x="9462932" y="583896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43" name="Straight Arrow Connector 42">
            <a:extLst>
              <a:ext uri="{FF2B5EF4-FFF2-40B4-BE49-F238E27FC236}">
                <a16:creationId xmlns:a16="http://schemas.microsoft.com/office/drawing/2014/main" id="{6C9FF555-2096-4D30-8828-07FECEA682F9}"/>
              </a:ext>
            </a:extLst>
          </p:cNvPr>
          <p:cNvCxnSpPr/>
          <p:nvPr/>
        </p:nvCxnSpPr>
        <p:spPr>
          <a:xfrm flipV="1">
            <a:off x="8411997" y="5056302"/>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103893D1-B728-420D-B16C-C5A080D2A86D}"/>
              </a:ext>
            </a:extLst>
          </p:cNvPr>
          <p:cNvCxnSpPr/>
          <p:nvPr/>
        </p:nvCxnSpPr>
        <p:spPr>
          <a:xfrm flipV="1">
            <a:off x="9012730" y="5058399"/>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B8E78C37-9BE9-46F5-B9CC-8A69717703E1}"/>
              </a:ext>
            </a:extLst>
          </p:cNvPr>
          <p:cNvCxnSpPr/>
          <p:nvPr/>
        </p:nvCxnSpPr>
        <p:spPr>
          <a:xfrm flipV="1">
            <a:off x="9613462" y="5058398"/>
            <a:ext cx="0" cy="674272"/>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98A82786-74EE-4DD5-8FA7-3F471936E422}"/>
              </a:ext>
            </a:extLst>
          </p:cNvPr>
          <p:cNvSpPr>
            <a:spLocks/>
          </p:cNvSpPr>
          <p:nvPr/>
        </p:nvSpPr>
        <p:spPr bwMode="auto">
          <a:xfrm>
            <a:off x="8240838" y="469621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47" name="Rectangle 46">
            <a:extLst>
              <a:ext uri="{FF2B5EF4-FFF2-40B4-BE49-F238E27FC236}">
                <a16:creationId xmlns:a16="http://schemas.microsoft.com/office/drawing/2014/main" id="{236F9A0E-5291-4717-8B91-E14367308C8D}"/>
              </a:ext>
            </a:extLst>
          </p:cNvPr>
          <p:cNvSpPr>
            <a:spLocks/>
          </p:cNvSpPr>
          <p:nvPr/>
        </p:nvSpPr>
        <p:spPr bwMode="auto">
          <a:xfrm>
            <a:off x="8843943" y="469621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48" name="Rectangle 47">
            <a:extLst>
              <a:ext uri="{FF2B5EF4-FFF2-40B4-BE49-F238E27FC236}">
                <a16:creationId xmlns:a16="http://schemas.microsoft.com/office/drawing/2014/main" id="{2D1D92E6-1C02-4293-8D8F-8CAD9E4CD311}"/>
              </a:ext>
            </a:extLst>
          </p:cNvPr>
          <p:cNvSpPr>
            <a:spLocks/>
          </p:cNvSpPr>
          <p:nvPr/>
        </p:nvSpPr>
        <p:spPr bwMode="auto">
          <a:xfrm>
            <a:off x="7661973" y="469621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sp>
        <p:nvSpPr>
          <p:cNvPr id="49" name="Rectangle 48">
            <a:extLst>
              <a:ext uri="{FF2B5EF4-FFF2-40B4-BE49-F238E27FC236}">
                <a16:creationId xmlns:a16="http://schemas.microsoft.com/office/drawing/2014/main" id="{F1E42E92-51CA-42BD-A8E6-3FDB66ED9BAA}"/>
              </a:ext>
            </a:extLst>
          </p:cNvPr>
          <p:cNvSpPr>
            <a:spLocks/>
          </p:cNvSpPr>
          <p:nvPr/>
        </p:nvSpPr>
        <p:spPr bwMode="auto">
          <a:xfrm>
            <a:off x="9444932" y="469621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a:t>
            </a:r>
          </a:p>
        </p:txBody>
      </p:sp>
      <p:cxnSp>
        <p:nvCxnSpPr>
          <p:cNvPr id="50" name="Straight Connector 49">
            <a:extLst>
              <a:ext uri="{FF2B5EF4-FFF2-40B4-BE49-F238E27FC236}">
                <a16:creationId xmlns:a16="http://schemas.microsoft.com/office/drawing/2014/main" id="{C8058522-C0DA-4113-8322-603EC714DDE3}"/>
              </a:ext>
            </a:extLst>
          </p:cNvPr>
          <p:cNvCxnSpPr/>
          <p:nvPr/>
        </p:nvCxnSpPr>
        <p:spPr>
          <a:xfrm>
            <a:off x="2227296" y="5855781"/>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4A6B9E7-5916-48D2-A744-B0FAAB8A6B2B}"/>
              </a:ext>
            </a:extLst>
          </p:cNvPr>
          <p:cNvCxnSpPr/>
          <p:nvPr/>
        </p:nvCxnSpPr>
        <p:spPr>
          <a:xfrm flipV="1">
            <a:off x="4543168" y="4877691"/>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C96BB205-0AAE-49C5-8204-6495841387FF}"/>
              </a:ext>
            </a:extLst>
          </p:cNvPr>
          <p:cNvSpPr>
            <a:spLocks/>
          </p:cNvSpPr>
          <p:nvPr/>
        </p:nvSpPr>
        <p:spPr bwMode="auto">
          <a:xfrm>
            <a:off x="2551694" y="594811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3" name="Rectangle 52">
            <a:extLst>
              <a:ext uri="{FF2B5EF4-FFF2-40B4-BE49-F238E27FC236}">
                <a16:creationId xmlns:a16="http://schemas.microsoft.com/office/drawing/2014/main" id="{4A7DAB74-0946-4E87-A758-07975FF35850}"/>
              </a:ext>
            </a:extLst>
          </p:cNvPr>
          <p:cNvSpPr>
            <a:spLocks/>
          </p:cNvSpPr>
          <p:nvPr/>
        </p:nvSpPr>
        <p:spPr bwMode="auto">
          <a:xfrm>
            <a:off x="3142433" y="594811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4" name="Rectangle 53">
            <a:extLst>
              <a:ext uri="{FF2B5EF4-FFF2-40B4-BE49-F238E27FC236}">
                <a16:creationId xmlns:a16="http://schemas.microsoft.com/office/drawing/2014/main" id="{738ED672-3134-4E3F-86FC-DD6401CA79A9}"/>
              </a:ext>
            </a:extLst>
          </p:cNvPr>
          <p:cNvSpPr>
            <a:spLocks/>
          </p:cNvSpPr>
          <p:nvPr/>
        </p:nvSpPr>
        <p:spPr bwMode="auto">
          <a:xfrm>
            <a:off x="3755649" y="596207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55" name="Rectangle 54">
            <a:extLst>
              <a:ext uri="{FF2B5EF4-FFF2-40B4-BE49-F238E27FC236}">
                <a16:creationId xmlns:a16="http://schemas.microsoft.com/office/drawing/2014/main" id="{A0CFC0B9-E1E0-4662-999A-2A9923659039}"/>
              </a:ext>
            </a:extLst>
          </p:cNvPr>
          <p:cNvSpPr>
            <a:spLocks/>
          </p:cNvSpPr>
          <p:nvPr/>
        </p:nvSpPr>
        <p:spPr bwMode="auto">
          <a:xfrm>
            <a:off x="2058765" y="596207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6" name="Rectangle 55">
            <a:extLst>
              <a:ext uri="{FF2B5EF4-FFF2-40B4-BE49-F238E27FC236}">
                <a16:creationId xmlns:a16="http://schemas.microsoft.com/office/drawing/2014/main" id="{9656AC29-8E14-451D-8FAB-BB67C6282C3F}"/>
              </a:ext>
            </a:extLst>
          </p:cNvPr>
          <p:cNvSpPr>
            <a:spLocks/>
          </p:cNvSpPr>
          <p:nvPr/>
        </p:nvSpPr>
        <p:spPr bwMode="auto">
          <a:xfrm>
            <a:off x="4374638" y="596207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57" name="Rectangle 56">
            <a:extLst>
              <a:ext uri="{FF2B5EF4-FFF2-40B4-BE49-F238E27FC236}">
                <a16:creationId xmlns:a16="http://schemas.microsoft.com/office/drawing/2014/main" id="{C2DA814E-D9E1-4E6F-B493-8E04FEAC51F2}"/>
              </a:ext>
            </a:extLst>
          </p:cNvPr>
          <p:cNvSpPr>
            <a:spLocks/>
          </p:cNvSpPr>
          <p:nvPr/>
        </p:nvSpPr>
        <p:spPr bwMode="auto">
          <a:xfrm>
            <a:off x="4374638" y="458673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58" name="Right Arrow 23">
            <a:extLst>
              <a:ext uri="{FF2B5EF4-FFF2-40B4-BE49-F238E27FC236}">
                <a16:creationId xmlns:a16="http://schemas.microsoft.com/office/drawing/2014/main" id="{F3D16338-66AE-44CE-B26E-97B881206EB2}"/>
              </a:ext>
            </a:extLst>
          </p:cNvPr>
          <p:cNvSpPr/>
          <p:nvPr/>
        </p:nvSpPr>
        <p:spPr>
          <a:xfrm>
            <a:off x="5372777" y="5050641"/>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3" name="Title 1">
            <a:extLst>
              <a:ext uri="{FF2B5EF4-FFF2-40B4-BE49-F238E27FC236}">
                <a16:creationId xmlns:a16="http://schemas.microsoft.com/office/drawing/2014/main" id="{D94C958B-0CA2-EC53-BEDB-CA7695909C1C}"/>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5" name="Rectángulo 4">
            <a:extLst>
              <a:ext uri="{FF2B5EF4-FFF2-40B4-BE49-F238E27FC236}">
                <a16:creationId xmlns:a16="http://schemas.microsoft.com/office/drawing/2014/main" id="{53B66641-F618-A23C-5523-065ACB820F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8DC187D-4857-700B-A341-240487FDB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B89DAA9-294A-40FD-4197-67C74356F1D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028766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2279877" y="3606095"/>
            <a:ext cx="7610476" cy="414338"/>
          </a:xfrm>
        </p:spPr>
        <p:txBody>
          <a:bodyPr>
            <a:normAutofit fontScale="92500" lnSpcReduction="10000"/>
          </a:bodyPr>
          <a:lstStyle/>
          <a:p>
            <a:pPr marL="0" indent="0" algn="ctr">
              <a:buNone/>
            </a:pPr>
            <a:r>
              <a:rPr lang="es-ES_tradnl" sz="2400">
                <a:solidFill>
                  <a:srgbClr val="800000"/>
                </a:solidFill>
              </a:rPr>
              <a:t>¿Cuál es el monto uniforme equivalente a un valor futuro?</a:t>
            </a:r>
          </a:p>
        </p:txBody>
      </p:sp>
      <p:sp>
        <p:nvSpPr>
          <p:cNvPr id="4" name="Slide Number Placeholder 3"/>
          <p:cNvSpPr>
            <a:spLocks noGrp="1"/>
          </p:cNvSpPr>
          <p:nvPr>
            <p:ph type="sldNum" sz="quarter" idx="12"/>
          </p:nvPr>
        </p:nvSpPr>
        <p:spPr/>
        <p:txBody>
          <a:bodyPr/>
          <a:lstStyle/>
          <a:p>
            <a:pPr>
              <a:defRPr/>
            </a:pPr>
            <a:fld id="{5E3E23BA-6E79-2442-BA73-D218A5E297C3}" type="slidenum">
              <a:rPr lang="en-US">
                <a:solidFill>
                  <a:prstClr val="black">
                    <a:tint val="75000"/>
                  </a:prstClr>
                </a:solidFill>
                <a:latin typeface="Calibri" panose="020F0502020204030204"/>
              </a:rPr>
              <a:pPr>
                <a:defRPr/>
              </a:pPr>
              <a:t>33</a:t>
            </a:fld>
            <a:endParaRPr lang="en-US">
              <a:solidFill>
                <a:prstClr val="black">
                  <a:tint val="75000"/>
                </a:prstClr>
              </a:solidFill>
              <a:latin typeface="Calibri" panose="020F0502020204030204"/>
            </a:endParaRPr>
          </a:p>
        </p:txBody>
      </p:sp>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7401" y="4239512"/>
            <a:ext cx="3238070" cy="828565"/>
          </a:xfrm>
          <a:prstGeom prst="rect">
            <a:avLst/>
          </a:prstGeom>
        </p:spPr>
      </p:pic>
      <p:sp>
        <p:nvSpPr>
          <p:cNvPr id="7" name="Content Placeholder 2"/>
          <p:cNvSpPr txBox="1">
            <a:spLocks/>
          </p:cNvSpPr>
          <p:nvPr/>
        </p:nvSpPr>
        <p:spPr>
          <a:xfrm>
            <a:off x="2159333" y="5159303"/>
            <a:ext cx="7610476" cy="585777"/>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Clr>
                <a:srgbClr val="4472C4"/>
              </a:buClr>
              <a:buNone/>
              <a:defRPr/>
            </a:pPr>
            <a:r>
              <a:rPr lang="es-ES_tradnl" sz="2200">
                <a:solidFill>
                  <a:srgbClr val="800000"/>
                </a:solidFill>
                <a:latin typeface="Calibri" panose="020F0502020204030204"/>
              </a:rPr>
              <a:t>¿Cuál es el flujo constante equivalente a un valor presente?</a:t>
            </a:r>
          </a:p>
        </p:txBody>
      </p:sp>
      <p:pic>
        <p:nvPicPr>
          <p:cNvPr id="8" name="Picture 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7401" y="5768898"/>
            <a:ext cx="3238070" cy="773891"/>
          </a:xfrm>
          <a:prstGeom prst="rect">
            <a:avLst/>
          </a:prstGeom>
        </p:spPr>
      </p:pic>
      <p:pic>
        <p:nvPicPr>
          <p:cNvPr id="12" name="Picture 11" descr="latex-image-1.pdf">
            <a:extLst>
              <a:ext uri="{FF2B5EF4-FFF2-40B4-BE49-F238E27FC236}">
                <a16:creationId xmlns:a16="http://schemas.microsoft.com/office/drawing/2014/main" id="{48297504-65CE-4DB3-A9DD-EC144F7BD8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74279" y="2677476"/>
            <a:ext cx="3230339" cy="829025"/>
          </a:xfrm>
          <a:prstGeom prst="rect">
            <a:avLst/>
          </a:prstGeom>
        </p:spPr>
      </p:pic>
      <p:pic>
        <p:nvPicPr>
          <p:cNvPr id="13" name="Picture 12" descr="latex-image-1.pdf">
            <a:extLst>
              <a:ext uri="{FF2B5EF4-FFF2-40B4-BE49-F238E27FC236}">
                <a16:creationId xmlns:a16="http://schemas.microsoft.com/office/drawing/2014/main" id="{3340B55C-929A-4D40-87EB-14D41047BF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5616" y="2585893"/>
            <a:ext cx="3396193" cy="876762"/>
          </a:xfrm>
          <a:prstGeom prst="rect">
            <a:avLst/>
          </a:prstGeom>
        </p:spPr>
      </p:pic>
      <p:sp>
        <p:nvSpPr>
          <p:cNvPr id="14" name="Content Placeholder 2">
            <a:extLst>
              <a:ext uri="{FF2B5EF4-FFF2-40B4-BE49-F238E27FC236}">
                <a16:creationId xmlns:a16="http://schemas.microsoft.com/office/drawing/2014/main" id="{DEA7CF25-24BA-41CF-BA9B-C4A45F3EFDA0}"/>
              </a:ext>
            </a:extLst>
          </p:cNvPr>
          <p:cNvSpPr txBox="1">
            <a:spLocks/>
          </p:cNvSpPr>
          <p:nvPr/>
        </p:nvSpPr>
        <p:spPr>
          <a:xfrm>
            <a:off x="2290762" y="1943755"/>
            <a:ext cx="7610476" cy="4143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s-ES_tradnl" sz="2400">
                <a:solidFill>
                  <a:srgbClr val="800000"/>
                </a:solidFill>
              </a:rPr>
              <a:t>Si sabemos que:</a:t>
            </a:r>
          </a:p>
        </p:txBody>
      </p:sp>
      <p:sp>
        <p:nvSpPr>
          <p:cNvPr id="3" name="Title 1">
            <a:extLst>
              <a:ext uri="{FF2B5EF4-FFF2-40B4-BE49-F238E27FC236}">
                <a16:creationId xmlns:a16="http://schemas.microsoft.com/office/drawing/2014/main" id="{B8946E11-53AA-13C6-8C77-2BFC22B92593}"/>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10" name="Rectángulo 9">
            <a:extLst>
              <a:ext uri="{FF2B5EF4-FFF2-40B4-BE49-F238E27FC236}">
                <a16:creationId xmlns:a16="http://schemas.microsoft.com/office/drawing/2014/main" id="{86E02B3A-DED6-5A91-BF08-C9804E9944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4B2EC37-BA2C-A3A3-09A8-AEFDF88384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0A75EC6D-E47F-EFEE-2D73-7AEDFB46CE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Rectángulo 5">
            <a:extLst>
              <a:ext uri="{FF2B5EF4-FFF2-40B4-BE49-F238E27FC236}">
                <a16:creationId xmlns:a16="http://schemas.microsoft.com/office/drawing/2014/main" id="{8B0B3C53-F20A-C329-3ED4-4388C5B3ABC0}"/>
              </a:ext>
            </a:extLst>
          </p:cNvPr>
          <p:cNvSpPr/>
          <p:nvPr/>
        </p:nvSpPr>
        <p:spPr>
          <a:xfrm>
            <a:off x="4389359" y="4050674"/>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9" name="Rectángulo 5">
            <a:extLst>
              <a:ext uri="{FF2B5EF4-FFF2-40B4-BE49-F238E27FC236}">
                <a16:creationId xmlns:a16="http://schemas.microsoft.com/office/drawing/2014/main" id="{5F25DCA3-27F0-27A8-5981-8C3A3405C089}"/>
              </a:ext>
            </a:extLst>
          </p:cNvPr>
          <p:cNvSpPr/>
          <p:nvPr/>
        </p:nvSpPr>
        <p:spPr>
          <a:xfrm>
            <a:off x="4389359" y="5570129"/>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642506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667131"/>
            <a:ext cx="11029616" cy="1366685"/>
          </a:xfrm>
        </p:spPr>
        <p:txBody>
          <a:bodyPr>
            <a:normAutofit/>
          </a:bodyPr>
          <a:lstStyle/>
          <a:p>
            <a:pPr marL="0" indent="0" algn="just">
              <a:buNone/>
            </a:pPr>
            <a:r>
              <a:rPr lang="es-ES_tradnl" sz="2400" b="1"/>
              <a:t>Ejemplo: </a:t>
            </a:r>
            <a:r>
              <a:rPr lang="es-ES_tradnl" sz="2400"/>
              <a:t>¿Cuál es el pago uniforme mensual equivalente al siguiente único pago si el costo de oportunidad es del 12% NA/MV?</a:t>
            </a:r>
          </a:p>
        </p:txBody>
      </p:sp>
      <p:sp>
        <p:nvSpPr>
          <p:cNvPr id="4" name="Slide Number Placeholder 3"/>
          <p:cNvSpPr>
            <a:spLocks noGrp="1"/>
          </p:cNvSpPr>
          <p:nvPr>
            <p:ph type="sldNum" sz="quarter" idx="12"/>
          </p:nvPr>
        </p:nvSpPr>
        <p:spPr/>
        <p:txBody>
          <a:bodyPr/>
          <a:lstStyle/>
          <a:p>
            <a:fld id="{5E3E23BA-6E79-2442-BA73-D218A5E297C3}" type="slidenum">
              <a:rPr lang="en-US" smtClean="0"/>
              <a:t>34</a:t>
            </a:fld>
            <a:endParaRPr lang="en-US"/>
          </a:p>
        </p:txBody>
      </p:sp>
      <p:cxnSp>
        <p:nvCxnSpPr>
          <p:cNvPr id="27" name="Straight Arrow Connector 26"/>
          <p:cNvCxnSpPr/>
          <p:nvPr/>
        </p:nvCxnSpPr>
        <p:spPr>
          <a:xfrm flipV="1">
            <a:off x="9203903" y="3011914"/>
            <a:ext cx="0" cy="9762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8260320" y="2614622"/>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1.500</a:t>
            </a:r>
          </a:p>
        </p:txBody>
      </p:sp>
      <p:sp>
        <p:nvSpPr>
          <p:cNvPr id="41" name="Right Arrow 40"/>
          <p:cNvSpPr/>
          <p:nvPr/>
        </p:nvSpPr>
        <p:spPr>
          <a:xfrm rot="5400000">
            <a:off x="5588318" y="4467103"/>
            <a:ext cx="561699"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42" name="Straight Connector 41"/>
          <p:cNvCxnSpPr/>
          <p:nvPr/>
        </p:nvCxnSpPr>
        <p:spPr>
          <a:xfrm>
            <a:off x="2330055" y="396053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Rectangle 42"/>
          <p:cNvSpPr>
            <a:spLocks/>
          </p:cNvSpPr>
          <p:nvPr/>
        </p:nvSpPr>
        <p:spPr bwMode="auto">
          <a:xfrm flipH="1">
            <a:off x="2324269" y="3957373"/>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4" name="Rectangle 43"/>
          <p:cNvSpPr>
            <a:spLocks/>
          </p:cNvSpPr>
          <p:nvPr/>
        </p:nvSpPr>
        <p:spPr bwMode="auto">
          <a:xfrm>
            <a:off x="2751131"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5" name="Rectangle 44"/>
          <p:cNvSpPr>
            <a:spLocks/>
          </p:cNvSpPr>
          <p:nvPr/>
        </p:nvSpPr>
        <p:spPr bwMode="auto">
          <a:xfrm>
            <a:off x="3317617"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6" name="Rectangle 45"/>
          <p:cNvSpPr>
            <a:spLocks/>
          </p:cNvSpPr>
          <p:nvPr/>
        </p:nvSpPr>
        <p:spPr bwMode="auto">
          <a:xfrm>
            <a:off x="3881474"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7" name="Rectangle 46"/>
          <p:cNvSpPr>
            <a:spLocks/>
          </p:cNvSpPr>
          <p:nvPr/>
        </p:nvSpPr>
        <p:spPr bwMode="auto">
          <a:xfrm>
            <a:off x="4487999"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8" name="Rectangle 47"/>
          <p:cNvSpPr>
            <a:spLocks/>
          </p:cNvSpPr>
          <p:nvPr/>
        </p:nvSpPr>
        <p:spPr bwMode="auto">
          <a:xfrm>
            <a:off x="5091107" y="392976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9" name="Rectangle 48"/>
          <p:cNvSpPr>
            <a:spLocks/>
          </p:cNvSpPr>
          <p:nvPr/>
        </p:nvSpPr>
        <p:spPr bwMode="auto">
          <a:xfrm>
            <a:off x="5609956"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0" name="Rectangle 49"/>
          <p:cNvSpPr>
            <a:spLocks/>
          </p:cNvSpPr>
          <p:nvPr/>
        </p:nvSpPr>
        <p:spPr bwMode="auto">
          <a:xfrm>
            <a:off x="6216479"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51" name="Rectangle 50"/>
          <p:cNvSpPr>
            <a:spLocks/>
          </p:cNvSpPr>
          <p:nvPr/>
        </p:nvSpPr>
        <p:spPr bwMode="auto">
          <a:xfrm>
            <a:off x="6771152"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52" name="Rectangle 51"/>
          <p:cNvSpPr>
            <a:spLocks/>
          </p:cNvSpPr>
          <p:nvPr/>
        </p:nvSpPr>
        <p:spPr bwMode="auto">
          <a:xfrm>
            <a:off x="7365308" y="395737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53" name="Rectangle 52"/>
          <p:cNvSpPr>
            <a:spLocks/>
          </p:cNvSpPr>
          <p:nvPr/>
        </p:nvSpPr>
        <p:spPr bwMode="auto">
          <a:xfrm>
            <a:off x="7986527"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54" name="Rectangle 53"/>
          <p:cNvSpPr>
            <a:spLocks/>
          </p:cNvSpPr>
          <p:nvPr/>
        </p:nvSpPr>
        <p:spPr bwMode="auto">
          <a:xfrm>
            <a:off x="8489788"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55" name="Rectangle 54"/>
          <p:cNvSpPr>
            <a:spLocks/>
          </p:cNvSpPr>
          <p:nvPr/>
        </p:nvSpPr>
        <p:spPr bwMode="auto">
          <a:xfrm>
            <a:off x="9035373" y="392976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40" name="Straight Connector 39"/>
          <p:cNvCxnSpPr/>
          <p:nvPr/>
        </p:nvCxnSpPr>
        <p:spPr>
          <a:xfrm>
            <a:off x="2275325" y="58512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6" name="Rectangle 55"/>
          <p:cNvSpPr>
            <a:spLocks/>
          </p:cNvSpPr>
          <p:nvPr/>
        </p:nvSpPr>
        <p:spPr bwMode="auto">
          <a:xfrm flipH="1">
            <a:off x="2269539" y="5848067"/>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7" name="Rectangle 56"/>
          <p:cNvSpPr>
            <a:spLocks/>
          </p:cNvSpPr>
          <p:nvPr/>
        </p:nvSpPr>
        <p:spPr bwMode="auto">
          <a:xfrm>
            <a:off x="2696401"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8" name="Rectangle 57"/>
          <p:cNvSpPr>
            <a:spLocks/>
          </p:cNvSpPr>
          <p:nvPr/>
        </p:nvSpPr>
        <p:spPr bwMode="auto">
          <a:xfrm>
            <a:off x="3262887"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9" name="Rectangle 58"/>
          <p:cNvSpPr>
            <a:spLocks/>
          </p:cNvSpPr>
          <p:nvPr/>
        </p:nvSpPr>
        <p:spPr bwMode="auto">
          <a:xfrm>
            <a:off x="3826744"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60" name="Rectangle 59"/>
          <p:cNvSpPr>
            <a:spLocks/>
          </p:cNvSpPr>
          <p:nvPr/>
        </p:nvSpPr>
        <p:spPr bwMode="auto">
          <a:xfrm>
            <a:off x="4433269"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61" name="Rectangle 60"/>
          <p:cNvSpPr>
            <a:spLocks/>
          </p:cNvSpPr>
          <p:nvPr/>
        </p:nvSpPr>
        <p:spPr bwMode="auto">
          <a:xfrm>
            <a:off x="5036377" y="582045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62" name="Rectangle 61"/>
          <p:cNvSpPr>
            <a:spLocks/>
          </p:cNvSpPr>
          <p:nvPr/>
        </p:nvSpPr>
        <p:spPr bwMode="auto">
          <a:xfrm>
            <a:off x="5555226"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63" name="Rectangle 62"/>
          <p:cNvSpPr>
            <a:spLocks/>
          </p:cNvSpPr>
          <p:nvPr/>
        </p:nvSpPr>
        <p:spPr bwMode="auto">
          <a:xfrm>
            <a:off x="6161749"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64" name="Rectangle 63"/>
          <p:cNvSpPr>
            <a:spLocks/>
          </p:cNvSpPr>
          <p:nvPr/>
        </p:nvSpPr>
        <p:spPr bwMode="auto">
          <a:xfrm>
            <a:off x="6716422"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65" name="Rectangle 64"/>
          <p:cNvSpPr>
            <a:spLocks/>
          </p:cNvSpPr>
          <p:nvPr/>
        </p:nvSpPr>
        <p:spPr bwMode="auto">
          <a:xfrm>
            <a:off x="7310578" y="584806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66" name="Rectangle 65"/>
          <p:cNvSpPr>
            <a:spLocks/>
          </p:cNvSpPr>
          <p:nvPr/>
        </p:nvSpPr>
        <p:spPr bwMode="auto">
          <a:xfrm>
            <a:off x="7931797"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67" name="Rectangle 66"/>
          <p:cNvSpPr>
            <a:spLocks/>
          </p:cNvSpPr>
          <p:nvPr/>
        </p:nvSpPr>
        <p:spPr bwMode="auto">
          <a:xfrm>
            <a:off x="8435058"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68" name="Rectangle 67"/>
          <p:cNvSpPr>
            <a:spLocks/>
          </p:cNvSpPr>
          <p:nvPr/>
        </p:nvSpPr>
        <p:spPr bwMode="auto">
          <a:xfrm>
            <a:off x="8980643" y="582045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69" name="Straight Arrow Connector 68"/>
          <p:cNvCxnSpPr/>
          <p:nvPr/>
        </p:nvCxnSpPr>
        <p:spPr>
          <a:xfrm>
            <a:off x="2884627" y="5239165"/>
            <a:ext cx="0" cy="620901"/>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a:off x="9165639" y="5250302"/>
            <a:ext cx="0" cy="620901"/>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a:off x="2864931" y="5239164"/>
            <a:ext cx="6315306" cy="0"/>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2" name="Rectangle 71"/>
          <p:cNvSpPr>
            <a:spLocks/>
          </p:cNvSpPr>
          <p:nvPr/>
        </p:nvSpPr>
        <p:spPr bwMode="auto">
          <a:xfrm>
            <a:off x="4948703" y="5274250"/>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a:t>
            </a:r>
          </a:p>
        </p:txBody>
      </p:sp>
      <p:sp>
        <p:nvSpPr>
          <p:cNvPr id="5" name="CuadroTexto 4"/>
          <p:cNvSpPr txBox="1"/>
          <p:nvPr/>
        </p:nvSpPr>
        <p:spPr>
          <a:xfrm>
            <a:off x="9412429" y="3775872"/>
            <a:ext cx="830677" cy="400110"/>
          </a:xfrm>
          <a:prstGeom prst="rect">
            <a:avLst/>
          </a:prstGeom>
          <a:noFill/>
        </p:spPr>
        <p:txBody>
          <a:bodyPr wrap="none" rtlCol="0">
            <a:spAutoFit/>
          </a:bodyPr>
          <a:lstStyle/>
          <a:p>
            <a:r>
              <a:rPr lang="es-CO" sz="2000"/>
              <a:t>Meses</a:t>
            </a:r>
          </a:p>
        </p:txBody>
      </p:sp>
      <p:sp>
        <p:nvSpPr>
          <p:cNvPr id="73" name="CuadroTexto 72"/>
          <p:cNvSpPr txBox="1"/>
          <p:nvPr/>
        </p:nvSpPr>
        <p:spPr>
          <a:xfrm>
            <a:off x="9299991" y="5694178"/>
            <a:ext cx="830677" cy="400110"/>
          </a:xfrm>
          <a:prstGeom prst="rect">
            <a:avLst/>
          </a:prstGeom>
          <a:noFill/>
        </p:spPr>
        <p:txBody>
          <a:bodyPr wrap="none" rtlCol="0">
            <a:spAutoFit/>
          </a:bodyPr>
          <a:lstStyle/>
          <a:p>
            <a:r>
              <a:rPr lang="es-CO" sz="2000"/>
              <a:t>Meses</a:t>
            </a:r>
          </a:p>
        </p:txBody>
      </p:sp>
      <p:sp>
        <p:nvSpPr>
          <p:cNvPr id="6" name="Title 1">
            <a:extLst>
              <a:ext uri="{FF2B5EF4-FFF2-40B4-BE49-F238E27FC236}">
                <a16:creationId xmlns:a16="http://schemas.microsoft.com/office/drawing/2014/main" id="{EAFB8B05-FD6C-D9FF-89E3-BEA4965A1F68}"/>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7" name="Rectángulo 6">
            <a:extLst>
              <a:ext uri="{FF2B5EF4-FFF2-40B4-BE49-F238E27FC236}">
                <a16:creationId xmlns:a16="http://schemas.microsoft.com/office/drawing/2014/main" id="{811644C5-4FA8-EA4E-7DEC-98FB5E5DD7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DCEC827-FCAC-5772-A9BA-52A832371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9E23D75-72A2-E5BD-DC42-CAF5FCA75FA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92511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1" grpId="0" animBg="1"/>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72" grpId="0"/>
      <p:bldP spid="5" grpId="0"/>
      <p:bldP spid="7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35</a:t>
            </a:fld>
            <a:endParaRPr lang="en-US"/>
          </a:p>
        </p:txBody>
      </p:sp>
      <p:pic>
        <p:nvPicPr>
          <p:cNvPr id="73" name="Picture 5"/>
          <p:cNvPicPr>
            <a:picLocks noChangeAspect="1"/>
          </p:cNvPicPr>
          <p:nvPr/>
        </p:nvPicPr>
        <p:blipFill>
          <a:blip r:embed="rId3"/>
          <a:stretch>
            <a:fillRect/>
          </a:stretch>
        </p:blipFill>
        <p:spPr>
          <a:xfrm>
            <a:off x="3552148" y="2129588"/>
            <a:ext cx="4868204" cy="740444"/>
          </a:xfrm>
          <a:prstGeom prst="rect">
            <a:avLst/>
          </a:prstGeom>
        </p:spPr>
      </p:pic>
      <p:sp>
        <p:nvSpPr>
          <p:cNvPr id="3" name="Title 1">
            <a:extLst>
              <a:ext uri="{FF2B5EF4-FFF2-40B4-BE49-F238E27FC236}">
                <a16:creationId xmlns:a16="http://schemas.microsoft.com/office/drawing/2014/main" id="{761F6E78-A7D0-6CD5-0F7A-3E05A8E26CBF}"/>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5" name="Rectángulo 4">
            <a:extLst>
              <a:ext uri="{FF2B5EF4-FFF2-40B4-BE49-F238E27FC236}">
                <a16:creationId xmlns:a16="http://schemas.microsoft.com/office/drawing/2014/main" id="{CCDC190A-2D0F-0CFD-7D38-231234C0CD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1776672-E9D6-4024-0EF6-A3C0A334A8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515AAE5-7EC3-2163-A157-F3784063D15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Arrow Connector 26">
            <a:extLst>
              <a:ext uri="{FF2B5EF4-FFF2-40B4-BE49-F238E27FC236}">
                <a16:creationId xmlns:a16="http://schemas.microsoft.com/office/drawing/2014/main" id="{F37B0539-80D3-05C0-51D4-E622B63208D1}"/>
              </a:ext>
            </a:extLst>
          </p:cNvPr>
          <p:cNvCxnSpPr/>
          <p:nvPr/>
        </p:nvCxnSpPr>
        <p:spPr>
          <a:xfrm flipV="1">
            <a:off x="9203903" y="3011914"/>
            <a:ext cx="0" cy="9762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7">
            <a:extLst>
              <a:ext uri="{FF2B5EF4-FFF2-40B4-BE49-F238E27FC236}">
                <a16:creationId xmlns:a16="http://schemas.microsoft.com/office/drawing/2014/main" id="{5F5FFFA9-BB8D-3E27-38BA-033EC9BECB1B}"/>
              </a:ext>
            </a:extLst>
          </p:cNvPr>
          <p:cNvSpPr>
            <a:spLocks/>
          </p:cNvSpPr>
          <p:nvPr/>
        </p:nvSpPr>
        <p:spPr bwMode="auto">
          <a:xfrm>
            <a:off x="8260320" y="2614622"/>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1.500</a:t>
            </a:r>
          </a:p>
        </p:txBody>
      </p:sp>
      <p:sp>
        <p:nvSpPr>
          <p:cNvPr id="9" name="Right Arrow 40">
            <a:extLst>
              <a:ext uri="{FF2B5EF4-FFF2-40B4-BE49-F238E27FC236}">
                <a16:creationId xmlns:a16="http://schemas.microsoft.com/office/drawing/2014/main" id="{FC7DF034-FEB7-E69D-835C-30ED64BAF4DE}"/>
              </a:ext>
            </a:extLst>
          </p:cNvPr>
          <p:cNvSpPr/>
          <p:nvPr/>
        </p:nvSpPr>
        <p:spPr>
          <a:xfrm rot="5400000">
            <a:off x="5588318" y="4467103"/>
            <a:ext cx="561699"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cxnSp>
        <p:nvCxnSpPr>
          <p:cNvPr id="10" name="Straight Connector 41">
            <a:extLst>
              <a:ext uri="{FF2B5EF4-FFF2-40B4-BE49-F238E27FC236}">
                <a16:creationId xmlns:a16="http://schemas.microsoft.com/office/drawing/2014/main" id="{999851E7-727A-5880-53CE-79B2F99D1F1C}"/>
              </a:ext>
            </a:extLst>
          </p:cNvPr>
          <p:cNvCxnSpPr/>
          <p:nvPr/>
        </p:nvCxnSpPr>
        <p:spPr>
          <a:xfrm>
            <a:off x="2330055" y="3960539"/>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42">
            <a:extLst>
              <a:ext uri="{FF2B5EF4-FFF2-40B4-BE49-F238E27FC236}">
                <a16:creationId xmlns:a16="http://schemas.microsoft.com/office/drawing/2014/main" id="{8389A763-058E-F67B-2AAD-471F68DF83B5}"/>
              </a:ext>
            </a:extLst>
          </p:cNvPr>
          <p:cNvSpPr>
            <a:spLocks/>
          </p:cNvSpPr>
          <p:nvPr/>
        </p:nvSpPr>
        <p:spPr bwMode="auto">
          <a:xfrm flipH="1">
            <a:off x="2324269" y="3957373"/>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43">
            <a:extLst>
              <a:ext uri="{FF2B5EF4-FFF2-40B4-BE49-F238E27FC236}">
                <a16:creationId xmlns:a16="http://schemas.microsoft.com/office/drawing/2014/main" id="{AC785E80-535B-C40A-7293-07DB8C34248F}"/>
              </a:ext>
            </a:extLst>
          </p:cNvPr>
          <p:cNvSpPr>
            <a:spLocks/>
          </p:cNvSpPr>
          <p:nvPr/>
        </p:nvSpPr>
        <p:spPr bwMode="auto">
          <a:xfrm>
            <a:off x="2751131"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3" name="Rectangle 44">
            <a:extLst>
              <a:ext uri="{FF2B5EF4-FFF2-40B4-BE49-F238E27FC236}">
                <a16:creationId xmlns:a16="http://schemas.microsoft.com/office/drawing/2014/main" id="{4E90C5AF-F861-D7A7-672F-1B039CCBC8AA}"/>
              </a:ext>
            </a:extLst>
          </p:cNvPr>
          <p:cNvSpPr>
            <a:spLocks/>
          </p:cNvSpPr>
          <p:nvPr/>
        </p:nvSpPr>
        <p:spPr bwMode="auto">
          <a:xfrm>
            <a:off x="3317617"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4" name="Rectangle 45">
            <a:extLst>
              <a:ext uri="{FF2B5EF4-FFF2-40B4-BE49-F238E27FC236}">
                <a16:creationId xmlns:a16="http://schemas.microsoft.com/office/drawing/2014/main" id="{26E497B5-523E-78FC-9742-49C5B0F4901D}"/>
              </a:ext>
            </a:extLst>
          </p:cNvPr>
          <p:cNvSpPr>
            <a:spLocks/>
          </p:cNvSpPr>
          <p:nvPr/>
        </p:nvSpPr>
        <p:spPr bwMode="auto">
          <a:xfrm>
            <a:off x="3881474"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5" name="Rectangle 46">
            <a:extLst>
              <a:ext uri="{FF2B5EF4-FFF2-40B4-BE49-F238E27FC236}">
                <a16:creationId xmlns:a16="http://schemas.microsoft.com/office/drawing/2014/main" id="{73B37DAD-85E1-FDE2-A995-CF23B780E01B}"/>
              </a:ext>
            </a:extLst>
          </p:cNvPr>
          <p:cNvSpPr>
            <a:spLocks/>
          </p:cNvSpPr>
          <p:nvPr/>
        </p:nvSpPr>
        <p:spPr bwMode="auto">
          <a:xfrm>
            <a:off x="4487999"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6" name="Rectangle 47">
            <a:extLst>
              <a:ext uri="{FF2B5EF4-FFF2-40B4-BE49-F238E27FC236}">
                <a16:creationId xmlns:a16="http://schemas.microsoft.com/office/drawing/2014/main" id="{66D6C3D3-CAB2-AA5C-9638-D356F1447973}"/>
              </a:ext>
            </a:extLst>
          </p:cNvPr>
          <p:cNvSpPr>
            <a:spLocks/>
          </p:cNvSpPr>
          <p:nvPr/>
        </p:nvSpPr>
        <p:spPr bwMode="auto">
          <a:xfrm>
            <a:off x="5091107" y="392976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48">
            <a:extLst>
              <a:ext uri="{FF2B5EF4-FFF2-40B4-BE49-F238E27FC236}">
                <a16:creationId xmlns:a16="http://schemas.microsoft.com/office/drawing/2014/main" id="{B5512E42-6500-100C-4506-8C3F02986DA4}"/>
              </a:ext>
            </a:extLst>
          </p:cNvPr>
          <p:cNvSpPr>
            <a:spLocks/>
          </p:cNvSpPr>
          <p:nvPr/>
        </p:nvSpPr>
        <p:spPr bwMode="auto">
          <a:xfrm>
            <a:off x="5609956"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8" name="Rectangle 49">
            <a:extLst>
              <a:ext uri="{FF2B5EF4-FFF2-40B4-BE49-F238E27FC236}">
                <a16:creationId xmlns:a16="http://schemas.microsoft.com/office/drawing/2014/main" id="{2CC10F2B-0760-7C77-E802-418891044AE7}"/>
              </a:ext>
            </a:extLst>
          </p:cNvPr>
          <p:cNvSpPr>
            <a:spLocks/>
          </p:cNvSpPr>
          <p:nvPr/>
        </p:nvSpPr>
        <p:spPr bwMode="auto">
          <a:xfrm>
            <a:off x="6216479"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19" name="Rectangle 50">
            <a:extLst>
              <a:ext uri="{FF2B5EF4-FFF2-40B4-BE49-F238E27FC236}">
                <a16:creationId xmlns:a16="http://schemas.microsoft.com/office/drawing/2014/main" id="{45E6A110-413C-AFE9-C521-8624284CABEF}"/>
              </a:ext>
            </a:extLst>
          </p:cNvPr>
          <p:cNvSpPr>
            <a:spLocks/>
          </p:cNvSpPr>
          <p:nvPr/>
        </p:nvSpPr>
        <p:spPr bwMode="auto">
          <a:xfrm>
            <a:off x="6771152"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20" name="Rectangle 51">
            <a:extLst>
              <a:ext uri="{FF2B5EF4-FFF2-40B4-BE49-F238E27FC236}">
                <a16:creationId xmlns:a16="http://schemas.microsoft.com/office/drawing/2014/main" id="{0E5822A7-7E3E-5D3D-7883-65BDCD13351A}"/>
              </a:ext>
            </a:extLst>
          </p:cNvPr>
          <p:cNvSpPr>
            <a:spLocks/>
          </p:cNvSpPr>
          <p:nvPr/>
        </p:nvSpPr>
        <p:spPr bwMode="auto">
          <a:xfrm>
            <a:off x="7365308" y="395737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21" name="Rectangle 52">
            <a:extLst>
              <a:ext uri="{FF2B5EF4-FFF2-40B4-BE49-F238E27FC236}">
                <a16:creationId xmlns:a16="http://schemas.microsoft.com/office/drawing/2014/main" id="{079F82A7-8053-D510-7DA2-5710DE9112F0}"/>
              </a:ext>
            </a:extLst>
          </p:cNvPr>
          <p:cNvSpPr>
            <a:spLocks/>
          </p:cNvSpPr>
          <p:nvPr/>
        </p:nvSpPr>
        <p:spPr bwMode="auto">
          <a:xfrm>
            <a:off x="7986527"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22" name="Rectangle 53">
            <a:extLst>
              <a:ext uri="{FF2B5EF4-FFF2-40B4-BE49-F238E27FC236}">
                <a16:creationId xmlns:a16="http://schemas.microsoft.com/office/drawing/2014/main" id="{34AA7A39-58EF-3E3B-D492-5760D222802A}"/>
              </a:ext>
            </a:extLst>
          </p:cNvPr>
          <p:cNvSpPr>
            <a:spLocks/>
          </p:cNvSpPr>
          <p:nvPr/>
        </p:nvSpPr>
        <p:spPr bwMode="auto">
          <a:xfrm>
            <a:off x="8489788" y="394888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23" name="Rectangle 54">
            <a:extLst>
              <a:ext uri="{FF2B5EF4-FFF2-40B4-BE49-F238E27FC236}">
                <a16:creationId xmlns:a16="http://schemas.microsoft.com/office/drawing/2014/main" id="{4878914A-D93E-7B98-7A32-ADF8FB1FD304}"/>
              </a:ext>
            </a:extLst>
          </p:cNvPr>
          <p:cNvSpPr>
            <a:spLocks/>
          </p:cNvSpPr>
          <p:nvPr/>
        </p:nvSpPr>
        <p:spPr bwMode="auto">
          <a:xfrm>
            <a:off x="9035373" y="392976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24" name="Straight Connector 39">
            <a:extLst>
              <a:ext uri="{FF2B5EF4-FFF2-40B4-BE49-F238E27FC236}">
                <a16:creationId xmlns:a16="http://schemas.microsoft.com/office/drawing/2014/main" id="{93DADF84-6368-958A-95B6-639A82D0FAE9}"/>
              </a:ext>
            </a:extLst>
          </p:cNvPr>
          <p:cNvCxnSpPr/>
          <p:nvPr/>
        </p:nvCxnSpPr>
        <p:spPr>
          <a:xfrm>
            <a:off x="2275325" y="5851233"/>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Rectangle 55">
            <a:extLst>
              <a:ext uri="{FF2B5EF4-FFF2-40B4-BE49-F238E27FC236}">
                <a16:creationId xmlns:a16="http://schemas.microsoft.com/office/drawing/2014/main" id="{0326D18D-B18C-611E-EFCE-490EC5BA07A3}"/>
              </a:ext>
            </a:extLst>
          </p:cNvPr>
          <p:cNvSpPr>
            <a:spLocks/>
          </p:cNvSpPr>
          <p:nvPr/>
        </p:nvSpPr>
        <p:spPr bwMode="auto">
          <a:xfrm flipH="1">
            <a:off x="2269539" y="5848067"/>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6" name="Rectangle 56">
            <a:extLst>
              <a:ext uri="{FF2B5EF4-FFF2-40B4-BE49-F238E27FC236}">
                <a16:creationId xmlns:a16="http://schemas.microsoft.com/office/drawing/2014/main" id="{98B62F65-4494-CD58-F21E-010BD86721BC}"/>
              </a:ext>
            </a:extLst>
          </p:cNvPr>
          <p:cNvSpPr>
            <a:spLocks/>
          </p:cNvSpPr>
          <p:nvPr/>
        </p:nvSpPr>
        <p:spPr bwMode="auto">
          <a:xfrm>
            <a:off x="2696401"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9" name="Rectangle 57">
            <a:extLst>
              <a:ext uri="{FF2B5EF4-FFF2-40B4-BE49-F238E27FC236}">
                <a16:creationId xmlns:a16="http://schemas.microsoft.com/office/drawing/2014/main" id="{471DA53A-4C01-C53C-AB38-5F9E55C62849}"/>
              </a:ext>
            </a:extLst>
          </p:cNvPr>
          <p:cNvSpPr>
            <a:spLocks/>
          </p:cNvSpPr>
          <p:nvPr/>
        </p:nvSpPr>
        <p:spPr bwMode="auto">
          <a:xfrm>
            <a:off x="3262887"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0" name="Rectangle 58">
            <a:extLst>
              <a:ext uri="{FF2B5EF4-FFF2-40B4-BE49-F238E27FC236}">
                <a16:creationId xmlns:a16="http://schemas.microsoft.com/office/drawing/2014/main" id="{01EB4FC8-2E65-CCDF-ABF9-1243FCB92D8F}"/>
              </a:ext>
            </a:extLst>
          </p:cNvPr>
          <p:cNvSpPr>
            <a:spLocks/>
          </p:cNvSpPr>
          <p:nvPr/>
        </p:nvSpPr>
        <p:spPr bwMode="auto">
          <a:xfrm>
            <a:off x="3826744"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1" name="Rectangle 59">
            <a:extLst>
              <a:ext uri="{FF2B5EF4-FFF2-40B4-BE49-F238E27FC236}">
                <a16:creationId xmlns:a16="http://schemas.microsoft.com/office/drawing/2014/main" id="{5FB4D77F-5FF8-433F-757D-6A197DE408EF}"/>
              </a:ext>
            </a:extLst>
          </p:cNvPr>
          <p:cNvSpPr>
            <a:spLocks/>
          </p:cNvSpPr>
          <p:nvPr/>
        </p:nvSpPr>
        <p:spPr bwMode="auto">
          <a:xfrm>
            <a:off x="4433269"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2" name="Rectangle 60">
            <a:extLst>
              <a:ext uri="{FF2B5EF4-FFF2-40B4-BE49-F238E27FC236}">
                <a16:creationId xmlns:a16="http://schemas.microsoft.com/office/drawing/2014/main" id="{BA19B15D-EEB7-4E6B-2049-7BB2B9472048}"/>
              </a:ext>
            </a:extLst>
          </p:cNvPr>
          <p:cNvSpPr>
            <a:spLocks/>
          </p:cNvSpPr>
          <p:nvPr/>
        </p:nvSpPr>
        <p:spPr bwMode="auto">
          <a:xfrm>
            <a:off x="5036377" y="582045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33" name="Rectangle 61">
            <a:extLst>
              <a:ext uri="{FF2B5EF4-FFF2-40B4-BE49-F238E27FC236}">
                <a16:creationId xmlns:a16="http://schemas.microsoft.com/office/drawing/2014/main" id="{1CF1C6D2-467E-D637-6B3F-90BBAAECDA04}"/>
              </a:ext>
            </a:extLst>
          </p:cNvPr>
          <p:cNvSpPr>
            <a:spLocks/>
          </p:cNvSpPr>
          <p:nvPr/>
        </p:nvSpPr>
        <p:spPr bwMode="auto">
          <a:xfrm>
            <a:off x="5555226"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34" name="Rectangle 62">
            <a:extLst>
              <a:ext uri="{FF2B5EF4-FFF2-40B4-BE49-F238E27FC236}">
                <a16:creationId xmlns:a16="http://schemas.microsoft.com/office/drawing/2014/main" id="{117A3905-CEE2-CD71-C45C-468AADD76C30}"/>
              </a:ext>
            </a:extLst>
          </p:cNvPr>
          <p:cNvSpPr>
            <a:spLocks/>
          </p:cNvSpPr>
          <p:nvPr/>
        </p:nvSpPr>
        <p:spPr bwMode="auto">
          <a:xfrm>
            <a:off x="6161749"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35" name="Rectangle 63">
            <a:extLst>
              <a:ext uri="{FF2B5EF4-FFF2-40B4-BE49-F238E27FC236}">
                <a16:creationId xmlns:a16="http://schemas.microsoft.com/office/drawing/2014/main" id="{EEFB7246-C881-9495-8FCC-A1C93274CADB}"/>
              </a:ext>
            </a:extLst>
          </p:cNvPr>
          <p:cNvSpPr>
            <a:spLocks/>
          </p:cNvSpPr>
          <p:nvPr/>
        </p:nvSpPr>
        <p:spPr bwMode="auto">
          <a:xfrm>
            <a:off x="6716422"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6" name="Rectangle 64">
            <a:extLst>
              <a:ext uri="{FF2B5EF4-FFF2-40B4-BE49-F238E27FC236}">
                <a16:creationId xmlns:a16="http://schemas.microsoft.com/office/drawing/2014/main" id="{3F50B3AE-C7B0-4555-56B9-FCA19C26F789}"/>
              </a:ext>
            </a:extLst>
          </p:cNvPr>
          <p:cNvSpPr>
            <a:spLocks/>
          </p:cNvSpPr>
          <p:nvPr/>
        </p:nvSpPr>
        <p:spPr bwMode="auto">
          <a:xfrm>
            <a:off x="7310578" y="584806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7" name="Rectangle 65">
            <a:extLst>
              <a:ext uri="{FF2B5EF4-FFF2-40B4-BE49-F238E27FC236}">
                <a16:creationId xmlns:a16="http://schemas.microsoft.com/office/drawing/2014/main" id="{E5630450-667C-7377-A7DA-04D80DF2AD90}"/>
              </a:ext>
            </a:extLst>
          </p:cNvPr>
          <p:cNvSpPr>
            <a:spLocks/>
          </p:cNvSpPr>
          <p:nvPr/>
        </p:nvSpPr>
        <p:spPr bwMode="auto">
          <a:xfrm>
            <a:off x="7931797"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8" name="Rectangle 66">
            <a:extLst>
              <a:ext uri="{FF2B5EF4-FFF2-40B4-BE49-F238E27FC236}">
                <a16:creationId xmlns:a16="http://schemas.microsoft.com/office/drawing/2014/main" id="{2900688A-9DD8-11DB-821C-928649F92DBF}"/>
              </a:ext>
            </a:extLst>
          </p:cNvPr>
          <p:cNvSpPr>
            <a:spLocks/>
          </p:cNvSpPr>
          <p:nvPr/>
        </p:nvSpPr>
        <p:spPr bwMode="auto">
          <a:xfrm>
            <a:off x="8435058" y="5839579"/>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9" name="Rectangle 67">
            <a:extLst>
              <a:ext uri="{FF2B5EF4-FFF2-40B4-BE49-F238E27FC236}">
                <a16:creationId xmlns:a16="http://schemas.microsoft.com/office/drawing/2014/main" id="{9B5636EA-182E-A627-3CDD-2476C4ED1639}"/>
              </a:ext>
            </a:extLst>
          </p:cNvPr>
          <p:cNvSpPr>
            <a:spLocks/>
          </p:cNvSpPr>
          <p:nvPr/>
        </p:nvSpPr>
        <p:spPr bwMode="auto">
          <a:xfrm>
            <a:off x="8980643" y="5820455"/>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72" name="Straight Arrow Connector 68">
            <a:extLst>
              <a:ext uri="{FF2B5EF4-FFF2-40B4-BE49-F238E27FC236}">
                <a16:creationId xmlns:a16="http://schemas.microsoft.com/office/drawing/2014/main" id="{1A1389E2-5843-4D40-5FB1-50A09F6ECFD2}"/>
              </a:ext>
            </a:extLst>
          </p:cNvPr>
          <p:cNvCxnSpPr/>
          <p:nvPr/>
        </p:nvCxnSpPr>
        <p:spPr>
          <a:xfrm>
            <a:off x="2884627" y="5239165"/>
            <a:ext cx="0" cy="620901"/>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5" name="Straight Arrow Connector 69">
            <a:extLst>
              <a:ext uri="{FF2B5EF4-FFF2-40B4-BE49-F238E27FC236}">
                <a16:creationId xmlns:a16="http://schemas.microsoft.com/office/drawing/2014/main" id="{6AB78D9B-4F89-8D06-8963-177F6F477CAC}"/>
              </a:ext>
            </a:extLst>
          </p:cNvPr>
          <p:cNvCxnSpPr/>
          <p:nvPr/>
        </p:nvCxnSpPr>
        <p:spPr>
          <a:xfrm>
            <a:off x="9165639" y="5250302"/>
            <a:ext cx="0" cy="620901"/>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76" name="Straight Arrow Connector 70">
            <a:extLst>
              <a:ext uri="{FF2B5EF4-FFF2-40B4-BE49-F238E27FC236}">
                <a16:creationId xmlns:a16="http://schemas.microsoft.com/office/drawing/2014/main" id="{4350B8E1-D576-3450-DC6B-A556AC7666C8}"/>
              </a:ext>
            </a:extLst>
          </p:cNvPr>
          <p:cNvCxnSpPr/>
          <p:nvPr/>
        </p:nvCxnSpPr>
        <p:spPr>
          <a:xfrm>
            <a:off x="2864931" y="5239164"/>
            <a:ext cx="6315306" cy="0"/>
          </a:xfrm>
          <a:prstGeom prst="straightConnector1">
            <a:avLst/>
          </a:prstGeom>
          <a:ln>
            <a:solidFill>
              <a:srgbClr val="E2751D"/>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7" name="Rectangle 71">
            <a:extLst>
              <a:ext uri="{FF2B5EF4-FFF2-40B4-BE49-F238E27FC236}">
                <a16:creationId xmlns:a16="http://schemas.microsoft.com/office/drawing/2014/main" id="{2FC1739D-8232-1BA1-EA06-9BAADB1E1BBF}"/>
              </a:ext>
            </a:extLst>
          </p:cNvPr>
          <p:cNvSpPr>
            <a:spLocks/>
          </p:cNvSpPr>
          <p:nvPr/>
        </p:nvSpPr>
        <p:spPr bwMode="auto">
          <a:xfrm>
            <a:off x="4948703" y="5274250"/>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a:t>
            </a:r>
          </a:p>
        </p:txBody>
      </p:sp>
      <p:sp>
        <p:nvSpPr>
          <p:cNvPr id="78" name="CuadroTexto 77">
            <a:extLst>
              <a:ext uri="{FF2B5EF4-FFF2-40B4-BE49-F238E27FC236}">
                <a16:creationId xmlns:a16="http://schemas.microsoft.com/office/drawing/2014/main" id="{80562B6B-0465-2C1B-E23B-872C958BDEA4}"/>
              </a:ext>
            </a:extLst>
          </p:cNvPr>
          <p:cNvSpPr txBox="1"/>
          <p:nvPr/>
        </p:nvSpPr>
        <p:spPr>
          <a:xfrm>
            <a:off x="9412429" y="3775872"/>
            <a:ext cx="830677" cy="400110"/>
          </a:xfrm>
          <a:prstGeom prst="rect">
            <a:avLst/>
          </a:prstGeom>
          <a:noFill/>
        </p:spPr>
        <p:txBody>
          <a:bodyPr wrap="none" rtlCol="0">
            <a:spAutoFit/>
          </a:bodyPr>
          <a:lstStyle/>
          <a:p>
            <a:r>
              <a:rPr lang="es-CO" sz="2000"/>
              <a:t>Meses</a:t>
            </a:r>
          </a:p>
        </p:txBody>
      </p:sp>
      <p:sp>
        <p:nvSpPr>
          <p:cNvPr id="79" name="CuadroTexto 78">
            <a:extLst>
              <a:ext uri="{FF2B5EF4-FFF2-40B4-BE49-F238E27FC236}">
                <a16:creationId xmlns:a16="http://schemas.microsoft.com/office/drawing/2014/main" id="{F280E4A8-F89F-FFFE-C2AF-3A1B27E55505}"/>
              </a:ext>
            </a:extLst>
          </p:cNvPr>
          <p:cNvSpPr txBox="1"/>
          <p:nvPr/>
        </p:nvSpPr>
        <p:spPr>
          <a:xfrm>
            <a:off x="9299991" y="5694178"/>
            <a:ext cx="830677" cy="400110"/>
          </a:xfrm>
          <a:prstGeom prst="rect">
            <a:avLst/>
          </a:prstGeom>
          <a:noFill/>
        </p:spPr>
        <p:txBody>
          <a:bodyPr wrap="none" rtlCol="0">
            <a:spAutoFit/>
          </a:bodyPr>
          <a:lstStyle/>
          <a:p>
            <a:r>
              <a:rPr lang="es-CO" sz="2000"/>
              <a:t>Meses</a:t>
            </a:r>
          </a:p>
        </p:txBody>
      </p:sp>
    </p:spTree>
    <p:extLst>
      <p:ext uri="{BB962C8B-B14F-4D97-AF65-F5344CB8AC3E}">
        <p14:creationId xmlns:p14="http://schemas.microsoft.com/office/powerpoint/2010/main" val="46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p:bldP spid="12" grpId="0"/>
      <p:bldP spid="13" grpId="0"/>
      <p:bldP spid="14" grpId="0"/>
      <p:bldP spid="15" grpId="0"/>
      <p:bldP spid="16" grpId="0"/>
      <p:bldP spid="17" grpId="0"/>
      <p:bldP spid="18" grpId="0"/>
      <p:bldP spid="19" grpId="0"/>
      <p:bldP spid="20" grpId="0"/>
      <p:bldP spid="21" grpId="0"/>
      <p:bldP spid="22" grpId="0"/>
      <p:bldP spid="23" grpId="0"/>
      <p:bldP spid="25" grpId="0"/>
      <p:bldP spid="26" grpId="0"/>
      <p:bldP spid="29" grpId="0"/>
      <p:bldP spid="30" grpId="0"/>
      <p:bldP spid="31" grpId="0"/>
      <p:bldP spid="32" grpId="0"/>
      <p:bldP spid="33" grpId="0"/>
      <p:bldP spid="34" grpId="0"/>
      <p:bldP spid="35" grpId="0"/>
      <p:bldP spid="36" grpId="0"/>
      <p:bldP spid="37" grpId="0"/>
      <p:bldP spid="38" grpId="0"/>
      <p:bldP spid="39" grpId="0"/>
      <p:bldP spid="77" grpId="0"/>
      <p:bldP spid="78" grpId="0"/>
      <p:bldP spid="7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972511"/>
            <a:ext cx="11029615" cy="1366685"/>
          </a:xfrm>
        </p:spPr>
        <p:txBody>
          <a:bodyPr>
            <a:normAutofit/>
          </a:bodyPr>
          <a:lstStyle/>
          <a:p>
            <a:pPr marL="0" indent="0" algn="just">
              <a:buNone/>
            </a:pPr>
            <a:r>
              <a:rPr lang="es-ES_tradnl" sz="2400"/>
              <a:t>Usted sabe que una máquina CLASSIC 350 vale 10’000.000 COP. Como usted no tiene la plata hoy, usted quiere saber cuanto debería pagar mensualmente por 1 año para adquirir la máquina. La tasa de interés es 1,2% MV.</a:t>
            </a:r>
          </a:p>
        </p:txBody>
      </p:sp>
      <p:sp>
        <p:nvSpPr>
          <p:cNvPr id="4" name="Slide Number Placeholder 3"/>
          <p:cNvSpPr>
            <a:spLocks noGrp="1"/>
          </p:cNvSpPr>
          <p:nvPr>
            <p:ph type="sldNum" sz="quarter" idx="12"/>
          </p:nvPr>
        </p:nvSpPr>
        <p:spPr/>
        <p:txBody>
          <a:bodyPr/>
          <a:lstStyle/>
          <a:p>
            <a:fld id="{5E3E23BA-6E79-2442-BA73-D218A5E297C3}" type="slidenum">
              <a:rPr lang="en-US" smtClean="0"/>
              <a:t>36</a:t>
            </a:fld>
            <a:endParaRPr lang="en-US"/>
          </a:p>
        </p:txBody>
      </p:sp>
      <p:pic>
        <p:nvPicPr>
          <p:cNvPr id="5122" name="Picture 2" descr="Image result for classic 3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6109" y="4834248"/>
            <a:ext cx="2419445" cy="186700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85125591-0D9F-9DC0-151A-5E19CC43CF5B}"/>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170DB753-71FD-FFD3-453F-E6B46F1D0B7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BCDF5664-4716-C445-E252-C7F2FB5616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22ADF52-E5DC-740D-59AD-BD1D340EBFB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D9B6FDAD-3C7D-DFA5-C541-D36368AA79B7}"/>
              </a:ext>
            </a:extLst>
          </p:cNvPr>
          <p:cNvCxnSpPr/>
          <p:nvPr/>
        </p:nvCxnSpPr>
        <p:spPr>
          <a:xfrm>
            <a:off x="2838481" y="4477836"/>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Rectangle 23">
            <a:extLst>
              <a:ext uri="{FF2B5EF4-FFF2-40B4-BE49-F238E27FC236}">
                <a16:creationId xmlns:a16="http://schemas.microsoft.com/office/drawing/2014/main" id="{DFCE40EE-0B3D-F901-31FC-C444B5EF994D}"/>
              </a:ext>
            </a:extLst>
          </p:cNvPr>
          <p:cNvSpPr>
            <a:spLocks/>
          </p:cNvSpPr>
          <p:nvPr/>
        </p:nvSpPr>
        <p:spPr bwMode="auto">
          <a:xfrm flipH="1">
            <a:off x="2810313" y="4117428"/>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0" name="Rectangle 11">
            <a:extLst>
              <a:ext uri="{FF2B5EF4-FFF2-40B4-BE49-F238E27FC236}">
                <a16:creationId xmlns:a16="http://schemas.microsoft.com/office/drawing/2014/main" id="{6DE87727-4D6C-0F7F-6BE0-16BD53D3984A}"/>
              </a:ext>
            </a:extLst>
          </p:cNvPr>
          <p:cNvSpPr>
            <a:spLocks/>
          </p:cNvSpPr>
          <p:nvPr/>
        </p:nvSpPr>
        <p:spPr bwMode="auto">
          <a:xfrm>
            <a:off x="3243047"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1" name="Rectangle 14">
            <a:extLst>
              <a:ext uri="{FF2B5EF4-FFF2-40B4-BE49-F238E27FC236}">
                <a16:creationId xmlns:a16="http://schemas.microsoft.com/office/drawing/2014/main" id="{BE06AC00-338F-B18A-9E6F-A95040B005A8}"/>
              </a:ext>
            </a:extLst>
          </p:cNvPr>
          <p:cNvSpPr>
            <a:spLocks/>
          </p:cNvSpPr>
          <p:nvPr/>
        </p:nvSpPr>
        <p:spPr bwMode="auto">
          <a:xfrm>
            <a:off x="3803661"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4" name="Rectangle 15">
            <a:extLst>
              <a:ext uri="{FF2B5EF4-FFF2-40B4-BE49-F238E27FC236}">
                <a16:creationId xmlns:a16="http://schemas.microsoft.com/office/drawing/2014/main" id="{E711104A-4189-BBDE-C7B9-AE77EDE23FB1}"/>
              </a:ext>
            </a:extLst>
          </p:cNvPr>
          <p:cNvSpPr>
            <a:spLocks/>
          </p:cNvSpPr>
          <p:nvPr/>
        </p:nvSpPr>
        <p:spPr bwMode="auto">
          <a:xfrm>
            <a:off x="4367518"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16">
            <a:extLst>
              <a:ext uri="{FF2B5EF4-FFF2-40B4-BE49-F238E27FC236}">
                <a16:creationId xmlns:a16="http://schemas.microsoft.com/office/drawing/2014/main" id="{9A011330-1A63-2027-071C-0DBFE2C67C21}"/>
              </a:ext>
            </a:extLst>
          </p:cNvPr>
          <p:cNvSpPr>
            <a:spLocks/>
          </p:cNvSpPr>
          <p:nvPr/>
        </p:nvSpPr>
        <p:spPr bwMode="auto">
          <a:xfrm>
            <a:off x="4974043"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2" name="Rectangle 17">
            <a:extLst>
              <a:ext uri="{FF2B5EF4-FFF2-40B4-BE49-F238E27FC236}">
                <a16:creationId xmlns:a16="http://schemas.microsoft.com/office/drawing/2014/main" id="{A8C680C8-8AF1-4D96-485A-10BAB318B7D9}"/>
              </a:ext>
            </a:extLst>
          </p:cNvPr>
          <p:cNvSpPr>
            <a:spLocks/>
          </p:cNvSpPr>
          <p:nvPr/>
        </p:nvSpPr>
        <p:spPr bwMode="auto">
          <a:xfrm>
            <a:off x="5577151" y="4089816"/>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3" name="Rectangle 18">
            <a:extLst>
              <a:ext uri="{FF2B5EF4-FFF2-40B4-BE49-F238E27FC236}">
                <a16:creationId xmlns:a16="http://schemas.microsoft.com/office/drawing/2014/main" id="{C9DE8EE0-26BB-5179-D44F-DDE88E92245C}"/>
              </a:ext>
            </a:extLst>
          </p:cNvPr>
          <p:cNvSpPr>
            <a:spLocks/>
          </p:cNvSpPr>
          <p:nvPr/>
        </p:nvSpPr>
        <p:spPr bwMode="auto">
          <a:xfrm>
            <a:off x="6096000"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5" name="Rectangle 19">
            <a:extLst>
              <a:ext uri="{FF2B5EF4-FFF2-40B4-BE49-F238E27FC236}">
                <a16:creationId xmlns:a16="http://schemas.microsoft.com/office/drawing/2014/main" id="{0E61E6D7-8533-7F87-F191-FE0FD1979D68}"/>
              </a:ext>
            </a:extLst>
          </p:cNvPr>
          <p:cNvSpPr>
            <a:spLocks/>
          </p:cNvSpPr>
          <p:nvPr/>
        </p:nvSpPr>
        <p:spPr bwMode="auto">
          <a:xfrm>
            <a:off x="6702523"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6" name="Straight Arrow Connector 26">
            <a:extLst>
              <a:ext uri="{FF2B5EF4-FFF2-40B4-BE49-F238E27FC236}">
                <a16:creationId xmlns:a16="http://schemas.microsoft.com/office/drawing/2014/main" id="{F0382D5E-C944-4A37-8FFE-A3FA4E24CC8D}"/>
              </a:ext>
            </a:extLst>
          </p:cNvPr>
          <p:cNvCxnSpPr/>
          <p:nvPr/>
        </p:nvCxnSpPr>
        <p:spPr>
          <a:xfrm>
            <a:off x="2855476" y="4477836"/>
            <a:ext cx="0" cy="128991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27">
            <a:extLst>
              <a:ext uri="{FF2B5EF4-FFF2-40B4-BE49-F238E27FC236}">
                <a16:creationId xmlns:a16="http://schemas.microsoft.com/office/drawing/2014/main" id="{F6A8933E-D4E0-F978-7575-F291DDE792D2}"/>
              </a:ext>
            </a:extLst>
          </p:cNvPr>
          <p:cNvSpPr>
            <a:spLocks/>
          </p:cNvSpPr>
          <p:nvPr/>
        </p:nvSpPr>
        <p:spPr bwMode="auto">
          <a:xfrm>
            <a:off x="2137375" y="584806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10’000.000</a:t>
            </a:r>
          </a:p>
        </p:txBody>
      </p:sp>
      <p:sp>
        <p:nvSpPr>
          <p:cNvPr id="39" name="Rectangle 28">
            <a:extLst>
              <a:ext uri="{FF2B5EF4-FFF2-40B4-BE49-F238E27FC236}">
                <a16:creationId xmlns:a16="http://schemas.microsoft.com/office/drawing/2014/main" id="{40AA73CD-56DF-07F2-F828-48BA6C79A63E}"/>
              </a:ext>
            </a:extLst>
          </p:cNvPr>
          <p:cNvSpPr>
            <a:spLocks/>
          </p:cNvSpPr>
          <p:nvPr/>
        </p:nvSpPr>
        <p:spPr bwMode="auto">
          <a:xfrm>
            <a:off x="7257196"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40" name="Rectangle 29">
            <a:extLst>
              <a:ext uri="{FF2B5EF4-FFF2-40B4-BE49-F238E27FC236}">
                <a16:creationId xmlns:a16="http://schemas.microsoft.com/office/drawing/2014/main" id="{5B2B41BF-96FD-9A2B-84D6-1B0AC014F4FF}"/>
              </a:ext>
            </a:extLst>
          </p:cNvPr>
          <p:cNvSpPr>
            <a:spLocks/>
          </p:cNvSpPr>
          <p:nvPr/>
        </p:nvSpPr>
        <p:spPr bwMode="auto">
          <a:xfrm>
            <a:off x="7851352" y="4117428"/>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41" name="Rectangle 30">
            <a:extLst>
              <a:ext uri="{FF2B5EF4-FFF2-40B4-BE49-F238E27FC236}">
                <a16:creationId xmlns:a16="http://schemas.microsoft.com/office/drawing/2014/main" id="{DB71A4B4-EED8-ED5A-B416-6CD6E9B4AE86}"/>
              </a:ext>
            </a:extLst>
          </p:cNvPr>
          <p:cNvSpPr>
            <a:spLocks/>
          </p:cNvSpPr>
          <p:nvPr/>
        </p:nvSpPr>
        <p:spPr bwMode="auto">
          <a:xfrm>
            <a:off x="8472571"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42" name="Rectangle 31">
            <a:extLst>
              <a:ext uri="{FF2B5EF4-FFF2-40B4-BE49-F238E27FC236}">
                <a16:creationId xmlns:a16="http://schemas.microsoft.com/office/drawing/2014/main" id="{5D5C5211-C5CD-1FC3-8A8E-9CD550CA6444}"/>
              </a:ext>
            </a:extLst>
          </p:cNvPr>
          <p:cNvSpPr>
            <a:spLocks/>
          </p:cNvSpPr>
          <p:nvPr/>
        </p:nvSpPr>
        <p:spPr bwMode="auto">
          <a:xfrm>
            <a:off x="8975832"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43" name="Rectangle 33">
            <a:extLst>
              <a:ext uri="{FF2B5EF4-FFF2-40B4-BE49-F238E27FC236}">
                <a16:creationId xmlns:a16="http://schemas.microsoft.com/office/drawing/2014/main" id="{90354439-F085-1CC8-1F44-0050CD8ED658}"/>
              </a:ext>
            </a:extLst>
          </p:cNvPr>
          <p:cNvSpPr>
            <a:spLocks/>
          </p:cNvSpPr>
          <p:nvPr/>
        </p:nvSpPr>
        <p:spPr bwMode="auto">
          <a:xfrm>
            <a:off x="9521417" y="4089816"/>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44" name="Straight Arrow Connector 34">
            <a:extLst>
              <a:ext uri="{FF2B5EF4-FFF2-40B4-BE49-F238E27FC236}">
                <a16:creationId xmlns:a16="http://schemas.microsoft.com/office/drawing/2014/main" id="{1877C2FB-7752-9242-9C77-A4489E9EE182}"/>
              </a:ext>
            </a:extLst>
          </p:cNvPr>
          <p:cNvCxnSpPr/>
          <p:nvPr/>
        </p:nvCxnSpPr>
        <p:spPr>
          <a:xfrm>
            <a:off x="3397023"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35">
            <a:extLst>
              <a:ext uri="{FF2B5EF4-FFF2-40B4-BE49-F238E27FC236}">
                <a16:creationId xmlns:a16="http://schemas.microsoft.com/office/drawing/2014/main" id="{1CC5C268-AB28-38CF-A878-3BA71B88CDFF}"/>
              </a:ext>
            </a:extLst>
          </p:cNvPr>
          <p:cNvCxnSpPr/>
          <p:nvPr/>
        </p:nvCxnSpPr>
        <p:spPr>
          <a:xfrm>
            <a:off x="9712329"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36">
            <a:extLst>
              <a:ext uri="{FF2B5EF4-FFF2-40B4-BE49-F238E27FC236}">
                <a16:creationId xmlns:a16="http://schemas.microsoft.com/office/drawing/2014/main" id="{1767EEF0-4D1E-8924-327D-1DCC956DCBBD}"/>
              </a:ext>
            </a:extLst>
          </p:cNvPr>
          <p:cNvCxnSpPr/>
          <p:nvPr/>
        </p:nvCxnSpPr>
        <p:spPr>
          <a:xfrm>
            <a:off x="3397023" y="5110977"/>
            <a:ext cx="6315306" cy="0"/>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47" name="Rectangle 37">
            <a:extLst>
              <a:ext uri="{FF2B5EF4-FFF2-40B4-BE49-F238E27FC236}">
                <a16:creationId xmlns:a16="http://schemas.microsoft.com/office/drawing/2014/main" id="{A9C3D605-6E2E-06E4-7AFB-97329C91DC9F}"/>
              </a:ext>
            </a:extLst>
          </p:cNvPr>
          <p:cNvSpPr>
            <a:spLocks/>
          </p:cNvSpPr>
          <p:nvPr/>
        </p:nvSpPr>
        <p:spPr bwMode="auto">
          <a:xfrm>
            <a:off x="5489477" y="4716533"/>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a:t>
            </a:r>
          </a:p>
        </p:txBody>
      </p:sp>
    </p:spTree>
    <p:extLst>
      <p:ext uri="{BB962C8B-B14F-4D97-AF65-F5344CB8AC3E}">
        <p14:creationId xmlns:p14="http://schemas.microsoft.com/office/powerpoint/2010/main" val="161190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37</a:t>
            </a:fld>
            <a:endParaRPr lang="en-US"/>
          </a:p>
        </p:txBody>
      </p:sp>
      <p:cxnSp>
        <p:nvCxnSpPr>
          <p:cNvPr id="13" name="Straight Connector 12"/>
          <p:cNvCxnSpPr/>
          <p:nvPr/>
        </p:nvCxnSpPr>
        <p:spPr>
          <a:xfrm>
            <a:off x="2838481" y="4477836"/>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810313" y="4117428"/>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3243047"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3803661"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4367518"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974043"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5577151" y="4089816"/>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6096000"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6702523"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7" name="Straight Arrow Connector 26"/>
          <p:cNvCxnSpPr/>
          <p:nvPr/>
        </p:nvCxnSpPr>
        <p:spPr>
          <a:xfrm>
            <a:off x="2855476" y="4477836"/>
            <a:ext cx="0" cy="128991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2137375" y="584806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10’000.000</a:t>
            </a:r>
          </a:p>
        </p:txBody>
      </p:sp>
      <p:sp>
        <p:nvSpPr>
          <p:cNvPr id="29" name="Rectangle 28"/>
          <p:cNvSpPr>
            <a:spLocks/>
          </p:cNvSpPr>
          <p:nvPr/>
        </p:nvSpPr>
        <p:spPr bwMode="auto">
          <a:xfrm>
            <a:off x="7257196"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0" name="Rectangle 29"/>
          <p:cNvSpPr>
            <a:spLocks/>
          </p:cNvSpPr>
          <p:nvPr/>
        </p:nvSpPr>
        <p:spPr bwMode="auto">
          <a:xfrm>
            <a:off x="7851352" y="4117428"/>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1" name="Rectangle 30"/>
          <p:cNvSpPr>
            <a:spLocks/>
          </p:cNvSpPr>
          <p:nvPr/>
        </p:nvSpPr>
        <p:spPr bwMode="auto">
          <a:xfrm>
            <a:off x="8472571"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2" name="Rectangle 31"/>
          <p:cNvSpPr>
            <a:spLocks/>
          </p:cNvSpPr>
          <p:nvPr/>
        </p:nvSpPr>
        <p:spPr bwMode="auto">
          <a:xfrm>
            <a:off x="8975832" y="4108940"/>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34" name="Rectangle 33"/>
          <p:cNvSpPr>
            <a:spLocks/>
          </p:cNvSpPr>
          <p:nvPr/>
        </p:nvSpPr>
        <p:spPr bwMode="auto">
          <a:xfrm>
            <a:off x="9521417" y="4089816"/>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35" name="Straight Arrow Connector 34"/>
          <p:cNvCxnSpPr/>
          <p:nvPr/>
        </p:nvCxnSpPr>
        <p:spPr>
          <a:xfrm>
            <a:off x="3397023"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9712329" y="4490077"/>
            <a:ext cx="0" cy="62090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397023" y="5110977"/>
            <a:ext cx="6315306" cy="0"/>
          </a:xfrm>
          <a:prstGeom prst="straightConnector1">
            <a:avLst/>
          </a:prstGeom>
          <a:ln>
            <a:solidFill>
              <a:schemeClr val="accent3"/>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5489477" y="4716533"/>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A = ?</a:t>
            </a:r>
          </a:p>
        </p:txBody>
      </p:sp>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4422" y="3223556"/>
            <a:ext cx="2283153" cy="319454"/>
          </a:xfrm>
          <a:prstGeom prst="rect">
            <a:avLst/>
          </a:prstGeom>
        </p:spPr>
      </p:pic>
      <p:sp>
        <p:nvSpPr>
          <p:cNvPr id="5" name="Title 1">
            <a:extLst>
              <a:ext uri="{FF2B5EF4-FFF2-40B4-BE49-F238E27FC236}">
                <a16:creationId xmlns:a16="http://schemas.microsoft.com/office/drawing/2014/main" id="{2510691C-64FB-F9C4-79B4-DAFCF7B7B0FE}"/>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6" name="Rectángulo 5">
            <a:extLst>
              <a:ext uri="{FF2B5EF4-FFF2-40B4-BE49-F238E27FC236}">
                <a16:creationId xmlns:a16="http://schemas.microsoft.com/office/drawing/2014/main" id="{6BEDDCA6-331D-34DA-CBE7-5741B89318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D78E36F7-4A9C-ADFC-E33D-65971122D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A1091D61-CD44-D84C-2B84-007D8104F3A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A09EF33-D220-F37B-61DC-DED2D394F2EF}"/>
                  </a:ext>
                </a:extLst>
              </p:cNvPr>
              <p:cNvSpPr txBox="1"/>
              <p:nvPr/>
            </p:nvSpPr>
            <p:spPr>
              <a:xfrm>
                <a:off x="4059352" y="2202441"/>
                <a:ext cx="4073295" cy="6943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𝐴</m:t>
                      </m:r>
                      <m:r>
                        <a:rPr lang="es-ES" sz="2000" b="0" i="1" smtClean="0">
                          <a:latin typeface="Cambria Math" panose="02040503050406030204" pitchFamily="18" charset="0"/>
                        </a:rPr>
                        <m:t>=10.000.000</m:t>
                      </m:r>
                      <m:d>
                        <m:dPr>
                          <m:begChr m:val="["/>
                          <m:endChr m:val="]"/>
                          <m:ctrlPr>
                            <a:rPr lang="es-ES" sz="2000" b="0" i="1" smtClean="0">
                              <a:latin typeface="Cambria Math" panose="02040503050406030204" pitchFamily="18" charset="0"/>
                            </a:rPr>
                          </m:ctrlPr>
                        </m:dPr>
                        <m:e>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1,2%</m:t>
                              </m:r>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1+1,2%</m:t>
                                      </m:r>
                                    </m:e>
                                  </m:d>
                                </m:e>
                                <m:sup>
                                  <m:r>
                                    <a:rPr lang="es-ES" sz="2000" b="0" i="1" smtClean="0">
                                      <a:latin typeface="Cambria Math" panose="02040503050406030204" pitchFamily="18" charset="0"/>
                                    </a:rPr>
                                    <m:t>12</m:t>
                                  </m:r>
                                </m:sup>
                              </m:sSup>
                            </m:num>
                            <m:den>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1+1,2%</m:t>
                                      </m:r>
                                    </m:e>
                                  </m:d>
                                </m:e>
                                <m:sup>
                                  <m:r>
                                    <a:rPr lang="es-ES" sz="2000" b="0" i="1" smtClean="0">
                                      <a:latin typeface="Cambria Math" panose="02040503050406030204" pitchFamily="18" charset="0"/>
                                    </a:rPr>
                                    <m:t>12</m:t>
                                  </m:r>
                                </m:sup>
                              </m:sSup>
                              <m:r>
                                <a:rPr lang="es-ES" sz="2000" b="0" i="1" smtClean="0">
                                  <a:latin typeface="Cambria Math" panose="02040503050406030204" pitchFamily="18" charset="0"/>
                                </a:rPr>
                                <m:t>−1</m:t>
                              </m:r>
                            </m:den>
                          </m:f>
                        </m:e>
                      </m:d>
                    </m:oMath>
                  </m:oMathPara>
                </a14:m>
                <a:endParaRPr lang="es-CO" sz="2000"/>
              </a:p>
            </p:txBody>
          </p:sp>
        </mc:Choice>
        <mc:Fallback xmlns="">
          <p:sp>
            <p:nvSpPr>
              <p:cNvPr id="2" name="CuadroTexto 1">
                <a:extLst>
                  <a:ext uri="{FF2B5EF4-FFF2-40B4-BE49-F238E27FC236}">
                    <a16:creationId xmlns:a16="http://schemas.microsoft.com/office/drawing/2014/main" id="{4A09EF33-D220-F37B-61DC-DED2D394F2EF}"/>
                  </a:ext>
                </a:extLst>
              </p:cNvPr>
              <p:cNvSpPr txBox="1">
                <a:spLocks noRot="1" noChangeAspect="1" noMove="1" noResize="1" noEditPoints="1" noAdjustHandles="1" noChangeArrowheads="1" noChangeShapeType="1" noTextEdit="1"/>
              </p:cNvSpPr>
              <p:nvPr/>
            </p:nvSpPr>
            <p:spPr>
              <a:xfrm>
                <a:off x="4059352" y="2202441"/>
                <a:ext cx="4073295" cy="694357"/>
              </a:xfrm>
              <a:prstGeom prst="rect">
                <a:avLst/>
              </a:prstGeom>
              <a:blipFill>
                <a:blip r:embed="rId5"/>
                <a:stretch>
                  <a:fillRect l="-621" b="-3571"/>
                </a:stretch>
              </a:blipFill>
            </p:spPr>
            <p:txBody>
              <a:bodyPr/>
              <a:lstStyle/>
              <a:p>
                <a:r>
                  <a:rPr lang="es-CO">
                    <a:noFill/>
                  </a:rPr>
                  <a:t> </a:t>
                </a:r>
              </a:p>
            </p:txBody>
          </p:sp>
        </mc:Fallback>
      </mc:AlternateContent>
    </p:spTree>
    <p:extLst>
      <p:ext uri="{BB962C8B-B14F-4D97-AF65-F5344CB8AC3E}">
        <p14:creationId xmlns:p14="http://schemas.microsoft.com/office/powerpoint/2010/main" val="371116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38</a:t>
            </a:fld>
            <a:endParaRPr lang="en-US"/>
          </a:p>
        </p:txBody>
      </p:sp>
      <p:pic>
        <p:nvPicPr>
          <p:cNvPr id="5122" name="Picture 2" descr="Resultado de imagen para av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8748" y="4652485"/>
            <a:ext cx="3333747" cy="1333499"/>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583598" y="2143275"/>
            <a:ext cx="11029615" cy="3631763"/>
          </a:xfrm>
          <a:prstGeom prst="rect">
            <a:avLst/>
          </a:prstGeom>
        </p:spPr>
        <p:txBody>
          <a:bodyPr wrap="square">
            <a:spAutoFit/>
          </a:bodyPr>
          <a:lstStyle/>
          <a:p>
            <a:pPr algn="just"/>
            <a:r>
              <a:rPr lang="es-ES_tradnl" sz="2300">
                <a:solidFill>
                  <a:srgbClr val="FF0000"/>
                </a:solidFill>
                <a:latin typeface="+mj-lt"/>
                <a:ea typeface="MS Mincho" panose="02020609040205080304" pitchFamily="49" charset="-128"/>
                <a:cs typeface="Times New Roman" panose="02020603050405020304" pitchFamily="18" charset="0"/>
              </a:rPr>
              <a:t>Ejercicio: </a:t>
            </a:r>
            <a:r>
              <a:rPr lang="es-ES_tradnl" sz="2300">
                <a:latin typeface="+mj-lt"/>
                <a:ea typeface="MS Mincho" panose="02020609040205080304" pitchFamily="49" charset="-128"/>
                <a:cs typeface="Times New Roman" panose="02020603050405020304" pitchFamily="18" charset="0"/>
              </a:rPr>
              <a:t>Estamos en enero y este fin de año su familia irá de paseo a Argentina. Para esto se propuso ahorrar de la siguiente forma en una cuenta que rinde el 1,05% efectivo mensual: </a:t>
            </a:r>
            <a:endParaRPr lang="es-CO" sz="2300">
              <a:latin typeface="+mj-lt"/>
              <a:ea typeface="MS Mincho" panose="02020609040205080304" pitchFamily="49" charset="-128"/>
              <a:cs typeface="Times New Roman" panose="02020603050405020304" pitchFamily="18" charset="0"/>
            </a:endParaRPr>
          </a:p>
          <a:p>
            <a:pPr marL="457200"/>
            <a:r>
              <a:rPr lang="es-ES_tradnl" sz="2300">
                <a:latin typeface="+mj-lt"/>
                <a:ea typeface="MS Mincho" panose="02020609040205080304" pitchFamily="49" charset="-128"/>
                <a:cs typeface="Times New Roman" panose="02020603050405020304" pitchFamily="18" charset="0"/>
              </a:rPr>
              <a:t> </a:t>
            </a:r>
            <a:endParaRPr lang="es-CO" sz="2300">
              <a:latin typeface="+mj-lt"/>
              <a:ea typeface="MS Mincho" panose="02020609040205080304" pitchFamily="49" charset="-128"/>
              <a:cs typeface="Times New Roman" panose="02020603050405020304" pitchFamily="18" charset="0"/>
            </a:endParaRPr>
          </a:p>
          <a:p>
            <a:pPr marL="457200"/>
            <a:r>
              <a:rPr lang="es-ES_tradnl" sz="2300">
                <a:latin typeface="+mj-lt"/>
                <a:ea typeface="MS Mincho" panose="02020609040205080304" pitchFamily="49" charset="-128"/>
                <a:cs typeface="Times New Roman" panose="02020603050405020304" pitchFamily="18" charset="0"/>
              </a:rPr>
              <a:t>En el presente (Enero) hacer un depósito de $1.000.000</a:t>
            </a:r>
            <a:endParaRPr lang="es-CO" sz="2300">
              <a:latin typeface="+mj-lt"/>
              <a:ea typeface="MS Mincho" panose="02020609040205080304" pitchFamily="49" charset="-128"/>
              <a:cs typeface="Times New Roman" panose="02020603050405020304" pitchFamily="18" charset="0"/>
            </a:endParaRPr>
          </a:p>
          <a:p>
            <a:pPr marL="457200" algn="just"/>
            <a:r>
              <a:rPr lang="es-ES_tradnl" sz="2300">
                <a:latin typeface="+mj-lt"/>
                <a:ea typeface="MS Mincho" panose="02020609040205080304" pitchFamily="49" charset="-128"/>
                <a:cs typeface="Times New Roman" panose="02020603050405020304" pitchFamily="18" charset="0"/>
              </a:rPr>
              <a:t>Durante febrero a noviembre ahorrar mensualmente $300.000 </a:t>
            </a:r>
            <a:endParaRPr lang="es-CO" sz="2300">
              <a:latin typeface="+mj-lt"/>
              <a:ea typeface="MS Mincho" panose="02020609040205080304" pitchFamily="49" charset="-128"/>
              <a:cs typeface="Times New Roman" panose="02020603050405020304" pitchFamily="18" charset="0"/>
            </a:endParaRPr>
          </a:p>
          <a:p>
            <a:pPr marL="457200" algn="just"/>
            <a:r>
              <a:rPr lang="es-ES_tradnl" sz="2300">
                <a:latin typeface="+mj-lt"/>
                <a:ea typeface="MS Mincho" panose="02020609040205080304" pitchFamily="49" charset="-128"/>
                <a:cs typeface="Times New Roman" panose="02020603050405020304" pitchFamily="18" charset="0"/>
              </a:rPr>
              <a:t>En agosto hacer un abono adicional a los 300 mil COP de $900.000</a:t>
            </a:r>
            <a:endParaRPr lang="es-CO" sz="2300">
              <a:latin typeface="+mj-lt"/>
              <a:ea typeface="MS Mincho" panose="02020609040205080304" pitchFamily="49" charset="-128"/>
              <a:cs typeface="Times New Roman" panose="02020603050405020304" pitchFamily="18" charset="0"/>
            </a:endParaRPr>
          </a:p>
          <a:p>
            <a:pPr marL="457200" algn="just"/>
            <a:r>
              <a:rPr lang="es-ES_tradnl" sz="2300">
                <a:latin typeface="+mj-lt"/>
                <a:ea typeface="MS Mincho" panose="02020609040205080304" pitchFamily="49" charset="-128"/>
                <a:cs typeface="Times New Roman" panose="02020603050405020304" pitchFamily="18" charset="0"/>
              </a:rPr>
              <a:t>Recoger el dinero en diciembre para ir al paseo</a:t>
            </a:r>
          </a:p>
          <a:p>
            <a:pPr marL="457200" algn="just"/>
            <a:endParaRPr lang="es-ES_tradnl" sz="2300">
              <a:latin typeface="+mj-lt"/>
              <a:ea typeface="MS Mincho" panose="02020609040205080304" pitchFamily="49" charset="-128"/>
              <a:cs typeface="Times New Roman" panose="02020603050405020304" pitchFamily="18" charset="0"/>
            </a:endParaRPr>
          </a:p>
          <a:p>
            <a:pPr marL="457200" algn="just"/>
            <a:r>
              <a:rPr lang="es-ES_tradnl" sz="2300">
                <a:latin typeface="+mj-lt"/>
                <a:ea typeface="MS Mincho" panose="02020609040205080304" pitchFamily="49" charset="-128"/>
                <a:cs typeface="Times New Roman" panose="02020603050405020304" pitchFamily="18" charset="0"/>
              </a:rPr>
              <a:t>Si el paseo vale $5.200.000 en diciembre, </a:t>
            </a:r>
            <a:endParaRPr lang="es-CO" sz="2300">
              <a:latin typeface="+mj-lt"/>
              <a:ea typeface="MS Mincho" panose="02020609040205080304" pitchFamily="49" charset="-128"/>
              <a:cs typeface="Times New Roman" panose="02020603050405020304" pitchFamily="18" charset="0"/>
            </a:endParaRPr>
          </a:p>
        </p:txBody>
      </p:sp>
      <p:sp>
        <p:nvSpPr>
          <p:cNvPr id="6" name="Rectángulo 5"/>
          <p:cNvSpPr/>
          <p:nvPr/>
        </p:nvSpPr>
        <p:spPr>
          <a:xfrm>
            <a:off x="3550441" y="6106041"/>
            <a:ext cx="4223336" cy="523220"/>
          </a:xfrm>
          <a:prstGeom prst="rect">
            <a:avLst/>
          </a:prstGeom>
        </p:spPr>
        <p:txBody>
          <a:bodyPr wrap="none">
            <a:spAutoFit/>
          </a:bodyPr>
          <a:lstStyle/>
          <a:p>
            <a:pPr marL="457200" algn="just"/>
            <a:r>
              <a:rPr lang="es-ES_tradnl" sz="2800">
                <a:ea typeface="MS Mincho" panose="02020609040205080304" pitchFamily="49" charset="-128"/>
                <a:cs typeface="Times New Roman" panose="02020603050405020304" pitchFamily="18" charset="0"/>
              </a:rPr>
              <a:t>¿Podrá ir usted al paseo?</a:t>
            </a:r>
            <a:endParaRPr lang="es-CO" sz="3200">
              <a:ea typeface="MS Mincho" panose="02020609040205080304" pitchFamily="49" charset="-128"/>
              <a:cs typeface="Times New Roman" panose="02020603050405020304" pitchFamily="18" charset="0"/>
            </a:endParaRPr>
          </a:p>
        </p:txBody>
      </p:sp>
      <p:sp>
        <p:nvSpPr>
          <p:cNvPr id="3" name="Title 1">
            <a:extLst>
              <a:ext uri="{FF2B5EF4-FFF2-40B4-BE49-F238E27FC236}">
                <a16:creationId xmlns:a16="http://schemas.microsoft.com/office/drawing/2014/main" id="{BEB59DD0-88B3-B0FC-E75F-65A5907B9D9C}"/>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Series uniformes / anualidades</a:t>
            </a:r>
          </a:p>
        </p:txBody>
      </p:sp>
      <p:sp>
        <p:nvSpPr>
          <p:cNvPr id="8" name="Rectángulo 7">
            <a:extLst>
              <a:ext uri="{FF2B5EF4-FFF2-40B4-BE49-F238E27FC236}">
                <a16:creationId xmlns:a16="http://schemas.microsoft.com/office/drawing/2014/main" id="{82C823A8-A87D-4FD0-C5D9-475B68FF349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86F2D163-778D-4D6E-2E63-6DA85C7C5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1A66573-C16D-5F2C-E24E-45853500B0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2370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9983-80BD-4B68-9635-1A220E2E03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1B88D6-ACD4-EAA1-99BE-1D1349394E76}"/>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0B78DF92-92AA-2220-73EF-0123350AD0D7}"/>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1FA5E1E6-0B36-C124-3B94-28102095035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9047570A-7931-9931-6AD2-EB1C159ED948}"/>
              </a:ext>
            </a:extLst>
          </p:cNvPr>
          <p:cNvSpPr/>
          <p:nvPr/>
        </p:nvSpPr>
        <p:spPr>
          <a:xfrm>
            <a:off x="3173020" y="2503099"/>
            <a:ext cx="8540907" cy="1938992"/>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Series Uniformes o Anualidades.</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Gradiente Aritmético.</a:t>
            </a:r>
          </a:p>
          <a:p>
            <a:pPr>
              <a:buClr>
                <a:srgbClr val="48BE7A"/>
              </a:buClr>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C0C4D0CA-3DA4-ADDA-D52E-0727D87EE1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95A25A9-680A-CAFD-720D-5850A4C31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BDDF68D-34C1-2C68-8153-855B7582DF1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455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1992101"/>
            <a:ext cx="11029615" cy="4329161"/>
          </a:xfrm>
        </p:spPr>
        <p:txBody>
          <a:bodyPr>
            <a:normAutofit/>
          </a:bodyPr>
          <a:lstStyle/>
          <a:p>
            <a:pPr marL="0" indent="0" algn="just">
              <a:buNone/>
            </a:pPr>
            <a:r>
              <a:rPr lang="es-ES" sz="2400" dirty="0">
                <a:solidFill>
                  <a:srgbClr val="800000"/>
                </a:solidFill>
              </a:rPr>
              <a:t>¿Qué sucede ahora, si tenemos unos flujos anuales que no son constantes y que crecen en un monto determinado?</a:t>
            </a:r>
          </a:p>
          <a:p>
            <a:pPr marL="0" indent="0" algn="just">
              <a:buNone/>
            </a:pPr>
            <a:endParaRPr lang="es-ES" sz="2400" dirty="0">
              <a:solidFill>
                <a:srgbClr val="800000"/>
              </a:solidFill>
            </a:endParaRPr>
          </a:p>
          <a:p>
            <a:pPr marL="0" indent="0" algn="just">
              <a:buNone/>
            </a:pPr>
            <a:r>
              <a:rPr lang="es-ES" sz="2400" dirty="0"/>
              <a:t>Existen otro tipo de relaciones de equivalencia con particular interés en las matemáticas financieras. Se trata de las relaciones de equivalencia cuando los pagos vencidos periódicos no se comportan de manera constante, sino que por el contrario </a:t>
            </a:r>
            <a:r>
              <a:rPr lang="es-ES" sz="2400" b="1" dirty="0"/>
              <a:t>crecen en el tiempo en valor constante conocido (“G”)</a:t>
            </a:r>
            <a:r>
              <a:rPr lang="es-ES" sz="2400" dirty="0"/>
              <a:t>. </a:t>
            </a:r>
          </a:p>
        </p:txBody>
      </p:sp>
      <p:sp>
        <p:nvSpPr>
          <p:cNvPr id="4" name="Slide Number Placeholder 3"/>
          <p:cNvSpPr>
            <a:spLocks noGrp="1"/>
          </p:cNvSpPr>
          <p:nvPr>
            <p:ph type="sldNum" sz="quarter" idx="12"/>
          </p:nvPr>
        </p:nvSpPr>
        <p:spPr/>
        <p:txBody>
          <a:bodyPr/>
          <a:lstStyle/>
          <a:p>
            <a:fld id="{5E3E23BA-6E79-2442-BA73-D218A5E297C3}" type="slidenum">
              <a:rPr lang="en-US" smtClean="0"/>
              <a:t>40</a:t>
            </a:fld>
            <a:endParaRPr lang="en-US"/>
          </a:p>
        </p:txBody>
      </p:sp>
      <p:sp>
        <p:nvSpPr>
          <p:cNvPr id="8" name="Title 1">
            <a:extLst>
              <a:ext uri="{FF2B5EF4-FFF2-40B4-BE49-F238E27FC236}">
                <a16:creationId xmlns:a16="http://schemas.microsoft.com/office/drawing/2014/main" id="{88FC7E52-1484-A7CD-8880-2DCF371A5289}"/>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CD4D712C-053F-028B-C5BD-53677AD70D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0C729116-AE34-A25E-7CB0-4C9344F3A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AB05587D-F860-B686-917B-EA82F902575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326417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p:cNvSpPr>
            <a:spLocks noGrp="1"/>
          </p:cNvSpPr>
          <p:nvPr>
            <p:ph idx="1"/>
          </p:nvPr>
        </p:nvSpPr>
        <p:spPr>
          <a:xfrm>
            <a:off x="581191" y="1933785"/>
            <a:ext cx="11029615" cy="922553"/>
          </a:xfrm>
        </p:spPr>
        <p:txBody>
          <a:bodyPr>
            <a:normAutofit/>
          </a:bodyPr>
          <a:lstStyle/>
          <a:p>
            <a:pPr marL="0" indent="0" algn="just">
              <a:buNone/>
            </a:pPr>
            <a:r>
              <a:rPr lang="es-ES" sz="2400"/>
              <a:t>Imagínese unos flujos como los qué se muestran a continuación. ¿Cómo crecen dichos flujos?</a:t>
            </a:r>
          </a:p>
        </p:txBody>
      </p:sp>
      <p:sp>
        <p:nvSpPr>
          <p:cNvPr id="4" name="Slide Number Placeholder 3"/>
          <p:cNvSpPr>
            <a:spLocks noGrp="1"/>
          </p:cNvSpPr>
          <p:nvPr>
            <p:ph type="sldNum" sz="quarter" idx="12"/>
          </p:nvPr>
        </p:nvSpPr>
        <p:spPr/>
        <p:txBody>
          <a:bodyPr/>
          <a:lstStyle/>
          <a:p>
            <a:fld id="{5E3E23BA-6E79-2442-BA73-D218A5E297C3}" type="slidenum">
              <a:rPr lang="en-US" smtClean="0"/>
              <a:t>41</a:t>
            </a:fld>
            <a:endParaRPr lang="en-US"/>
          </a:p>
        </p:txBody>
      </p:sp>
      <p:cxnSp>
        <p:nvCxnSpPr>
          <p:cNvPr id="6" name="Straight Connector 6"/>
          <p:cNvCxnSpPr/>
          <p:nvPr/>
        </p:nvCxnSpPr>
        <p:spPr>
          <a:xfrm flipV="1">
            <a:off x="2696339" y="522752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4677208" y="494481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632217" y="523481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445502"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533990"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593464" y="52239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599326" y="52403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672755"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8732229"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4612289" y="464483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a:t>
            </a:r>
          </a:p>
        </p:txBody>
      </p:sp>
      <p:sp>
        <p:nvSpPr>
          <p:cNvPr id="17" name="Rectangle 35"/>
          <p:cNvSpPr>
            <a:spLocks/>
          </p:cNvSpPr>
          <p:nvPr/>
        </p:nvSpPr>
        <p:spPr bwMode="auto">
          <a:xfrm>
            <a:off x="5686154" y="434889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6697738" y="404952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7704583" y="3757265"/>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8794684" y="316218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5800516" y="4747606"/>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7831322" y="4112264"/>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825978" y="437097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8922924" y="3584713"/>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274D0DAB-C8EA-ACD0-D634-77BDA2E47115}"/>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22" name="Rectángulo 21">
            <a:extLst>
              <a:ext uri="{FF2B5EF4-FFF2-40B4-BE49-F238E27FC236}">
                <a16:creationId xmlns:a16="http://schemas.microsoft.com/office/drawing/2014/main" id="{CCA6D095-82C8-9A89-07BC-291C339169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5830F081-B4C3-1931-6E9A-7DA8A27BC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F346A0D0-3F10-E954-DAD2-9C6FE9DC731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107737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42</a:t>
            </a:fld>
            <a:endParaRPr lang="en-US"/>
          </a:p>
        </p:txBody>
      </p:sp>
      <p:cxnSp>
        <p:nvCxnSpPr>
          <p:cNvPr id="6" name="Straight Connector 6"/>
          <p:cNvCxnSpPr/>
          <p:nvPr/>
        </p:nvCxnSpPr>
        <p:spPr>
          <a:xfrm flipV="1">
            <a:off x="2696339" y="522752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4677208" y="494481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632217" y="523481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445502"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533990"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593464" y="52239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599326" y="52403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672755"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8732229"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5" name="Rectangle 35"/>
          <p:cNvSpPr>
            <a:spLocks/>
          </p:cNvSpPr>
          <p:nvPr/>
        </p:nvSpPr>
        <p:spPr bwMode="auto">
          <a:xfrm>
            <a:off x="4581831" y="4644832"/>
            <a:ext cx="1891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a:t>
            </a:r>
          </a:p>
        </p:txBody>
      </p:sp>
      <p:cxnSp>
        <p:nvCxnSpPr>
          <p:cNvPr id="16" name="Straight Arrow Connector 9"/>
          <p:cNvCxnSpPr/>
          <p:nvPr/>
        </p:nvCxnSpPr>
        <p:spPr>
          <a:xfrm flipV="1">
            <a:off x="5800516" y="49288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35"/>
          <p:cNvSpPr>
            <a:spLocks/>
          </p:cNvSpPr>
          <p:nvPr/>
        </p:nvSpPr>
        <p:spPr bwMode="auto">
          <a:xfrm>
            <a:off x="5655696" y="4348891"/>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2G</a:t>
            </a:r>
          </a:p>
        </p:txBody>
      </p:sp>
      <p:sp>
        <p:nvSpPr>
          <p:cNvPr id="18" name="Rectangle 35"/>
          <p:cNvSpPr>
            <a:spLocks/>
          </p:cNvSpPr>
          <p:nvPr/>
        </p:nvSpPr>
        <p:spPr bwMode="auto">
          <a:xfrm>
            <a:off x="6667280" y="4049522"/>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3G</a:t>
            </a:r>
          </a:p>
        </p:txBody>
      </p:sp>
      <p:sp>
        <p:nvSpPr>
          <p:cNvPr id="19" name="Rectangle 35"/>
          <p:cNvSpPr>
            <a:spLocks/>
          </p:cNvSpPr>
          <p:nvPr/>
        </p:nvSpPr>
        <p:spPr bwMode="auto">
          <a:xfrm>
            <a:off x="7674125" y="3757265"/>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4G</a:t>
            </a:r>
          </a:p>
        </p:txBody>
      </p:sp>
      <p:sp>
        <p:nvSpPr>
          <p:cNvPr id="20" name="Rectangle 35"/>
          <p:cNvSpPr>
            <a:spLocks/>
          </p:cNvSpPr>
          <p:nvPr/>
        </p:nvSpPr>
        <p:spPr bwMode="auto">
          <a:xfrm>
            <a:off x="8575073" y="3162183"/>
            <a:ext cx="69570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(n-1)G</a:t>
            </a:r>
          </a:p>
        </p:txBody>
      </p:sp>
      <p:cxnSp>
        <p:nvCxnSpPr>
          <p:cNvPr id="21" name="Straight Arrow Connector 9"/>
          <p:cNvCxnSpPr/>
          <p:nvPr/>
        </p:nvCxnSpPr>
        <p:spPr>
          <a:xfrm flipV="1">
            <a:off x="5800516" y="463912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6825978" y="491998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6825978" y="463028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9"/>
          <p:cNvCxnSpPr/>
          <p:nvPr/>
        </p:nvCxnSpPr>
        <p:spPr>
          <a:xfrm flipV="1">
            <a:off x="7831322" y="491998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9"/>
          <p:cNvCxnSpPr/>
          <p:nvPr/>
        </p:nvCxnSpPr>
        <p:spPr>
          <a:xfrm flipV="1">
            <a:off x="7831322" y="463028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9"/>
          <p:cNvCxnSpPr/>
          <p:nvPr/>
        </p:nvCxnSpPr>
        <p:spPr>
          <a:xfrm flipV="1">
            <a:off x="7831322" y="433997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7831322" y="405027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825978" y="433997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8922924" y="491998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8922924" y="463028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9"/>
          <p:cNvCxnSpPr/>
          <p:nvPr/>
        </p:nvCxnSpPr>
        <p:spPr>
          <a:xfrm flipV="1">
            <a:off x="8922924" y="387794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8922924" y="358471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CuadroTexto 72"/>
          <p:cNvSpPr txBox="1"/>
          <p:nvPr/>
        </p:nvSpPr>
        <p:spPr>
          <a:xfrm>
            <a:off x="8184527" y="5136970"/>
            <a:ext cx="1295747" cy="400110"/>
          </a:xfrm>
          <a:prstGeom prst="rect">
            <a:avLst/>
          </a:prstGeom>
          <a:noFill/>
        </p:spPr>
        <p:txBody>
          <a:bodyPr wrap="square" rtlCol="0">
            <a:spAutoFit/>
          </a:bodyPr>
          <a:lstStyle/>
          <a:p>
            <a:r>
              <a:rPr lang="es-ES" sz="2000"/>
              <a:t>…</a:t>
            </a:r>
          </a:p>
        </p:txBody>
      </p:sp>
      <p:sp>
        <p:nvSpPr>
          <p:cNvPr id="34" name="Rectangle 35"/>
          <p:cNvSpPr>
            <a:spLocks/>
          </p:cNvSpPr>
          <p:nvPr/>
        </p:nvSpPr>
        <p:spPr bwMode="auto">
          <a:xfrm>
            <a:off x="8118387" y="4150717"/>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a:t>.</a:t>
            </a:r>
          </a:p>
          <a:p>
            <a:pPr algn="ctr">
              <a:lnSpc>
                <a:spcPct val="50000"/>
              </a:lnSpc>
            </a:pPr>
            <a:r>
              <a:rPr lang="en-US" sz="2000"/>
              <a:t>.</a:t>
            </a:r>
          </a:p>
          <a:p>
            <a:pPr algn="ctr">
              <a:lnSpc>
                <a:spcPct val="50000"/>
              </a:lnSpc>
            </a:pPr>
            <a:r>
              <a:rPr lang="en-US" sz="2000"/>
              <a:t>.</a:t>
            </a:r>
          </a:p>
        </p:txBody>
      </p:sp>
      <p:sp>
        <p:nvSpPr>
          <p:cNvPr id="36" name="Rectangle 35"/>
          <p:cNvSpPr>
            <a:spLocks/>
          </p:cNvSpPr>
          <p:nvPr/>
        </p:nvSpPr>
        <p:spPr bwMode="auto">
          <a:xfrm>
            <a:off x="3221001" y="4735044"/>
            <a:ext cx="786063" cy="307777"/>
          </a:xfrm>
          <a:prstGeom prst="rect">
            <a:avLst/>
          </a:prstGeom>
          <a:noFill/>
          <a:ln w="9525">
            <a:solidFill>
              <a:srgbClr val="C00000"/>
            </a:solidFill>
            <a:miter lim="800000"/>
            <a:headEnd/>
            <a:tailEnd/>
          </a:ln>
          <a:extLst>
            <a:ext uri="{909E8E84-426E-40dd-AFC4-6F175D3DCCD1}">
              <a14:hiddenFill xmlns="" xmlns:a14="http://schemas.microsoft.com/office/drawing/2010/main">
                <a:solidFill>
                  <a:srgbClr val="FFFFFF"/>
                </a:solidFill>
              </a14:hiddenFill>
            </a:ext>
          </a:extLst>
        </p:spPr>
        <p:txBody>
          <a:bodyPr wrap="square" lIns="0" tIns="0" rIns="0" bIns="0" anchor="ctr">
            <a:spAutoFit/>
          </a:bodyPr>
          <a:lstStyle/>
          <a:p>
            <a:pPr algn="ctr"/>
            <a:r>
              <a:rPr lang="en-US" sz="2000"/>
              <a:t>0*G</a:t>
            </a:r>
          </a:p>
        </p:txBody>
      </p:sp>
      <p:sp>
        <p:nvSpPr>
          <p:cNvPr id="3" name="Title 1">
            <a:extLst>
              <a:ext uri="{FF2B5EF4-FFF2-40B4-BE49-F238E27FC236}">
                <a16:creationId xmlns:a16="http://schemas.microsoft.com/office/drawing/2014/main" id="{B75323B6-DDCE-C0B5-7A35-2D98C1FB198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5" name="Rectángulo 4">
            <a:extLst>
              <a:ext uri="{FF2B5EF4-FFF2-40B4-BE49-F238E27FC236}">
                <a16:creationId xmlns:a16="http://schemas.microsoft.com/office/drawing/2014/main" id="{0BC1864D-0BF3-C3B3-A557-AB109534B5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8" name="Picture 2" descr="Clientes y aliados | Centro de Evaluación | Uniandes">
            <a:extLst>
              <a:ext uri="{FF2B5EF4-FFF2-40B4-BE49-F238E27FC236}">
                <a16:creationId xmlns:a16="http://schemas.microsoft.com/office/drawing/2014/main" id="{DBCE8DF6-BC50-2EEB-B9BA-A24C63E26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9" name="Rectángulo 38">
            <a:extLst>
              <a:ext uri="{FF2B5EF4-FFF2-40B4-BE49-F238E27FC236}">
                <a16:creationId xmlns:a16="http://schemas.microsoft.com/office/drawing/2014/main" id="{3B6414F5-EC1B-A71B-718C-A27F95D78DD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0" name="Content Placeholder 2">
            <a:extLst>
              <a:ext uri="{FF2B5EF4-FFF2-40B4-BE49-F238E27FC236}">
                <a16:creationId xmlns:a16="http://schemas.microsoft.com/office/drawing/2014/main" id="{2556E3F4-B1F5-7E7B-6235-EA8D9766738D}"/>
              </a:ext>
            </a:extLst>
          </p:cNvPr>
          <p:cNvSpPr>
            <a:spLocks noGrp="1"/>
          </p:cNvSpPr>
          <p:nvPr>
            <p:ph idx="1"/>
          </p:nvPr>
        </p:nvSpPr>
        <p:spPr>
          <a:xfrm>
            <a:off x="581191" y="1933785"/>
            <a:ext cx="11029615" cy="922553"/>
          </a:xfrm>
        </p:spPr>
        <p:txBody>
          <a:bodyPr>
            <a:normAutofit/>
          </a:bodyPr>
          <a:lstStyle/>
          <a:p>
            <a:pPr marL="0" indent="0" algn="just">
              <a:buNone/>
            </a:pPr>
            <a:r>
              <a:rPr lang="es-ES" sz="2400"/>
              <a:t>Imagínese unos flujos como los qué se muestran a continuación. ¿Cómo crecen dichos flujos?</a:t>
            </a:r>
          </a:p>
        </p:txBody>
      </p:sp>
    </p:spTree>
    <p:extLst>
      <p:ext uri="{BB962C8B-B14F-4D97-AF65-F5344CB8AC3E}">
        <p14:creationId xmlns:p14="http://schemas.microsoft.com/office/powerpoint/2010/main" val="74931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43</a:t>
            </a:fld>
            <a:endParaRPr lang="en-US"/>
          </a:p>
        </p:txBody>
      </p:sp>
      <p:cxnSp>
        <p:nvCxnSpPr>
          <p:cNvPr id="45" name="Straight Connector 15">
            <a:extLst>
              <a:ext uri="{FF2B5EF4-FFF2-40B4-BE49-F238E27FC236}">
                <a16:creationId xmlns:a16="http://schemas.microsoft.com/office/drawing/2014/main" id="{740A7954-65D4-5498-B205-1AD739E5359B}"/>
              </a:ext>
            </a:extLst>
          </p:cNvPr>
          <p:cNvCxnSpPr/>
          <p:nvPr/>
        </p:nvCxnSpPr>
        <p:spPr>
          <a:xfrm>
            <a:off x="8073898" y="578760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Arrow Connector 16">
            <a:extLst>
              <a:ext uri="{FF2B5EF4-FFF2-40B4-BE49-F238E27FC236}">
                <a16:creationId xmlns:a16="http://schemas.microsoft.com/office/drawing/2014/main" id="{7B321424-5AD4-F7EF-DE80-14AB2027FAAD}"/>
              </a:ext>
            </a:extLst>
          </p:cNvPr>
          <p:cNvCxnSpPr>
            <a:cxnSpLocks/>
            <a:endCxn id="52" idx="2"/>
          </p:cNvCxnSpPr>
          <p:nvPr/>
        </p:nvCxnSpPr>
        <p:spPr>
          <a:xfrm flipV="1">
            <a:off x="10389770" y="4338716"/>
            <a:ext cx="0" cy="1448888"/>
          </a:xfrm>
          <a:prstGeom prst="straightConnector1">
            <a:avLst/>
          </a:prstGeom>
          <a:ln w="57150">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17">
            <a:extLst>
              <a:ext uri="{FF2B5EF4-FFF2-40B4-BE49-F238E27FC236}">
                <a16:creationId xmlns:a16="http://schemas.microsoft.com/office/drawing/2014/main" id="{A7DCF05D-E0B0-040B-0783-2D32FED9361B}"/>
              </a:ext>
            </a:extLst>
          </p:cNvPr>
          <p:cNvSpPr>
            <a:spLocks/>
          </p:cNvSpPr>
          <p:nvPr/>
        </p:nvSpPr>
        <p:spPr bwMode="auto">
          <a:xfrm>
            <a:off x="8398296" y="58799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8" name="Rectangle 18">
            <a:extLst>
              <a:ext uri="{FF2B5EF4-FFF2-40B4-BE49-F238E27FC236}">
                <a16:creationId xmlns:a16="http://schemas.microsoft.com/office/drawing/2014/main" id="{76FAB677-279F-EC9D-6114-7D4ABE5437EA}"/>
              </a:ext>
            </a:extLst>
          </p:cNvPr>
          <p:cNvSpPr>
            <a:spLocks/>
          </p:cNvSpPr>
          <p:nvPr/>
        </p:nvSpPr>
        <p:spPr bwMode="auto">
          <a:xfrm>
            <a:off x="8989035" y="58799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9" name="Rectangle 19">
            <a:extLst>
              <a:ext uri="{FF2B5EF4-FFF2-40B4-BE49-F238E27FC236}">
                <a16:creationId xmlns:a16="http://schemas.microsoft.com/office/drawing/2014/main" id="{D09703AB-592C-6B4B-7DE8-15F1F6DB8BCC}"/>
              </a:ext>
            </a:extLst>
          </p:cNvPr>
          <p:cNvSpPr>
            <a:spLocks/>
          </p:cNvSpPr>
          <p:nvPr/>
        </p:nvSpPr>
        <p:spPr bwMode="auto">
          <a:xfrm>
            <a:off x="9602251" y="5740004"/>
            <a:ext cx="337060"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50" name="Rectangle 20">
            <a:extLst>
              <a:ext uri="{FF2B5EF4-FFF2-40B4-BE49-F238E27FC236}">
                <a16:creationId xmlns:a16="http://schemas.microsoft.com/office/drawing/2014/main" id="{2A5523AE-6903-98CA-B5E0-65A5A31961C7}"/>
              </a:ext>
            </a:extLst>
          </p:cNvPr>
          <p:cNvSpPr>
            <a:spLocks/>
          </p:cNvSpPr>
          <p:nvPr/>
        </p:nvSpPr>
        <p:spPr bwMode="auto">
          <a:xfrm>
            <a:off x="7905367" y="58938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1" name="Rectangle 21">
            <a:extLst>
              <a:ext uri="{FF2B5EF4-FFF2-40B4-BE49-F238E27FC236}">
                <a16:creationId xmlns:a16="http://schemas.microsoft.com/office/drawing/2014/main" id="{87F099AF-835D-5393-02A0-9C6805792D30}"/>
              </a:ext>
            </a:extLst>
          </p:cNvPr>
          <p:cNvSpPr>
            <a:spLocks/>
          </p:cNvSpPr>
          <p:nvPr/>
        </p:nvSpPr>
        <p:spPr bwMode="auto">
          <a:xfrm>
            <a:off x="10221240" y="58938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52" name="Rectangle 26">
            <a:extLst>
              <a:ext uri="{FF2B5EF4-FFF2-40B4-BE49-F238E27FC236}">
                <a16:creationId xmlns:a16="http://schemas.microsoft.com/office/drawing/2014/main" id="{3AA37E0E-1541-E883-039C-A57983D1F146}"/>
              </a:ext>
            </a:extLst>
          </p:cNvPr>
          <p:cNvSpPr>
            <a:spLocks/>
          </p:cNvSpPr>
          <p:nvPr/>
        </p:nvSpPr>
        <p:spPr bwMode="auto">
          <a:xfrm>
            <a:off x="10221240" y="403093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53" name="Right Arrow 23">
            <a:extLst>
              <a:ext uri="{FF2B5EF4-FFF2-40B4-BE49-F238E27FC236}">
                <a16:creationId xmlns:a16="http://schemas.microsoft.com/office/drawing/2014/main" id="{E9CB0CC1-28D6-91EA-E7DF-75FD2309DF2B}"/>
              </a:ext>
            </a:extLst>
          </p:cNvPr>
          <p:cNvSpPr/>
          <p:nvPr/>
        </p:nvSpPr>
        <p:spPr>
          <a:xfrm>
            <a:off x="6342301" y="455030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62">
            <a:extLst>
              <a:ext uri="{FF2B5EF4-FFF2-40B4-BE49-F238E27FC236}">
                <a16:creationId xmlns:a16="http://schemas.microsoft.com/office/drawing/2014/main" id="{D58CB934-2756-460B-88FA-87695CF5A6F4}"/>
              </a:ext>
            </a:extLst>
          </p:cNvPr>
          <p:cNvPicPr>
            <a:picLocks noChangeAspect="1"/>
          </p:cNvPicPr>
          <p:nvPr/>
        </p:nvPicPr>
        <p:blipFill>
          <a:blip r:embed="rId3"/>
          <a:stretch>
            <a:fillRect/>
          </a:stretch>
        </p:blipFill>
        <p:spPr>
          <a:xfrm>
            <a:off x="384267" y="3939007"/>
            <a:ext cx="5789504" cy="2216837"/>
          </a:xfrm>
          <a:prstGeom prst="rect">
            <a:avLst/>
          </a:prstGeom>
        </p:spPr>
      </p:pic>
      <p:sp>
        <p:nvSpPr>
          <p:cNvPr id="3" name="Title 1">
            <a:extLst>
              <a:ext uri="{FF2B5EF4-FFF2-40B4-BE49-F238E27FC236}">
                <a16:creationId xmlns:a16="http://schemas.microsoft.com/office/drawing/2014/main" id="{F28AC5A7-90A2-5961-979D-A6FC2A683687}"/>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5" name="Rectángulo 4">
            <a:extLst>
              <a:ext uri="{FF2B5EF4-FFF2-40B4-BE49-F238E27FC236}">
                <a16:creationId xmlns:a16="http://schemas.microsoft.com/office/drawing/2014/main" id="{3681FA2E-02AF-FFBC-B523-7D7472B2ADD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4B092DF-95C0-1F43-92BB-B0C074C5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9DFFC22-B86E-362A-462D-AA03861EE64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Content Placeholder 2">
            <a:extLst>
              <a:ext uri="{FF2B5EF4-FFF2-40B4-BE49-F238E27FC236}">
                <a16:creationId xmlns:a16="http://schemas.microsoft.com/office/drawing/2014/main" id="{D16E8211-28AD-62FE-7C25-89B006E8F8AD}"/>
              </a:ext>
            </a:extLst>
          </p:cNvPr>
          <p:cNvSpPr txBox="1">
            <a:spLocks/>
          </p:cNvSpPr>
          <p:nvPr/>
        </p:nvSpPr>
        <p:spPr>
          <a:xfrm>
            <a:off x="581192" y="2014988"/>
            <a:ext cx="11029616" cy="164260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400">
                <a:solidFill>
                  <a:srgbClr val="800000"/>
                </a:solidFill>
              </a:rPr>
              <a:t>¿Cuál es el valor futuro equivalente a una serie de flujos que crecen en un gradiente G?</a:t>
            </a:r>
          </a:p>
          <a:p>
            <a:pPr marL="0" indent="0" algn="ctr">
              <a:buFont typeface="Wingdings 2" panose="05020102010507070707" pitchFamily="18" charset="2"/>
              <a:buNone/>
            </a:pPr>
            <a:endParaRPr lang="es-ES_tradnl" sz="2400">
              <a:solidFill>
                <a:srgbClr val="800000"/>
              </a:solidFill>
            </a:endParaRPr>
          </a:p>
          <a:p>
            <a:pPr marL="0" indent="0" algn="just">
              <a:buFont typeface="Wingdings 2" panose="05020102010507070707" pitchFamily="18" charset="2"/>
              <a:buNone/>
            </a:pPr>
            <a:r>
              <a:rPr lang="es-ES_tradnl" sz="2400"/>
              <a:t>La primera aproximación no es más que utilizar las fórmulas vistas hasta ahora.</a:t>
            </a:r>
          </a:p>
        </p:txBody>
      </p:sp>
    </p:spTree>
    <p:extLst>
      <p:ext uri="{BB962C8B-B14F-4D97-AF65-F5344CB8AC3E}">
        <p14:creationId xmlns:p14="http://schemas.microsoft.com/office/powerpoint/2010/main" val="284392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1" grpId="0"/>
      <p:bldP spid="52"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44</a:t>
            </a:fld>
            <a:endParaRPr lang="en-US"/>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F6F98DB-CB21-79CA-84F9-80A1BDF83921}"/>
                  </a:ext>
                </a:extLst>
              </p:cNvPr>
              <p:cNvSpPr txBox="1"/>
              <p:nvPr/>
            </p:nvSpPr>
            <p:spPr>
              <a:xfrm>
                <a:off x="811957" y="4475135"/>
                <a:ext cx="10568086" cy="430887"/>
              </a:xfrm>
              <a:prstGeom prst="rect">
                <a:avLst/>
              </a:prstGeom>
              <a:noFill/>
            </p:spPr>
            <p:txBody>
              <a:bodyPr wrap="none" lIns="0" tIns="0" rIns="0" bIns="0" rtlCol="0">
                <a:spAutoFit/>
              </a:bodyPr>
              <a:lstStyle/>
              <a:p>
                <a14:m>
                  <m:oMath xmlns:m="http://schemas.openxmlformats.org/officeDocument/2006/math">
                    <m:r>
                      <a:rPr lang="es-CO" sz="2800" i="1">
                        <a:latin typeface="Cambria Math" panose="02040503050406030204" pitchFamily="18" charset="0"/>
                      </a:rPr>
                      <m:t>𝑉𝑓</m:t>
                    </m:r>
                    <m:r>
                      <a:rPr lang="es-CO" sz="2800" i="1">
                        <a:latin typeface="Cambria Math" panose="02040503050406030204" pitchFamily="18" charset="0"/>
                      </a:rPr>
                      <m:t>=0</m:t>
                    </m:r>
                    <m:r>
                      <a:rPr lang="es-CO" sz="2800" i="1">
                        <a:latin typeface="Cambria Math" panose="02040503050406030204" pitchFamily="18" charset="0"/>
                      </a:rPr>
                      <m:t>𝐺</m:t>
                    </m:r>
                    <m:sSup>
                      <m:sSupPr>
                        <m:ctrlPr>
                          <a:rPr lang="es-CO" sz="2800" i="1">
                            <a:latin typeface="Cambria Math" panose="02040503050406030204" pitchFamily="18" charset="0"/>
                          </a:rPr>
                        </m:ctrlPr>
                      </m:sSupPr>
                      <m:e>
                        <m:d>
                          <m:dPr>
                            <m:ctrlPr>
                              <a:rPr lang="es-CO" sz="2800" i="1">
                                <a:latin typeface="Cambria Math" panose="02040503050406030204" pitchFamily="18" charset="0"/>
                              </a:rPr>
                            </m:ctrlPr>
                          </m:dPr>
                          <m:e>
                            <m:r>
                              <a:rPr lang="es-CO" sz="2800" i="1">
                                <a:latin typeface="Cambria Math" panose="02040503050406030204" pitchFamily="18" charset="0"/>
                              </a:rPr>
                              <m:t>1+</m:t>
                            </m:r>
                            <m:r>
                              <a:rPr lang="es-CO" sz="2800" i="1">
                                <a:latin typeface="Cambria Math" panose="02040503050406030204" pitchFamily="18" charset="0"/>
                              </a:rPr>
                              <m:t>𝑖</m:t>
                            </m:r>
                          </m:e>
                        </m:d>
                      </m:e>
                      <m:sup>
                        <m:r>
                          <a:rPr lang="es-CO" sz="2800" i="1">
                            <a:latin typeface="Cambria Math" panose="02040503050406030204" pitchFamily="18" charset="0"/>
                          </a:rPr>
                          <m:t>𝑛</m:t>
                        </m:r>
                        <m:r>
                          <a:rPr lang="es-CO" sz="2800" i="1">
                            <a:latin typeface="Cambria Math" panose="02040503050406030204" pitchFamily="18" charset="0"/>
                          </a:rPr>
                          <m:t>−1</m:t>
                        </m:r>
                      </m:sup>
                    </m:sSup>
                    <m:r>
                      <a:rPr lang="es-CO" sz="2800" i="1">
                        <a:latin typeface="Cambria Math" panose="02040503050406030204" pitchFamily="18" charset="0"/>
                      </a:rPr>
                      <m:t>+</m:t>
                    </m:r>
                    <m:r>
                      <a:rPr lang="es-CO" sz="2800" i="1">
                        <a:latin typeface="Cambria Math" panose="02040503050406030204" pitchFamily="18" charset="0"/>
                      </a:rPr>
                      <m:t>𝐺</m:t>
                    </m:r>
                    <m:sSup>
                      <m:sSupPr>
                        <m:ctrlPr>
                          <a:rPr lang="es-CO" sz="2800" i="1">
                            <a:latin typeface="Cambria Math" panose="02040503050406030204" pitchFamily="18" charset="0"/>
                          </a:rPr>
                        </m:ctrlPr>
                      </m:sSupPr>
                      <m:e>
                        <m:d>
                          <m:dPr>
                            <m:ctrlPr>
                              <a:rPr lang="es-CO" sz="2800" i="1">
                                <a:latin typeface="Cambria Math" panose="02040503050406030204" pitchFamily="18" charset="0"/>
                              </a:rPr>
                            </m:ctrlPr>
                          </m:dPr>
                          <m:e>
                            <m:r>
                              <a:rPr lang="es-CO" sz="2800" i="1">
                                <a:latin typeface="Cambria Math" panose="02040503050406030204" pitchFamily="18" charset="0"/>
                              </a:rPr>
                              <m:t>1+</m:t>
                            </m:r>
                            <m:r>
                              <a:rPr lang="es-CO" sz="2800" i="1">
                                <a:latin typeface="Cambria Math" panose="02040503050406030204" pitchFamily="18" charset="0"/>
                              </a:rPr>
                              <m:t>𝑖</m:t>
                            </m:r>
                          </m:e>
                        </m:d>
                      </m:e>
                      <m:sup>
                        <m:r>
                          <a:rPr lang="es-CO" sz="2800" i="1">
                            <a:latin typeface="Cambria Math" panose="02040503050406030204" pitchFamily="18" charset="0"/>
                          </a:rPr>
                          <m:t>𝑛</m:t>
                        </m:r>
                        <m:r>
                          <a:rPr lang="es-CO" sz="2800" i="1">
                            <a:latin typeface="Cambria Math" panose="02040503050406030204" pitchFamily="18" charset="0"/>
                          </a:rPr>
                          <m:t>−2</m:t>
                        </m:r>
                      </m:sup>
                    </m:sSup>
                    <m:r>
                      <a:rPr lang="es-CO" sz="2800" i="1">
                        <a:latin typeface="Cambria Math" panose="02040503050406030204" pitchFamily="18" charset="0"/>
                      </a:rPr>
                      <m:t>+…+</m:t>
                    </m:r>
                  </m:oMath>
                </a14:m>
                <a:r>
                  <a:rPr lang="es-CO" sz="2800"/>
                  <a:t> </a:t>
                </a:r>
                <a14:m>
                  <m:oMath xmlns:m="http://schemas.openxmlformats.org/officeDocument/2006/math">
                    <m:d>
                      <m:dPr>
                        <m:ctrlPr>
                          <a:rPr lang="es-CO" sz="2800" i="1" dirty="0">
                            <a:latin typeface="Cambria Math" panose="02040503050406030204" pitchFamily="18" charset="0"/>
                          </a:rPr>
                        </m:ctrlPr>
                      </m:dPr>
                      <m:e>
                        <m:r>
                          <a:rPr lang="es-CO" sz="2800" i="1" dirty="0">
                            <a:latin typeface="Cambria Math" panose="02040503050406030204" pitchFamily="18" charset="0"/>
                          </a:rPr>
                          <m:t>𝑛</m:t>
                        </m:r>
                        <m:r>
                          <a:rPr lang="es-CO" sz="2800" i="1" dirty="0">
                            <a:latin typeface="Cambria Math" panose="02040503050406030204" pitchFamily="18" charset="0"/>
                          </a:rPr>
                          <m:t>−2</m:t>
                        </m:r>
                      </m:e>
                    </m:d>
                    <m:r>
                      <a:rPr lang="es-CO" sz="2800" i="1">
                        <a:latin typeface="Cambria Math" panose="02040503050406030204" pitchFamily="18" charset="0"/>
                      </a:rPr>
                      <m:t>𝐺</m:t>
                    </m:r>
                    <m:d>
                      <m:dPr>
                        <m:ctrlPr>
                          <a:rPr lang="es-CO" sz="2800" i="1">
                            <a:latin typeface="Cambria Math" panose="02040503050406030204" pitchFamily="18" charset="0"/>
                          </a:rPr>
                        </m:ctrlPr>
                      </m:dPr>
                      <m:e>
                        <m:r>
                          <a:rPr lang="es-CO" sz="2800" i="1">
                            <a:latin typeface="Cambria Math" panose="02040503050406030204" pitchFamily="18" charset="0"/>
                          </a:rPr>
                          <m:t>1+</m:t>
                        </m:r>
                        <m:r>
                          <a:rPr lang="es-CO" sz="2800" i="1">
                            <a:latin typeface="Cambria Math" panose="02040503050406030204" pitchFamily="18" charset="0"/>
                          </a:rPr>
                          <m:t>𝑖</m:t>
                        </m:r>
                      </m:e>
                    </m:d>
                    <m:r>
                      <a:rPr lang="es-CO" sz="2800" i="1">
                        <a:latin typeface="Cambria Math" panose="02040503050406030204" pitchFamily="18" charset="0"/>
                      </a:rPr>
                      <m:t>+</m:t>
                    </m:r>
                    <m:d>
                      <m:dPr>
                        <m:ctrlPr>
                          <a:rPr lang="es-CO" sz="2800" i="1">
                            <a:latin typeface="Cambria Math" panose="02040503050406030204" pitchFamily="18" charset="0"/>
                          </a:rPr>
                        </m:ctrlPr>
                      </m:dPr>
                      <m:e>
                        <m:r>
                          <a:rPr lang="es-CO" sz="2800" i="1">
                            <a:latin typeface="Cambria Math" panose="02040503050406030204" pitchFamily="18" charset="0"/>
                          </a:rPr>
                          <m:t>𝑛</m:t>
                        </m:r>
                        <m:r>
                          <a:rPr lang="es-CO" sz="2800" i="1">
                            <a:latin typeface="Cambria Math" panose="02040503050406030204" pitchFamily="18" charset="0"/>
                          </a:rPr>
                          <m:t>−1</m:t>
                        </m:r>
                      </m:e>
                    </m:d>
                    <m:r>
                      <a:rPr lang="es-CO" sz="2800" i="1">
                        <a:latin typeface="Cambria Math" panose="02040503050406030204" pitchFamily="18" charset="0"/>
                      </a:rPr>
                      <m:t>𝐺</m:t>
                    </m:r>
                  </m:oMath>
                </a14:m>
                <a:endParaRPr lang="es-CO" sz="2800"/>
              </a:p>
            </p:txBody>
          </p:sp>
        </mc:Choice>
        <mc:Fallback xmlns="">
          <p:sp>
            <p:nvSpPr>
              <p:cNvPr id="6" name="CuadroTexto 5">
                <a:extLst>
                  <a:ext uri="{FF2B5EF4-FFF2-40B4-BE49-F238E27FC236}">
                    <a16:creationId xmlns:a16="http://schemas.microsoft.com/office/drawing/2014/main" id="{CF6F98DB-CB21-79CA-84F9-80A1BDF83921}"/>
                  </a:ext>
                </a:extLst>
              </p:cNvPr>
              <p:cNvSpPr txBox="1">
                <a:spLocks noRot="1" noChangeAspect="1" noMove="1" noResize="1" noEditPoints="1" noAdjustHandles="1" noChangeArrowheads="1" noChangeShapeType="1" noTextEdit="1"/>
              </p:cNvSpPr>
              <p:nvPr/>
            </p:nvSpPr>
            <p:spPr>
              <a:xfrm>
                <a:off x="811957" y="4475135"/>
                <a:ext cx="10568086" cy="430887"/>
              </a:xfrm>
              <a:prstGeom prst="rect">
                <a:avLst/>
              </a:prstGeom>
              <a:blipFill>
                <a:blip r:embed="rId3"/>
                <a:stretch>
                  <a:fillRect l="-1559" b="-34286"/>
                </a:stretch>
              </a:blipFill>
            </p:spPr>
            <p:txBody>
              <a:bodyPr/>
              <a:lstStyle/>
              <a:p>
                <a:r>
                  <a:rPr lang="es-CO">
                    <a:noFill/>
                  </a:rPr>
                  <a:t> </a:t>
                </a:r>
              </a:p>
            </p:txBody>
          </p:sp>
        </mc:Fallback>
      </mc:AlternateContent>
      <p:sp>
        <p:nvSpPr>
          <p:cNvPr id="3" name="Title 1">
            <a:extLst>
              <a:ext uri="{FF2B5EF4-FFF2-40B4-BE49-F238E27FC236}">
                <a16:creationId xmlns:a16="http://schemas.microsoft.com/office/drawing/2014/main" id="{8C2994ED-E351-A9DF-2227-F27849DCA8F0}"/>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7" name="Rectángulo 6">
            <a:extLst>
              <a:ext uri="{FF2B5EF4-FFF2-40B4-BE49-F238E27FC236}">
                <a16:creationId xmlns:a16="http://schemas.microsoft.com/office/drawing/2014/main" id="{5B921D91-46AB-4B99-C7E7-2EA49D58EF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27339F9-5DA3-FD65-A000-7109676542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BB4F06F0-4528-735D-7BD1-50A2ED4386B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Content Placeholder 2">
            <a:extLst>
              <a:ext uri="{FF2B5EF4-FFF2-40B4-BE49-F238E27FC236}">
                <a16:creationId xmlns:a16="http://schemas.microsoft.com/office/drawing/2014/main" id="{08BA28BD-8DC6-2C34-B311-7F21688CD877}"/>
              </a:ext>
            </a:extLst>
          </p:cNvPr>
          <p:cNvSpPr>
            <a:spLocks noGrp="1"/>
          </p:cNvSpPr>
          <p:nvPr>
            <p:ph idx="1"/>
          </p:nvPr>
        </p:nvSpPr>
        <p:spPr>
          <a:xfrm>
            <a:off x="581192" y="2156506"/>
            <a:ext cx="11029616" cy="1642608"/>
          </a:xfrm>
        </p:spPr>
        <p:txBody>
          <a:bodyPr>
            <a:normAutofit/>
          </a:bodyPr>
          <a:lstStyle/>
          <a:p>
            <a:pPr marL="0" indent="0" algn="ctr">
              <a:buNone/>
            </a:pPr>
            <a:r>
              <a:rPr lang="es-ES_tradnl" sz="2400" dirty="0">
                <a:solidFill>
                  <a:srgbClr val="800000"/>
                </a:solidFill>
              </a:rPr>
              <a:t>¿Cuál es el valor futuro equivalente a una serie de flujos que crecen en un gradiente G?</a:t>
            </a:r>
          </a:p>
          <a:p>
            <a:pPr marL="0" indent="0" algn="ctr">
              <a:buNone/>
            </a:pPr>
            <a:endParaRPr lang="es-ES_tradnl" sz="2400" dirty="0">
              <a:solidFill>
                <a:srgbClr val="800000"/>
              </a:solidFill>
            </a:endParaRPr>
          </a:p>
          <a:p>
            <a:pPr marL="0" indent="0" algn="just">
              <a:buNone/>
            </a:pPr>
            <a:r>
              <a:rPr lang="es-ES_tradnl" sz="2400" dirty="0"/>
              <a:t>La primera aproximación no es más que utilizar las fórmulas vistas hasta ahora.</a:t>
            </a:r>
          </a:p>
        </p:txBody>
      </p:sp>
    </p:spTree>
    <p:extLst>
      <p:ext uri="{BB962C8B-B14F-4D97-AF65-F5344CB8AC3E}">
        <p14:creationId xmlns:p14="http://schemas.microsoft.com/office/powerpoint/2010/main" val="41343043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581191" y="3092155"/>
            <a:ext cx="11029615" cy="855955"/>
          </a:xfrm>
        </p:spPr>
        <p:txBody>
          <a:bodyPr>
            <a:normAutofit/>
          </a:bodyPr>
          <a:lstStyle/>
          <a:p>
            <a:pPr marL="0" indent="0" algn="ctr">
              <a:buNone/>
            </a:pPr>
            <a:r>
              <a:rPr lang="es-ES_tradnl" sz="2400"/>
              <a:t>Podemos manipular algebraicamente las dos anteriores ecuaciones y demostrar que, si restamos 2 – 1, se obtiene:</a:t>
            </a:r>
          </a:p>
        </p:txBody>
      </p:sp>
      <p:sp>
        <p:nvSpPr>
          <p:cNvPr id="4" name="Slide Number Placeholder 3"/>
          <p:cNvSpPr>
            <a:spLocks noGrp="1"/>
          </p:cNvSpPr>
          <p:nvPr>
            <p:ph type="sldNum" sz="quarter" idx="12"/>
          </p:nvPr>
        </p:nvSpPr>
        <p:spPr/>
        <p:txBody>
          <a:bodyPr/>
          <a:lstStyle/>
          <a:p>
            <a:fld id="{5E3E23BA-6E79-2442-BA73-D218A5E297C3}" type="slidenum">
              <a:rPr lang="en-US" smtClean="0"/>
              <a:t>45</a:t>
            </a:fld>
            <a:endParaRPr lang="en-US"/>
          </a:p>
        </p:txBody>
      </p:sp>
      <p:sp>
        <p:nvSpPr>
          <p:cNvPr id="9" name="TextBox 8"/>
          <p:cNvSpPr txBox="1"/>
          <p:nvPr/>
        </p:nvSpPr>
        <p:spPr>
          <a:xfrm>
            <a:off x="1335058" y="1915625"/>
            <a:ext cx="524585" cy="1200329"/>
          </a:xfrm>
          <a:prstGeom prst="rect">
            <a:avLst/>
          </a:prstGeom>
          <a:noFill/>
        </p:spPr>
        <p:txBody>
          <a:bodyPr wrap="square" rtlCol="0">
            <a:spAutoFit/>
          </a:bodyPr>
          <a:lstStyle/>
          <a:p>
            <a:pPr algn="ctr"/>
            <a:r>
              <a:rPr lang="en-US"/>
              <a:t>1.</a:t>
            </a:r>
          </a:p>
          <a:p>
            <a:pPr algn="ctr"/>
            <a:endParaRPr lang="en-US"/>
          </a:p>
          <a:p>
            <a:pPr algn="ctr"/>
            <a:endParaRPr lang="en-US"/>
          </a:p>
          <a:p>
            <a:pPr algn="ctr"/>
            <a:r>
              <a:rPr lang="en-US"/>
              <a:t>2.</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090A64C3-6708-CEC0-F2D6-9F376E542E31}"/>
                  </a:ext>
                </a:extLst>
              </p:cNvPr>
              <p:cNvSpPr txBox="1"/>
              <p:nvPr/>
            </p:nvSpPr>
            <p:spPr>
              <a:xfrm>
                <a:off x="1827306" y="1945736"/>
                <a:ext cx="8680261" cy="353943"/>
              </a:xfrm>
              <a:prstGeom prst="rect">
                <a:avLst/>
              </a:prstGeom>
              <a:noFill/>
            </p:spPr>
            <p:txBody>
              <a:bodyPr wrap="none" lIns="0" tIns="0" rIns="0" bIns="0" rtlCol="0">
                <a:spAutoFit/>
              </a:bodyPr>
              <a:lstStyle/>
              <a:p>
                <a14:m>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=0</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oMath>
                </a14:m>
                <a:r>
                  <a:rPr lang="es-CO" sz="2300"/>
                  <a:t> </a:t>
                </a:r>
                <a14:m>
                  <m:oMath xmlns:m="http://schemas.openxmlformats.org/officeDocument/2006/math">
                    <m:d>
                      <m:dPr>
                        <m:ctrlPr>
                          <a:rPr lang="es-CO" sz="2300" i="1" dirty="0">
                            <a:latin typeface="Cambria Math" panose="02040503050406030204" pitchFamily="18" charset="0"/>
                          </a:rPr>
                        </m:ctrlPr>
                      </m:dPr>
                      <m:e>
                        <m:r>
                          <a:rPr lang="es-CO" sz="2300" i="1" dirty="0">
                            <a:latin typeface="Cambria Math" panose="02040503050406030204" pitchFamily="18" charset="0"/>
                          </a:rPr>
                          <m:t>𝑛</m:t>
                        </m:r>
                        <m:r>
                          <a:rPr lang="es-CO" sz="2300" i="1" dirty="0">
                            <a:latin typeface="Cambria Math" panose="02040503050406030204" pitchFamily="18" charset="0"/>
                          </a:rPr>
                          <m:t>−2</m:t>
                        </m:r>
                      </m:e>
                    </m:d>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d>
                      <m:dPr>
                        <m:ctrlPr>
                          <a:rPr lang="es-CO" sz="2300" i="1">
                            <a:latin typeface="Cambria Math" panose="02040503050406030204" pitchFamily="18" charset="0"/>
                          </a:rPr>
                        </m:ctrlPr>
                      </m:dPr>
                      <m:e>
                        <m:r>
                          <a:rPr lang="es-CO" sz="2300" i="1">
                            <a:latin typeface="Cambria Math" panose="02040503050406030204" pitchFamily="18" charset="0"/>
                          </a:rPr>
                          <m:t>𝑛</m:t>
                        </m:r>
                        <m:r>
                          <a:rPr lang="es-CO" sz="2300" i="1">
                            <a:latin typeface="Cambria Math" panose="02040503050406030204" pitchFamily="18" charset="0"/>
                          </a:rPr>
                          <m:t>−1</m:t>
                        </m:r>
                      </m:e>
                    </m:d>
                    <m:r>
                      <a:rPr lang="es-CO" sz="2300" i="1">
                        <a:latin typeface="Cambria Math" panose="02040503050406030204" pitchFamily="18" charset="0"/>
                      </a:rPr>
                      <m:t>𝐺</m:t>
                    </m:r>
                  </m:oMath>
                </a14:m>
                <a:endParaRPr lang="es-CO" sz="2300"/>
              </a:p>
            </p:txBody>
          </p:sp>
        </mc:Choice>
        <mc:Fallback xmlns="">
          <p:sp>
            <p:nvSpPr>
              <p:cNvPr id="7" name="CuadroTexto 6">
                <a:extLst>
                  <a:ext uri="{FF2B5EF4-FFF2-40B4-BE49-F238E27FC236}">
                    <a16:creationId xmlns:a16="http://schemas.microsoft.com/office/drawing/2014/main" id="{090A64C3-6708-CEC0-F2D6-9F376E542E31}"/>
                  </a:ext>
                </a:extLst>
              </p:cNvPr>
              <p:cNvSpPr txBox="1">
                <a:spLocks noRot="1" noChangeAspect="1" noMove="1" noResize="1" noEditPoints="1" noAdjustHandles="1" noChangeArrowheads="1" noChangeShapeType="1" noTextEdit="1"/>
              </p:cNvSpPr>
              <p:nvPr/>
            </p:nvSpPr>
            <p:spPr>
              <a:xfrm>
                <a:off x="1827306" y="1945736"/>
                <a:ext cx="8680261" cy="353943"/>
              </a:xfrm>
              <a:prstGeom prst="rect">
                <a:avLst/>
              </a:prstGeom>
              <a:blipFill>
                <a:blip r:embed="rId3"/>
                <a:stretch>
                  <a:fillRect l="-1754" r="-146" b="-3928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D098E3D-0019-4BED-F333-E19BC3F0838B}"/>
                  </a:ext>
                </a:extLst>
              </p:cNvPr>
              <p:cNvSpPr txBox="1"/>
              <p:nvPr/>
            </p:nvSpPr>
            <p:spPr>
              <a:xfrm>
                <a:off x="1761796" y="2696833"/>
                <a:ext cx="8943730" cy="307777"/>
              </a:xfrm>
              <a:prstGeom prst="rect">
                <a:avLst/>
              </a:prstGeom>
              <a:noFill/>
            </p:spPr>
            <p:txBody>
              <a:bodyPr wrap="none" lIns="0" tIns="0" rIns="0" bIns="0" rtlCol="0">
                <a:spAutoFit/>
              </a:bodyPr>
              <a:lstStyle/>
              <a:p>
                <a14:m>
                  <m:oMath xmlns:m="http://schemas.openxmlformats.org/officeDocument/2006/math">
                    <m:r>
                      <a:rPr lang="es-CO" sz="2000" i="1">
                        <a:latin typeface="Cambria Math" panose="02040503050406030204" pitchFamily="18" charset="0"/>
                      </a:rPr>
                      <m:t>𝑉𝑓</m:t>
                    </m:r>
                    <m:r>
                      <a:rPr lang="es-CO" sz="2000" i="1">
                        <a:latin typeface="Cambria Math" panose="02040503050406030204" pitchFamily="18" charset="0"/>
                      </a:rPr>
                      <m:t>(1+</m:t>
                    </m:r>
                    <m:r>
                      <a:rPr lang="es-CO" sz="2000" i="1">
                        <a:latin typeface="Cambria Math" panose="02040503050406030204" pitchFamily="18" charset="0"/>
                      </a:rPr>
                      <m:t>𝑖</m:t>
                    </m:r>
                    <m:r>
                      <a:rPr lang="es-CO" sz="2000" i="1">
                        <a:latin typeface="Cambria Math" panose="02040503050406030204" pitchFamily="18" charset="0"/>
                      </a:rPr>
                      <m:t>)=0</m:t>
                    </m:r>
                    <m:r>
                      <a:rPr lang="es-CO" sz="2000" i="1">
                        <a:latin typeface="Cambria Math" panose="02040503050406030204" pitchFamily="18" charset="0"/>
                      </a:rPr>
                      <m:t>𝐺</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𝑛</m:t>
                        </m:r>
                      </m:sup>
                    </m:sSup>
                    <m:r>
                      <a:rPr lang="es-CO" sz="2000" i="1">
                        <a:latin typeface="Cambria Math" panose="02040503050406030204" pitchFamily="18" charset="0"/>
                      </a:rPr>
                      <m:t>+</m:t>
                    </m:r>
                    <m:r>
                      <a:rPr lang="es-CO" sz="2000" i="1">
                        <a:latin typeface="Cambria Math" panose="02040503050406030204" pitchFamily="18" charset="0"/>
                      </a:rPr>
                      <m:t>𝐺</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𝑛</m:t>
                        </m:r>
                        <m:r>
                          <a:rPr lang="es-CO" sz="2000" i="1">
                            <a:latin typeface="Cambria Math" panose="02040503050406030204" pitchFamily="18" charset="0"/>
                          </a:rPr>
                          <m:t>−1</m:t>
                        </m:r>
                      </m:sup>
                    </m:sSup>
                    <m:r>
                      <a:rPr lang="es-CO" sz="2000" i="1">
                        <a:latin typeface="Cambria Math" panose="02040503050406030204" pitchFamily="18" charset="0"/>
                      </a:rPr>
                      <m:t>+…+</m:t>
                    </m:r>
                  </m:oMath>
                </a14:m>
                <a:r>
                  <a:rPr lang="es-CO" sz="2000"/>
                  <a:t> </a:t>
                </a:r>
                <a14:m>
                  <m:oMath xmlns:m="http://schemas.openxmlformats.org/officeDocument/2006/math">
                    <m:d>
                      <m:dPr>
                        <m:ctrlPr>
                          <a:rPr lang="es-CO" sz="2000" i="1" dirty="0">
                            <a:latin typeface="Cambria Math" panose="02040503050406030204" pitchFamily="18" charset="0"/>
                          </a:rPr>
                        </m:ctrlPr>
                      </m:dPr>
                      <m:e>
                        <m:r>
                          <a:rPr lang="es-CO" sz="2000" i="1" dirty="0">
                            <a:latin typeface="Cambria Math" panose="02040503050406030204" pitchFamily="18" charset="0"/>
                          </a:rPr>
                          <m:t>𝑛</m:t>
                        </m:r>
                        <m:r>
                          <a:rPr lang="es-CO" sz="2000" i="1" dirty="0">
                            <a:latin typeface="Cambria Math" panose="02040503050406030204" pitchFamily="18" charset="0"/>
                          </a:rPr>
                          <m:t>−2</m:t>
                        </m:r>
                      </m:e>
                    </m:d>
                    <m:r>
                      <a:rPr lang="es-CO" sz="2000" i="1">
                        <a:latin typeface="Cambria Math" panose="02040503050406030204" pitchFamily="18" charset="0"/>
                      </a:rPr>
                      <m:t>𝐺</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2</m:t>
                        </m:r>
                      </m:sup>
                    </m:sSup>
                    <m:r>
                      <a:rPr lang="es-CO" sz="2000" i="1">
                        <a:latin typeface="Cambria Math" panose="02040503050406030204" pitchFamily="18" charset="0"/>
                      </a:rPr>
                      <m:t>+</m:t>
                    </m:r>
                    <m:d>
                      <m:dPr>
                        <m:ctrlPr>
                          <a:rPr lang="es-CO" sz="2000" i="1">
                            <a:latin typeface="Cambria Math" panose="02040503050406030204" pitchFamily="18" charset="0"/>
                          </a:rPr>
                        </m:ctrlPr>
                      </m:dPr>
                      <m:e>
                        <m:r>
                          <a:rPr lang="es-CO" sz="2000" i="1">
                            <a:latin typeface="Cambria Math" panose="02040503050406030204" pitchFamily="18" charset="0"/>
                          </a:rPr>
                          <m:t>𝑛</m:t>
                        </m:r>
                        <m:r>
                          <a:rPr lang="es-CO" sz="2000" i="1">
                            <a:latin typeface="Cambria Math" panose="02040503050406030204" pitchFamily="18" charset="0"/>
                          </a:rPr>
                          <m:t>−1</m:t>
                        </m:r>
                      </m:e>
                    </m:d>
                    <m:r>
                      <a:rPr lang="es-CO" sz="2000" i="1">
                        <a:latin typeface="Cambria Math" panose="02040503050406030204" pitchFamily="18" charset="0"/>
                      </a:rPr>
                      <m:t>𝐺</m:t>
                    </m:r>
                    <m:r>
                      <a:rPr lang="es-CO" sz="2000" i="1">
                        <a:latin typeface="Cambria Math" panose="02040503050406030204" pitchFamily="18" charset="0"/>
                      </a:rPr>
                      <m:t>(1+</m:t>
                    </m:r>
                    <m:r>
                      <a:rPr lang="es-CO" sz="2000" i="1">
                        <a:latin typeface="Cambria Math" panose="02040503050406030204" pitchFamily="18" charset="0"/>
                      </a:rPr>
                      <m:t>𝑖</m:t>
                    </m:r>
                    <m:r>
                      <a:rPr lang="es-CO" sz="2000" i="1">
                        <a:latin typeface="Cambria Math" panose="02040503050406030204" pitchFamily="18" charset="0"/>
                      </a:rPr>
                      <m:t>)</m:t>
                    </m:r>
                  </m:oMath>
                </a14:m>
                <a:endParaRPr lang="es-CO" sz="2000"/>
              </a:p>
            </p:txBody>
          </p:sp>
        </mc:Choice>
        <mc:Fallback xmlns="">
          <p:sp>
            <p:nvSpPr>
              <p:cNvPr id="8" name="CuadroTexto 7">
                <a:extLst>
                  <a:ext uri="{FF2B5EF4-FFF2-40B4-BE49-F238E27FC236}">
                    <a16:creationId xmlns:a16="http://schemas.microsoft.com/office/drawing/2014/main" id="{ED098E3D-0019-4BED-F333-E19BC3F0838B}"/>
                  </a:ext>
                </a:extLst>
              </p:cNvPr>
              <p:cNvSpPr txBox="1">
                <a:spLocks noRot="1" noChangeAspect="1" noMove="1" noResize="1" noEditPoints="1" noAdjustHandles="1" noChangeArrowheads="1" noChangeShapeType="1" noTextEdit="1"/>
              </p:cNvSpPr>
              <p:nvPr/>
            </p:nvSpPr>
            <p:spPr>
              <a:xfrm>
                <a:off x="1761796" y="2696833"/>
                <a:ext cx="8943730" cy="307777"/>
              </a:xfrm>
              <a:prstGeom prst="rect">
                <a:avLst/>
              </a:prstGeom>
              <a:blipFill>
                <a:blip r:embed="rId4"/>
                <a:stretch>
                  <a:fillRect l="-1277" r="-426" b="-32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DFB4344-77F6-8FE3-53F3-FFCCF0B3C709}"/>
                  </a:ext>
                </a:extLst>
              </p:cNvPr>
              <p:cNvSpPr txBox="1"/>
              <p:nvPr/>
            </p:nvSpPr>
            <p:spPr>
              <a:xfrm>
                <a:off x="2033938" y="4405275"/>
                <a:ext cx="8024376" cy="3539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d>
                        <m:dPr>
                          <m:ctrlPr>
                            <a:rPr lang="es-CO" sz="2300" i="1">
                              <a:latin typeface="Cambria Math" panose="02040503050406030204" pitchFamily="18" charset="0"/>
                            </a:rPr>
                          </m:ctrlPr>
                        </m:dPr>
                        <m:e>
                          <m:r>
                            <a:rPr lang="es-CO" sz="2300" i="1">
                              <a:latin typeface="Cambria Math" panose="02040503050406030204" pitchFamily="18" charset="0"/>
                            </a:rPr>
                            <m:t>𝑛</m:t>
                          </m:r>
                          <m:r>
                            <a:rPr lang="es-CO" sz="2300" i="1">
                              <a:latin typeface="Cambria Math" panose="02040503050406030204" pitchFamily="18" charset="0"/>
                            </a:rPr>
                            <m:t>−1</m:t>
                          </m:r>
                        </m:e>
                      </m:d>
                      <m:r>
                        <a:rPr lang="es-CO" sz="2300" i="1">
                          <a:latin typeface="Cambria Math" panose="02040503050406030204" pitchFamily="18" charset="0"/>
                        </a:rPr>
                        <m:t>𝐺</m:t>
                      </m:r>
                    </m:oMath>
                  </m:oMathPara>
                </a14:m>
                <a:endParaRPr lang="es-CO" sz="2300"/>
              </a:p>
            </p:txBody>
          </p:sp>
        </mc:Choice>
        <mc:Fallback xmlns="">
          <p:sp>
            <p:nvSpPr>
              <p:cNvPr id="10" name="CuadroTexto 9">
                <a:extLst>
                  <a:ext uri="{FF2B5EF4-FFF2-40B4-BE49-F238E27FC236}">
                    <a16:creationId xmlns:a16="http://schemas.microsoft.com/office/drawing/2014/main" id="{4DFB4344-77F6-8FE3-53F3-FFCCF0B3C709}"/>
                  </a:ext>
                </a:extLst>
              </p:cNvPr>
              <p:cNvSpPr txBox="1">
                <a:spLocks noRot="1" noChangeAspect="1" noMove="1" noResize="1" noEditPoints="1" noAdjustHandles="1" noChangeArrowheads="1" noChangeShapeType="1" noTextEdit="1"/>
              </p:cNvSpPr>
              <p:nvPr/>
            </p:nvSpPr>
            <p:spPr>
              <a:xfrm>
                <a:off x="2033938" y="4405275"/>
                <a:ext cx="8024376" cy="353943"/>
              </a:xfrm>
              <a:prstGeom prst="rect">
                <a:avLst/>
              </a:prstGeom>
              <a:blipFill>
                <a:blip r:embed="rId5"/>
                <a:stretch>
                  <a:fillRect l="-791" r="-158" b="-3571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13EDEB0-8C4A-1EA3-7525-78D15B8A03DF}"/>
                  </a:ext>
                </a:extLst>
              </p:cNvPr>
              <p:cNvSpPr txBox="1"/>
              <p:nvPr/>
            </p:nvSpPr>
            <p:spPr>
              <a:xfrm>
                <a:off x="2033938" y="4959660"/>
                <a:ext cx="7875618" cy="3539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r>
                        <a:rPr lang="es-CO" sz="2300" i="1">
                          <a:latin typeface="Cambria Math" panose="02040503050406030204" pitchFamily="18" charset="0"/>
                        </a:rPr>
                        <m:t>𝐺</m:t>
                      </m:r>
                      <m:r>
                        <a:rPr lang="es-CO" sz="2300" i="1">
                          <a:latin typeface="Cambria Math" panose="02040503050406030204" pitchFamily="18" charset="0"/>
                        </a:rPr>
                        <m:t> −</m:t>
                      </m:r>
                      <m:r>
                        <a:rPr lang="es-CO" sz="2300" i="1">
                          <a:latin typeface="Cambria Math" panose="02040503050406030204" pitchFamily="18" charset="0"/>
                        </a:rPr>
                        <m:t>𝑛𝐺</m:t>
                      </m:r>
                    </m:oMath>
                  </m:oMathPara>
                </a14:m>
                <a:endParaRPr lang="es-CO" sz="2300"/>
              </a:p>
            </p:txBody>
          </p:sp>
        </mc:Choice>
        <mc:Fallback xmlns="">
          <p:sp>
            <p:nvSpPr>
              <p:cNvPr id="13" name="CuadroTexto 12">
                <a:extLst>
                  <a:ext uri="{FF2B5EF4-FFF2-40B4-BE49-F238E27FC236}">
                    <a16:creationId xmlns:a16="http://schemas.microsoft.com/office/drawing/2014/main" id="{D13EDEB0-8C4A-1EA3-7525-78D15B8A03DF}"/>
                  </a:ext>
                </a:extLst>
              </p:cNvPr>
              <p:cNvSpPr txBox="1">
                <a:spLocks noRot="1" noChangeAspect="1" noMove="1" noResize="1" noEditPoints="1" noAdjustHandles="1" noChangeArrowheads="1" noChangeShapeType="1" noTextEdit="1"/>
              </p:cNvSpPr>
              <p:nvPr/>
            </p:nvSpPr>
            <p:spPr>
              <a:xfrm>
                <a:off x="2033938" y="4959660"/>
                <a:ext cx="7875618" cy="353943"/>
              </a:xfrm>
              <a:prstGeom prst="rect">
                <a:avLst/>
              </a:prstGeom>
              <a:blipFill>
                <a:blip r:embed="rId6"/>
                <a:stretch>
                  <a:fillRect l="-805" t="-6897" r="-161" b="-37931"/>
                </a:stretch>
              </a:blipFill>
            </p:spPr>
            <p:txBody>
              <a:bodyPr/>
              <a:lstStyle/>
              <a:p>
                <a:r>
                  <a:rPr lang="es-CO">
                    <a:noFill/>
                  </a:rPr>
                  <a:t> </a:t>
                </a:r>
              </a:p>
            </p:txBody>
          </p:sp>
        </mc:Fallback>
      </mc:AlternateContent>
      <p:sp>
        <p:nvSpPr>
          <p:cNvPr id="15" name="Abrir llave 14">
            <a:extLst>
              <a:ext uri="{FF2B5EF4-FFF2-40B4-BE49-F238E27FC236}">
                <a16:creationId xmlns:a16="http://schemas.microsoft.com/office/drawing/2014/main" id="{B2793CA2-5E54-BABD-ECAB-A941CF045E81}"/>
              </a:ext>
            </a:extLst>
          </p:cNvPr>
          <p:cNvSpPr/>
          <p:nvPr/>
        </p:nvSpPr>
        <p:spPr>
          <a:xfrm rot="16200000">
            <a:off x="6011884" y="2635100"/>
            <a:ext cx="353944" cy="5757888"/>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s-CO"/>
          </a:p>
        </p:txBody>
      </p:sp>
      <p:sp>
        <p:nvSpPr>
          <p:cNvPr id="16" name="Content Placeholder 2">
            <a:extLst>
              <a:ext uri="{FF2B5EF4-FFF2-40B4-BE49-F238E27FC236}">
                <a16:creationId xmlns:a16="http://schemas.microsoft.com/office/drawing/2014/main" id="{88D93EEB-8B33-60A4-CE48-474569471249}"/>
              </a:ext>
            </a:extLst>
          </p:cNvPr>
          <p:cNvSpPr txBox="1">
            <a:spLocks/>
          </p:cNvSpPr>
          <p:nvPr/>
        </p:nvSpPr>
        <p:spPr>
          <a:xfrm>
            <a:off x="2634339" y="5836209"/>
            <a:ext cx="7610476" cy="485053"/>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a:solidFill>
                  <a:srgbClr val="800000"/>
                </a:solidFill>
              </a:rPr>
              <a:t>¿a que les recuerda esto?</a:t>
            </a:r>
            <a:endParaRPr lang="es-ES_tradnl"/>
          </a:p>
        </p:txBody>
      </p:sp>
      <p:sp>
        <p:nvSpPr>
          <p:cNvPr id="6" name="Title 1">
            <a:extLst>
              <a:ext uri="{FF2B5EF4-FFF2-40B4-BE49-F238E27FC236}">
                <a16:creationId xmlns:a16="http://schemas.microsoft.com/office/drawing/2014/main" id="{096CBA22-FF09-F281-8726-962A09994274}"/>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4" name="Rectángulo 13">
            <a:extLst>
              <a:ext uri="{FF2B5EF4-FFF2-40B4-BE49-F238E27FC236}">
                <a16:creationId xmlns:a16="http://schemas.microsoft.com/office/drawing/2014/main" id="{176A9F84-5100-1325-D0F5-6A3798DBD4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D971321-5CCD-4142-3E76-FB379DA5B2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D3016F56-D3BE-EF89-97E9-D249C0C482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9569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46</a:t>
            </a:fld>
            <a:endParaRPr lang="en-US"/>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13EDEB0-8C4A-1EA3-7525-78D15B8A03DF}"/>
                  </a:ext>
                </a:extLst>
              </p:cNvPr>
              <p:cNvSpPr txBox="1"/>
              <p:nvPr/>
            </p:nvSpPr>
            <p:spPr>
              <a:xfrm>
                <a:off x="2158191" y="2525167"/>
                <a:ext cx="7875618" cy="3539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r>
                        <a:rPr lang="es-CO" sz="2300" i="1">
                          <a:latin typeface="Cambria Math" panose="02040503050406030204" pitchFamily="18" charset="0"/>
                        </a:rPr>
                        <m:t>𝐺</m:t>
                      </m:r>
                      <m:r>
                        <a:rPr lang="es-CO" sz="2300" i="1">
                          <a:latin typeface="Cambria Math" panose="02040503050406030204" pitchFamily="18" charset="0"/>
                        </a:rPr>
                        <m:t> −</m:t>
                      </m:r>
                      <m:r>
                        <a:rPr lang="es-CO" sz="2300" i="1">
                          <a:latin typeface="Cambria Math" panose="02040503050406030204" pitchFamily="18" charset="0"/>
                        </a:rPr>
                        <m:t>𝑛𝐺</m:t>
                      </m:r>
                    </m:oMath>
                  </m:oMathPara>
                </a14:m>
                <a:endParaRPr lang="es-CO" sz="2300"/>
              </a:p>
            </p:txBody>
          </p:sp>
        </mc:Choice>
        <mc:Fallback xmlns="">
          <p:sp>
            <p:nvSpPr>
              <p:cNvPr id="13" name="CuadroTexto 12">
                <a:extLst>
                  <a:ext uri="{FF2B5EF4-FFF2-40B4-BE49-F238E27FC236}">
                    <a16:creationId xmlns:a16="http://schemas.microsoft.com/office/drawing/2014/main" id="{D13EDEB0-8C4A-1EA3-7525-78D15B8A03DF}"/>
                  </a:ext>
                </a:extLst>
              </p:cNvPr>
              <p:cNvSpPr txBox="1">
                <a:spLocks noRot="1" noChangeAspect="1" noMove="1" noResize="1" noEditPoints="1" noAdjustHandles="1" noChangeArrowheads="1" noChangeShapeType="1" noTextEdit="1"/>
              </p:cNvSpPr>
              <p:nvPr/>
            </p:nvSpPr>
            <p:spPr>
              <a:xfrm>
                <a:off x="2158191" y="2525167"/>
                <a:ext cx="7875618" cy="353943"/>
              </a:xfrm>
              <a:prstGeom prst="rect">
                <a:avLst/>
              </a:prstGeom>
              <a:blipFill>
                <a:blip r:embed="rId3"/>
                <a:stretch>
                  <a:fillRect l="-643" t="-6897" r="-161" b="-3793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B7A14C3-6AC1-EBCE-9BF2-50A60ABE8193}"/>
                  </a:ext>
                </a:extLst>
              </p:cNvPr>
              <p:cNvSpPr txBox="1"/>
              <p:nvPr/>
            </p:nvSpPr>
            <p:spPr>
              <a:xfrm>
                <a:off x="4079454" y="3688322"/>
                <a:ext cx="4033092" cy="7952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f>
                            <m:fPr>
                              <m:type m:val="noBar"/>
                              <m:ctrlPr>
                                <a:rPr lang="es-CO" sz="2300" i="1">
                                  <a:latin typeface="Cambria Math" panose="02040503050406030204" pitchFamily="18" charset="0"/>
                                </a:rPr>
                              </m:ctrlPr>
                            </m:fPr>
                            <m:num>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sup>
                              </m:sSup>
                              <m:r>
                                <a:rPr lang="es-CO" sz="2300" i="1">
                                  <a:latin typeface="Cambria Math" panose="02040503050406030204" pitchFamily="18" charset="0"/>
                                </a:rPr>
                                <m:t>−1</m:t>
                              </m:r>
                            </m:num>
                            <m:den>
                              <m:r>
                                <a:rPr lang="es-CO" sz="2300" i="1">
                                  <a:latin typeface="Cambria Math" panose="02040503050406030204" pitchFamily="18" charset="0"/>
                                </a:rPr>
                                <m:t>𝑖</m:t>
                              </m:r>
                            </m:den>
                          </m:f>
                        </m:e>
                      </m:d>
                      <m:r>
                        <a:rPr lang="es-CO" sz="2300" i="1">
                          <a:latin typeface="Cambria Math" panose="02040503050406030204" pitchFamily="18" charset="0"/>
                        </a:rPr>
                        <m:t>−</m:t>
                      </m:r>
                      <m:r>
                        <a:rPr lang="es-CO" sz="2300" i="1">
                          <a:latin typeface="Cambria Math" panose="02040503050406030204" pitchFamily="18" charset="0"/>
                        </a:rPr>
                        <m:t>𝑛𝐺</m:t>
                      </m:r>
                    </m:oMath>
                  </m:oMathPara>
                </a14:m>
                <a:endParaRPr lang="es-CO" sz="2300"/>
              </a:p>
            </p:txBody>
          </p:sp>
        </mc:Choice>
        <mc:Fallback xmlns="">
          <p:sp>
            <p:nvSpPr>
              <p:cNvPr id="6" name="CuadroTexto 5">
                <a:extLst>
                  <a:ext uri="{FF2B5EF4-FFF2-40B4-BE49-F238E27FC236}">
                    <a16:creationId xmlns:a16="http://schemas.microsoft.com/office/drawing/2014/main" id="{6B7A14C3-6AC1-EBCE-9BF2-50A60ABE8193}"/>
                  </a:ext>
                </a:extLst>
              </p:cNvPr>
              <p:cNvSpPr txBox="1">
                <a:spLocks noRot="1" noChangeAspect="1" noMove="1" noResize="1" noEditPoints="1" noAdjustHandles="1" noChangeArrowheads="1" noChangeShapeType="1" noTextEdit="1"/>
              </p:cNvSpPr>
              <p:nvPr/>
            </p:nvSpPr>
            <p:spPr>
              <a:xfrm>
                <a:off x="4079454" y="3688322"/>
                <a:ext cx="4033092" cy="795282"/>
              </a:xfrm>
              <a:prstGeom prst="rect">
                <a:avLst/>
              </a:prstGeom>
              <a:blipFill>
                <a:blip r:embed="rId4"/>
                <a:stretch>
                  <a:fillRect l="-1887" r="-943" b="-158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CuadroTexto 5">
                <a:extLst>
                  <a:ext uri="{FF2B5EF4-FFF2-40B4-BE49-F238E27FC236}">
                    <a16:creationId xmlns:a16="http://schemas.microsoft.com/office/drawing/2014/main" id="{0282780E-5DD0-418B-A3F0-4B360529A3A9}"/>
                  </a:ext>
                </a:extLst>
              </p:cNvPr>
              <p:cNvSpPr txBox="1"/>
              <p:nvPr/>
            </p:nvSpPr>
            <p:spPr>
              <a:xfrm>
                <a:off x="3982889" y="5160855"/>
                <a:ext cx="4226222" cy="7952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𝐺</m:t>
                      </m:r>
                      <m:d>
                        <m:dPr>
                          <m:begChr m:val="["/>
                          <m:endChr m:val="]"/>
                          <m:ctrlPr>
                            <a:rPr lang="es-CO" sz="2300" i="1">
                              <a:latin typeface="Cambria Math" panose="02040503050406030204" pitchFamily="18" charset="0"/>
                            </a:rPr>
                          </m:ctrlPr>
                        </m:dPr>
                        <m:e>
                          <m:d>
                            <m:dPr>
                              <m:ctrlPr>
                                <a:rPr lang="es-CO" sz="2300" i="1">
                                  <a:latin typeface="Cambria Math" panose="02040503050406030204" pitchFamily="18" charset="0"/>
                                </a:rPr>
                              </m:ctrlPr>
                            </m:dPr>
                            <m:e>
                              <m:f>
                                <m:fPr>
                                  <m:ctrlPr>
                                    <a:rPr lang="es-ES" sz="2300" i="1">
                                      <a:latin typeface="Cambria Math" panose="02040503050406030204" pitchFamily="18" charset="0"/>
                                    </a:rPr>
                                  </m:ctrlPr>
                                </m:fPr>
                                <m:num>
                                  <m:r>
                                    <a:rPr lang="es-ES" sz="2300" i="1">
                                      <a:latin typeface="Cambria Math" panose="02040503050406030204" pitchFamily="18" charset="0"/>
                                    </a:rPr>
                                    <m:t>1</m:t>
                                  </m:r>
                                </m:num>
                                <m:den>
                                  <m:r>
                                    <a:rPr lang="es-ES" sz="2300" i="1">
                                      <a:latin typeface="Cambria Math" panose="02040503050406030204" pitchFamily="18" charset="0"/>
                                    </a:rPr>
                                    <m:t>𝑖</m:t>
                                  </m:r>
                                </m:den>
                              </m:f>
                            </m:e>
                          </m:d>
                          <m:d>
                            <m:dPr>
                              <m:ctrlPr>
                                <a:rPr lang="es-CO" sz="2300" i="1">
                                  <a:latin typeface="Cambria Math" panose="02040503050406030204" pitchFamily="18" charset="0"/>
                                </a:rPr>
                              </m:ctrlPr>
                            </m:dPr>
                            <m:e>
                              <m:f>
                                <m:fPr>
                                  <m:ctrlPr>
                                    <a:rPr lang="es-ES" sz="2300" i="1">
                                      <a:latin typeface="Cambria Math" panose="02040503050406030204" pitchFamily="18" charset="0"/>
                                    </a:rPr>
                                  </m:ctrlPr>
                                </m:fPr>
                                <m:num>
                                  <m:sSup>
                                    <m:sSupPr>
                                      <m:ctrlPr>
                                        <a:rPr lang="es-ES" sz="2300" i="1">
                                          <a:latin typeface="Cambria Math" panose="02040503050406030204" pitchFamily="18" charset="0"/>
                                        </a:rPr>
                                      </m:ctrlPr>
                                    </m:sSupPr>
                                    <m:e>
                                      <m:d>
                                        <m:dPr>
                                          <m:ctrlPr>
                                            <a:rPr lang="es-ES" sz="2300" i="1">
                                              <a:latin typeface="Cambria Math" panose="02040503050406030204" pitchFamily="18" charset="0"/>
                                            </a:rPr>
                                          </m:ctrlPr>
                                        </m:dPr>
                                        <m:e>
                                          <m:r>
                                            <a:rPr lang="es-ES" sz="2300" i="1">
                                              <a:latin typeface="Cambria Math" panose="02040503050406030204" pitchFamily="18" charset="0"/>
                                            </a:rPr>
                                            <m:t>1+</m:t>
                                          </m:r>
                                          <m:r>
                                            <a:rPr lang="es-ES" sz="2300" i="1">
                                              <a:latin typeface="Cambria Math" panose="02040503050406030204" pitchFamily="18" charset="0"/>
                                            </a:rPr>
                                            <m:t>𝑖</m:t>
                                          </m:r>
                                        </m:e>
                                      </m:d>
                                    </m:e>
                                    <m:sup>
                                      <m:r>
                                        <a:rPr lang="es-ES" sz="2300" i="1">
                                          <a:latin typeface="Cambria Math" panose="02040503050406030204" pitchFamily="18" charset="0"/>
                                        </a:rPr>
                                        <m:t>𝑛</m:t>
                                      </m:r>
                                    </m:sup>
                                  </m:sSup>
                                  <m:r>
                                    <a:rPr lang="es-ES" sz="2300" i="1">
                                      <a:latin typeface="Cambria Math" panose="02040503050406030204" pitchFamily="18" charset="0"/>
                                    </a:rPr>
                                    <m:t>−1</m:t>
                                  </m:r>
                                </m:num>
                                <m:den>
                                  <m:r>
                                    <a:rPr lang="es-ES" sz="2300" i="1">
                                      <a:latin typeface="Cambria Math" panose="02040503050406030204" pitchFamily="18" charset="0"/>
                                    </a:rPr>
                                    <m:t>𝑖</m:t>
                                  </m:r>
                                </m:den>
                              </m:f>
                              <m:r>
                                <a:rPr lang="es-ES" sz="2300" i="1">
                                  <a:latin typeface="Cambria Math" panose="02040503050406030204" pitchFamily="18" charset="0"/>
                                </a:rPr>
                                <m:t>−</m:t>
                              </m:r>
                              <m:r>
                                <a:rPr lang="es-ES" sz="2300" i="1">
                                  <a:latin typeface="Cambria Math" panose="02040503050406030204" pitchFamily="18" charset="0"/>
                                </a:rPr>
                                <m:t>𝑛</m:t>
                              </m:r>
                            </m:e>
                          </m:d>
                        </m:e>
                      </m:d>
                    </m:oMath>
                  </m:oMathPara>
                </a14:m>
                <a:endParaRPr lang="es-CO" sz="2300"/>
              </a:p>
            </p:txBody>
          </p:sp>
        </mc:Choice>
        <mc:Fallback xmlns="">
          <p:sp>
            <p:nvSpPr>
              <p:cNvPr id="11" name="CuadroTexto 5">
                <a:extLst>
                  <a:ext uri="{FF2B5EF4-FFF2-40B4-BE49-F238E27FC236}">
                    <a16:creationId xmlns:a16="http://schemas.microsoft.com/office/drawing/2014/main" id="{0282780E-5DD0-418B-A3F0-4B360529A3A9}"/>
                  </a:ext>
                </a:extLst>
              </p:cNvPr>
              <p:cNvSpPr txBox="1">
                <a:spLocks noRot="1" noChangeAspect="1" noMove="1" noResize="1" noEditPoints="1" noAdjustHandles="1" noChangeArrowheads="1" noChangeShapeType="1" noTextEdit="1"/>
              </p:cNvSpPr>
              <p:nvPr/>
            </p:nvSpPr>
            <p:spPr>
              <a:xfrm>
                <a:off x="3982889" y="5160855"/>
                <a:ext cx="4226222" cy="795282"/>
              </a:xfrm>
              <a:prstGeom prst="rect">
                <a:avLst/>
              </a:prstGeom>
              <a:blipFill>
                <a:blip r:embed="rId5"/>
                <a:stretch>
                  <a:fillRect l="-1198"/>
                </a:stretch>
              </a:blipFill>
            </p:spPr>
            <p:txBody>
              <a:bodyPr/>
              <a:lstStyle/>
              <a:p>
                <a:r>
                  <a:rPr lang="es-CO">
                    <a:noFill/>
                  </a:rPr>
                  <a:t> </a:t>
                </a:r>
              </a:p>
            </p:txBody>
          </p:sp>
        </mc:Fallback>
      </mc:AlternateContent>
      <p:sp>
        <p:nvSpPr>
          <p:cNvPr id="10" name="Title 1">
            <a:extLst>
              <a:ext uri="{FF2B5EF4-FFF2-40B4-BE49-F238E27FC236}">
                <a16:creationId xmlns:a16="http://schemas.microsoft.com/office/drawing/2014/main" id="{444CFF9C-EDB4-2EE2-86F8-63BD0A697220}"/>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2" name="Rectángulo 11">
            <a:extLst>
              <a:ext uri="{FF2B5EF4-FFF2-40B4-BE49-F238E27FC236}">
                <a16:creationId xmlns:a16="http://schemas.microsoft.com/office/drawing/2014/main" id="{94A4AD89-6DAB-7832-5400-3A40F5750E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EABE9819-D3B9-F559-2A90-D3926B198B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279BD46B-B1E5-BB8F-AD16-C3F8251AB64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909292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E3E23BA-6E79-2442-BA73-D218A5E297C3}" type="slidenum">
              <a:rPr lang="en-US">
                <a:solidFill>
                  <a:prstClr val="black">
                    <a:tint val="75000"/>
                  </a:prstClr>
                </a:solidFill>
                <a:latin typeface="Calibri" panose="020F0502020204030204"/>
              </a:rPr>
              <a:pPr>
                <a:defRPr/>
              </a:pPr>
              <a:t>47</a:t>
            </a:fld>
            <a:endParaRPr lang="en-US">
              <a:solidFill>
                <a:prstClr val="black">
                  <a:tint val="75000"/>
                </a:prstClr>
              </a:solidFill>
              <a:latin typeface="Calibri" panose="020F0502020204030204"/>
            </a:endParaRPr>
          </a:p>
        </p:txBody>
      </p:sp>
      <mc:AlternateContent xmlns:mc="http://schemas.openxmlformats.org/markup-compatibility/2006">
        <mc:Choice xmlns:a14="http://schemas.microsoft.com/office/drawing/2010/main" Requires="a14">
          <p:sp>
            <p:nvSpPr>
              <p:cNvPr id="11" name="CuadroTexto 5">
                <a:extLst>
                  <a:ext uri="{FF2B5EF4-FFF2-40B4-BE49-F238E27FC236}">
                    <a16:creationId xmlns:a16="http://schemas.microsoft.com/office/drawing/2014/main" id="{0282780E-5DD0-418B-A3F0-4B360529A3A9}"/>
                  </a:ext>
                </a:extLst>
              </p:cNvPr>
              <p:cNvSpPr txBox="1"/>
              <p:nvPr/>
            </p:nvSpPr>
            <p:spPr>
              <a:xfrm>
                <a:off x="3982888" y="2462968"/>
                <a:ext cx="4226222" cy="795282"/>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s-CO" sz="2300" i="1">
                          <a:solidFill>
                            <a:prstClr val="black"/>
                          </a:solidFill>
                          <a:latin typeface="Cambria Math" panose="02040503050406030204" pitchFamily="18" charset="0"/>
                        </a:rPr>
                        <m:t>𝑉𝑓</m:t>
                      </m:r>
                      <m:r>
                        <a:rPr lang="es-CO" sz="2300" i="1">
                          <a:solidFill>
                            <a:prstClr val="black"/>
                          </a:solidFill>
                          <a:latin typeface="Cambria Math" panose="02040503050406030204" pitchFamily="18" charset="0"/>
                        </a:rPr>
                        <m:t>=</m:t>
                      </m:r>
                      <m:r>
                        <a:rPr lang="es-CO" sz="2300" i="1">
                          <a:solidFill>
                            <a:prstClr val="black"/>
                          </a:solidFill>
                          <a:latin typeface="Cambria Math" panose="02040503050406030204" pitchFamily="18" charset="0"/>
                        </a:rPr>
                        <m:t>𝐺</m:t>
                      </m:r>
                      <m:d>
                        <m:dPr>
                          <m:begChr m:val="["/>
                          <m:endChr m:val="]"/>
                          <m:ctrlPr>
                            <a:rPr lang="es-CO" sz="2300" i="1">
                              <a:solidFill>
                                <a:prstClr val="black"/>
                              </a:solidFill>
                              <a:latin typeface="Cambria Math" panose="02040503050406030204" pitchFamily="18" charset="0"/>
                            </a:rPr>
                          </m:ctrlPr>
                        </m:dPr>
                        <m:e>
                          <m:d>
                            <m:dPr>
                              <m:ctrlPr>
                                <a:rPr lang="es-CO" sz="2300" i="1">
                                  <a:solidFill>
                                    <a:prstClr val="black"/>
                                  </a:solidFill>
                                  <a:latin typeface="Cambria Math" panose="02040503050406030204" pitchFamily="18" charset="0"/>
                                </a:rPr>
                              </m:ctrlPr>
                            </m:dPr>
                            <m:e>
                              <m:f>
                                <m:fPr>
                                  <m:ctrlPr>
                                    <a:rPr lang="es-ES" sz="2300" i="1">
                                      <a:solidFill>
                                        <a:prstClr val="black"/>
                                      </a:solidFill>
                                      <a:latin typeface="Cambria Math" panose="02040503050406030204" pitchFamily="18" charset="0"/>
                                    </a:rPr>
                                  </m:ctrlPr>
                                </m:fPr>
                                <m:num>
                                  <m:r>
                                    <a:rPr lang="es-ES" sz="2300" i="1">
                                      <a:solidFill>
                                        <a:prstClr val="black"/>
                                      </a:solidFill>
                                      <a:latin typeface="Cambria Math" panose="02040503050406030204" pitchFamily="18" charset="0"/>
                                    </a:rPr>
                                    <m:t>1</m:t>
                                  </m:r>
                                </m:num>
                                <m:den>
                                  <m:r>
                                    <a:rPr lang="es-ES" sz="2300" i="1">
                                      <a:solidFill>
                                        <a:prstClr val="black"/>
                                      </a:solidFill>
                                      <a:latin typeface="Cambria Math" panose="02040503050406030204" pitchFamily="18" charset="0"/>
                                    </a:rPr>
                                    <m:t>𝑖</m:t>
                                  </m:r>
                                </m:den>
                              </m:f>
                            </m:e>
                          </m:d>
                          <m:d>
                            <m:dPr>
                              <m:ctrlPr>
                                <a:rPr lang="es-CO" sz="2300" i="1">
                                  <a:solidFill>
                                    <a:prstClr val="black"/>
                                  </a:solidFill>
                                  <a:latin typeface="Cambria Math" panose="02040503050406030204" pitchFamily="18" charset="0"/>
                                </a:rPr>
                              </m:ctrlPr>
                            </m:dPr>
                            <m:e>
                              <m:f>
                                <m:fPr>
                                  <m:ctrlPr>
                                    <a:rPr lang="es-ES" sz="2300" i="1">
                                      <a:solidFill>
                                        <a:prstClr val="black"/>
                                      </a:solidFill>
                                      <a:latin typeface="Cambria Math" panose="02040503050406030204" pitchFamily="18" charset="0"/>
                                    </a:rPr>
                                  </m:ctrlPr>
                                </m:fPr>
                                <m:num>
                                  <m:sSup>
                                    <m:sSupPr>
                                      <m:ctrlPr>
                                        <a:rPr lang="es-ES" sz="2300" i="1">
                                          <a:solidFill>
                                            <a:prstClr val="black"/>
                                          </a:solidFill>
                                          <a:latin typeface="Cambria Math" panose="02040503050406030204" pitchFamily="18" charset="0"/>
                                        </a:rPr>
                                      </m:ctrlPr>
                                    </m:sSupPr>
                                    <m:e>
                                      <m:d>
                                        <m:dPr>
                                          <m:ctrlPr>
                                            <a:rPr lang="es-ES" sz="2300" i="1">
                                              <a:solidFill>
                                                <a:prstClr val="black"/>
                                              </a:solidFill>
                                              <a:latin typeface="Cambria Math" panose="02040503050406030204" pitchFamily="18" charset="0"/>
                                            </a:rPr>
                                          </m:ctrlPr>
                                        </m:dPr>
                                        <m:e>
                                          <m:r>
                                            <a:rPr lang="es-ES" sz="2300" i="1">
                                              <a:solidFill>
                                                <a:prstClr val="black"/>
                                              </a:solidFill>
                                              <a:latin typeface="Cambria Math" panose="02040503050406030204" pitchFamily="18" charset="0"/>
                                            </a:rPr>
                                            <m:t>1+</m:t>
                                          </m:r>
                                          <m:r>
                                            <a:rPr lang="es-ES" sz="2300" i="1">
                                              <a:solidFill>
                                                <a:prstClr val="black"/>
                                              </a:solidFill>
                                              <a:latin typeface="Cambria Math" panose="02040503050406030204" pitchFamily="18" charset="0"/>
                                            </a:rPr>
                                            <m:t>𝑖</m:t>
                                          </m:r>
                                        </m:e>
                                      </m:d>
                                    </m:e>
                                    <m:sup>
                                      <m:r>
                                        <a:rPr lang="es-ES" sz="2300" i="1">
                                          <a:solidFill>
                                            <a:prstClr val="black"/>
                                          </a:solidFill>
                                          <a:latin typeface="Cambria Math" panose="02040503050406030204" pitchFamily="18" charset="0"/>
                                        </a:rPr>
                                        <m:t>𝑛</m:t>
                                      </m:r>
                                    </m:sup>
                                  </m:sSup>
                                  <m:r>
                                    <a:rPr lang="es-ES" sz="2300" i="1">
                                      <a:solidFill>
                                        <a:prstClr val="black"/>
                                      </a:solidFill>
                                      <a:latin typeface="Cambria Math" panose="02040503050406030204" pitchFamily="18" charset="0"/>
                                    </a:rPr>
                                    <m:t>−1</m:t>
                                  </m:r>
                                </m:num>
                                <m:den>
                                  <m:r>
                                    <a:rPr lang="es-ES" sz="2300" i="1">
                                      <a:solidFill>
                                        <a:prstClr val="black"/>
                                      </a:solidFill>
                                      <a:latin typeface="Cambria Math" panose="02040503050406030204" pitchFamily="18" charset="0"/>
                                    </a:rPr>
                                    <m:t>𝑖</m:t>
                                  </m:r>
                                </m:den>
                              </m:f>
                              <m:r>
                                <a:rPr lang="es-ES" sz="2300" i="1">
                                  <a:solidFill>
                                    <a:prstClr val="black"/>
                                  </a:solidFill>
                                  <a:latin typeface="Cambria Math" panose="02040503050406030204" pitchFamily="18" charset="0"/>
                                </a:rPr>
                                <m:t>−</m:t>
                              </m:r>
                              <m:r>
                                <a:rPr lang="es-ES" sz="2300" i="1">
                                  <a:solidFill>
                                    <a:prstClr val="black"/>
                                  </a:solidFill>
                                  <a:latin typeface="Cambria Math" panose="02040503050406030204" pitchFamily="18" charset="0"/>
                                </a:rPr>
                                <m:t>𝑛</m:t>
                              </m:r>
                            </m:e>
                          </m:d>
                        </m:e>
                      </m:d>
                    </m:oMath>
                  </m:oMathPara>
                </a14:m>
                <a:endParaRPr lang="es-CO" sz="2300" dirty="0">
                  <a:solidFill>
                    <a:prstClr val="black"/>
                  </a:solidFill>
                  <a:latin typeface="Calibri" panose="020F0502020204030204"/>
                </a:endParaRPr>
              </a:p>
            </p:txBody>
          </p:sp>
        </mc:Choice>
        <mc:Fallback>
          <p:sp>
            <p:nvSpPr>
              <p:cNvPr id="11" name="CuadroTexto 5">
                <a:extLst>
                  <a:ext uri="{FF2B5EF4-FFF2-40B4-BE49-F238E27FC236}">
                    <a16:creationId xmlns:a16="http://schemas.microsoft.com/office/drawing/2014/main" id="{0282780E-5DD0-418B-A3F0-4B360529A3A9}"/>
                  </a:ext>
                </a:extLst>
              </p:cNvPr>
              <p:cNvSpPr txBox="1">
                <a:spLocks noRot="1" noChangeAspect="1" noMove="1" noResize="1" noEditPoints="1" noAdjustHandles="1" noChangeArrowheads="1" noChangeShapeType="1" noTextEdit="1"/>
              </p:cNvSpPr>
              <p:nvPr/>
            </p:nvSpPr>
            <p:spPr>
              <a:xfrm>
                <a:off x="3982888" y="2462968"/>
                <a:ext cx="4226222" cy="795282"/>
              </a:xfrm>
              <a:prstGeom prst="rect">
                <a:avLst/>
              </a:prstGeom>
              <a:blipFill>
                <a:blip r:embed="rId3"/>
                <a:stretch>
                  <a:fillRect l="-893"/>
                </a:stretch>
              </a:blipFill>
              <a:ln>
                <a:solidFill>
                  <a:srgbClr val="FF0000"/>
                </a:solidFill>
              </a:ln>
            </p:spPr>
            <p:txBody>
              <a:bodyPr/>
              <a:lstStyle/>
              <a:p>
                <a:r>
                  <a:rPr lang="es-ES_tradnl">
                    <a:noFill/>
                  </a:rPr>
                  <a:t> </a:t>
                </a:r>
              </a:p>
            </p:txBody>
          </p:sp>
        </mc:Fallback>
      </mc:AlternateContent>
      <p:sp>
        <p:nvSpPr>
          <p:cNvPr id="8" name="Marcador de contenido 2">
            <a:extLst>
              <a:ext uri="{FF2B5EF4-FFF2-40B4-BE49-F238E27FC236}">
                <a16:creationId xmlns:a16="http://schemas.microsoft.com/office/drawing/2014/main" id="{9EF42E38-24E7-4CC7-9450-D99F7E5C8A03}"/>
              </a:ext>
            </a:extLst>
          </p:cNvPr>
          <p:cNvSpPr>
            <a:spLocks noGrp="1"/>
          </p:cNvSpPr>
          <p:nvPr>
            <p:ph idx="1"/>
          </p:nvPr>
        </p:nvSpPr>
        <p:spPr>
          <a:xfrm>
            <a:off x="1988039" y="3509205"/>
            <a:ext cx="7986607" cy="590318"/>
          </a:xfrm>
        </p:spPr>
        <p:txBody>
          <a:bodyPr>
            <a:normAutofit/>
          </a:bodyPr>
          <a:lstStyle/>
          <a:p>
            <a:pPr marL="0" indent="0" algn="ctr">
              <a:buNone/>
            </a:pPr>
            <a:r>
              <a:rPr lang="es-ES" sz="2000" dirty="0">
                <a:solidFill>
                  <a:srgbClr val="800000"/>
                </a:solidFill>
              </a:rPr>
              <a:t>¿Cómo hallamos el </a:t>
            </a:r>
            <a:r>
              <a:rPr lang="es-ES" sz="2000" b="1" dirty="0">
                <a:solidFill>
                  <a:srgbClr val="800000"/>
                </a:solidFill>
              </a:rPr>
              <a:t>VP</a:t>
            </a:r>
            <a:r>
              <a:rPr lang="es-ES" sz="2000" dirty="0">
                <a:solidFill>
                  <a:srgbClr val="800000"/>
                </a:solidFill>
              </a:rPr>
              <a:t> de un gradiente aritmético?</a:t>
            </a:r>
            <a:r>
              <a:rPr lang="es-ES" sz="2600" b="1" dirty="0"/>
              <a:t> </a:t>
            </a:r>
          </a:p>
        </p:txBody>
      </p:sp>
      <mc:AlternateContent xmlns:mc="http://schemas.openxmlformats.org/markup-compatibility/2006">
        <mc:Choice xmlns:a14="http://schemas.microsoft.com/office/drawing/2010/main" Requires="a14">
          <p:sp>
            <p:nvSpPr>
              <p:cNvPr id="9" name="CuadroTexto 5">
                <a:extLst>
                  <a:ext uri="{FF2B5EF4-FFF2-40B4-BE49-F238E27FC236}">
                    <a16:creationId xmlns:a16="http://schemas.microsoft.com/office/drawing/2014/main" id="{0B39B8CC-3BD4-4179-AF50-0BE7A6DC5EF0}"/>
                  </a:ext>
                </a:extLst>
              </p:cNvPr>
              <p:cNvSpPr txBox="1"/>
              <p:nvPr/>
            </p:nvSpPr>
            <p:spPr>
              <a:xfrm>
                <a:off x="6095999" y="4220036"/>
                <a:ext cx="4226222" cy="803682"/>
              </a:xfrm>
              <a:prstGeom prst="rect">
                <a:avLst/>
              </a:prstGeom>
              <a:noFill/>
            </p:spPr>
            <p:txBody>
              <a:bodyPr wrap="squar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s-CO" i="1">
                          <a:solidFill>
                            <a:prstClr val="black"/>
                          </a:solidFill>
                          <a:latin typeface="Cambria Math" panose="02040503050406030204" pitchFamily="18" charset="0"/>
                        </a:rPr>
                        <m:t>𝑉</m:t>
                      </m:r>
                      <m:r>
                        <a:rPr lang="es-ES" i="1">
                          <a:solidFill>
                            <a:prstClr val="black"/>
                          </a:solidFill>
                          <a:latin typeface="Cambria Math" panose="02040503050406030204" pitchFamily="18" charset="0"/>
                        </a:rPr>
                        <m:t>𝑃</m:t>
                      </m:r>
                      <m:r>
                        <a:rPr lang="es-CO" i="1">
                          <a:solidFill>
                            <a:prstClr val="black"/>
                          </a:solidFill>
                          <a:latin typeface="Cambria Math" panose="02040503050406030204" pitchFamily="18" charset="0"/>
                        </a:rPr>
                        <m:t>=</m:t>
                      </m:r>
                      <m:f>
                        <m:fPr>
                          <m:ctrlPr>
                            <a:rPr lang="es-ES" i="1">
                              <a:solidFill>
                                <a:prstClr val="black"/>
                              </a:solidFill>
                              <a:latin typeface="Cambria Math" panose="02040503050406030204" pitchFamily="18" charset="0"/>
                            </a:rPr>
                          </m:ctrlPr>
                        </m:fPr>
                        <m:num>
                          <m:r>
                            <a:rPr lang="es-CO" i="1">
                              <a:solidFill>
                                <a:prstClr val="black"/>
                              </a:solidFill>
                              <a:latin typeface="Cambria Math" panose="02040503050406030204" pitchFamily="18" charset="0"/>
                            </a:rPr>
                            <m:t>𝐺</m:t>
                          </m:r>
                          <m:d>
                            <m:dPr>
                              <m:begChr m:val="["/>
                              <m:endChr m:val="]"/>
                              <m:ctrlPr>
                                <a:rPr lang="es-CO" i="1">
                                  <a:solidFill>
                                    <a:prstClr val="black"/>
                                  </a:solidFill>
                                  <a:latin typeface="Cambria Math" panose="02040503050406030204" pitchFamily="18" charset="0"/>
                                </a:rPr>
                              </m:ctrlPr>
                            </m:dPr>
                            <m:e>
                              <m:d>
                                <m:dPr>
                                  <m:ctrlPr>
                                    <a:rPr lang="es-CO" i="1">
                                      <a:solidFill>
                                        <a:prstClr val="black"/>
                                      </a:solidFill>
                                      <a:latin typeface="Cambria Math" panose="02040503050406030204" pitchFamily="18" charset="0"/>
                                    </a:rPr>
                                  </m:ctrlPr>
                                </m:dPr>
                                <m:e>
                                  <m:f>
                                    <m:fPr>
                                      <m:ctrlPr>
                                        <a:rPr lang="es-ES" i="1">
                                          <a:solidFill>
                                            <a:prstClr val="black"/>
                                          </a:solidFill>
                                          <a:latin typeface="Cambria Math" panose="02040503050406030204" pitchFamily="18" charset="0"/>
                                        </a:rPr>
                                      </m:ctrlPr>
                                    </m:fPr>
                                    <m:num>
                                      <m:r>
                                        <a:rPr lang="es-ES" i="1">
                                          <a:solidFill>
                                            <a:prstClr val="black"/>
                                          </a:solidFill>
                                          <a:latin typeface="Cambria Math" panose="02040503050406030204" pitchFamily="18" charset="0"/>
                                        </a:rPr>
                                        <m:t>1</m:t>
                                      </m:r>
                                    </m:num>
                                    <m:den>
                                      <m:r>
                                        <a:rPr lang="es-ES" i="1">
                                          <a:solidFill>
                                            <a:prstClr val="black"/>
                                          </a:solidFill>
                                          <a:latin typeface="Cambria Math" panose="02040503050406030204" pitchFamily="18" charset="0"/>
                                        </a:rPr>
                                        <m:t>𝑖</m:t>
                                      </m:r>
                                    </m:den>
                                  </m:f>
                                </m:e>
                              </m:d>
                              <m:d>
                                <m:dPr>
                                  <m:ctrlPr>
                                    <a:rPr lang="es-CO" i="1">
                                      <a:solidFill>
                                        <a:prstClr val="black"/>
                                      </a:solidFill>
                                      <a:latin typeface="Cambria Math" panose="02040503050406030204" pitchFamily="18" charset="0"/>
                                    </a:rPr>
                                  </m:ctrlPr>
                                </m:dPr>
                                <m:e>
                                  <m:f>
                                    <m:fPr>
                                      <m:ctrlPr>
                                        <a:rPr lang="es-ES" i="1">
                                          <a:solidFill>
                                            <a:prstClr val="black"/>
                                          </a:solidFill>
                                          <a:latin typeface="Cambria Math" panose="02040503050406030204" pitchFamily="18" charset="0"/>
                                        </a:rPr>
                                      </m:ctrlPr>
                                    </m:fPr>
                                    <m:num>
                                      <m:sSup>
                                        <m:sSupPr>
                                          <m:ctrlPr>
                                            <a:rPr lang="es-ES" i="1">
                                              <a:solidFill>
                                                <a:prstClr val="black"/>
                                              </a:solidFill>
                                              <a:latin typeface="Cambria Math" panose="02040503050406030204" pitchFamily="18" charset="0"/>
                                            </a:rPr>
                                          </m:ctrlPr>
                                        </m:sSupPr>
                                        <m:e>
                                          <m:d>
                                            <m:dPr>
                                              <m:ctrlPr>
                                                <a:rPr lang="es-ES" i="1">
                                                  <a:solidFill>
                                                    <a:prstClr val="black"/>
                                                  </a:solidFill>
                                                  <a:latin typeface="Cambria Math" panose="02040503050406030204" pitchFamily="18" charset="0"/>
                                                </a:rPr>
                                              </m:ctrlPr>
                                            </m:dPr>
                                            <m:e>
                                              <m:r>
                                                <a:rPr lang="es-ES" i="1">
                                                  <a:solidFill>
                                                    <a:prstClr val="black"/>
                                                  </a:solidFill>
                                                  <a:latin typeface="Cambria Math" panose="02040503050406030204" pitchFamily="18" charset="0"/>
                                                </a:rPr>
                                                <m:t>1+</m:t>
                                              </m:r>
                                              <m:r>
                                                <a:rPr lang="es-ES" i="1">
                                                  <a:solidFill>
                                                    <a:prstClr val="black"/>
                                                  </a:solidFill>
                                                  <a:latin typeface="Cambria Math" panose="02040503050406030204" pitchFamily="18" charset="0"/>
                                                </a:rPr>
                                                <m:t>𝑖</m:t>
                                              </m:r>
                                            </m:e>
                                          </m:d>
                                        </m:e>
                                        <m:sup>
                                          <m:r>
                                            <a:rPr lang="es-ES" i="1">
                                              <a:solidFill>
                                                <a:prstClr val="black"/>
                                              </a:solidFill>
                                              <a:latin typeface="Cambria Math" panose="02040503050406030204" pitchFamily="18" charset="0"/>
                                            </a:rPr>
                                            <m:t>𝑛</m:t>
                                          </m:r>
                                        </m:sup>
                                      </m:sSup>
                                      <m:r>
                                        <a:rPr lang="es-ES" i="1">
                                          <a:solidFill>
                                            <a:prstClr val="black"/>
                                          </a:solidFill>
                                          <a:latin typeface="Cambria Math" panose="02040503050406030204" pitchFamily="18" charset="0"/>
                                        </a:rPr>
                                        <m:t>−1</m:t>
                                      </m:r>
                                    </m:num>
                                    <m:den>
                                      <m:r>
                                        <a:rPr lang="es-ES" i="1">
                                          <a:solidFill>
                                            <a:prstClr val="black"/>
                                          </a:solidFill>
                                          <a:latin typeface="Cambria Math" panose="02040503050406030204" pitchFamily="18" charset="0"/>
                                        </a:rPr>
                                        <m:t>𝑖</m:t>
                                      </m:r>
                                    </m:den>
                                  </m:f>
                                  <m:r>
                                    <a:rPr lang="es-ES" i="1">
                                      <a:solidFill>
                                        <a:prstClr val="black"/>
                                      </a:solidFill>
                                      <a:latin typeface="Cambria Math" panose="02040503050406030204" pitchFamily="18" charset="0"/>
                                    </a:rPr>
                                    <m:t>−</m:t>
                                  </m:r>
                                  <m:r>
                                    <a:rPr lang="es-ES" i="1">
                                      <a:solidFill>
                                        <a:prstClr val="black"/>
                                      </a:solidFill>
                                      <a:latin typeface="Cambria Math" panose="02040503050406030204" pitchFamily="18" charset="0"/>
                                    </a:rPr>
                                    <m:t>𝑛</m:t>
                                  </m:r>
                                </m:e>
                              </m:d>
                            </m:e>
                          </m:d>
                        </m:num>
                        <m:den>
                          <m:sSup>
                            <m:sSupPr>
                              <m:ctrlPr>
                                <a:rPr lang="es-ES" i="1">
                                  <a:solidFill>
                                    <a:prstClr val="black"/>
                                  </a:solidFill>
                                  <a:latin typeface="Cambria Math" panose="02040503050406030204" pitchFamily="18" charset="0"/>
                                </a:rPr>
                              </m:ctrlPr>
                            </m:sSupPr>
                            <m:e>
                              <m:d>
                                <m:dPr>
                                  <m:ctrlPr>
                                    <a:rPr lang="es-ES" i="1">
                                      <a:solidFill>
                                        <a:prstClr val="black"/>
                                      </a:solidFill>
                                      <a:latin typeface="Cambria Math" panose="02040503050406030204" pitchFamily="18" charset="0"/>
                                    </a:rPr>
                                  </m:ctrlPr>
                                </m:dPr>
                                <m:e>
                                  <m:r>
                                    <a:rPr lang="es-ES" i="1">
                                      <a:solidFill>
                                        <a:prstClr val="black"/>
                                      </a:solidFill>
                                      <a:latin typeface="Cambria Math" panose="02040503050406030204" pitchFamily="18" charset="0"/>
                                    </a:rPr>
                                    <m:t>1+</m:t>
                                  </m:r>
                                  <m:r>
                                    <a:rPr lang="es-ES" i="1">
                                      <a:solidFill>
                                        <a:prstClr val="black"/>
                                      </a:solidFill>
                                      <a:latin typeface="Cambria Math" panose="02040503050406030204" pitchFamily="18" charset="0"/>
                                    </a:rPr>
                                    <m:t>𝑖</m:t>
                                  </m:r>
                                </m:e>
                              </m:d>
                            </m:e>
                            <m:sup>
                              <m:r>
                                <a:rPr lang="es-ES" i="1">
                                  <a:solidFill>
                                    <a:prstClr val="black"/>
                                  </a:solidFill>
                                  <a:latin typeface="Cambria Math" panose="02040503050406030204" pitchFamily="18" charset="0"/>
                                </a:rPr>
                                <m:t>𝑛</m:t>
                              </m:r>
                            </m:sup>
                          </m:sSup>
                        </m:den>
                      </m:f>
                    </m:oMath>
                  </m:oMathPara>
                </a14:m>
                <a:endParaRPr lang="es-CO" dirty="0">
                  <a:solidFill>
                    <a:prstClr val="black"/>
                  </a:solidFill>
                  <a:latin typeface="Calibri" panose="020F0502020204030204"/>
                </a:endParaRPr>
              </a:p>
            </p:txBody>
          </p:sp>
        </mc:Choice>
        <mc:Fallback>
          <p:sp>
            <p:nvSpPr>
              <p:cNvPr id="9" name="CuadroTexto 5">
                <a:extLst>
                  <a:ext uri="{FF2B5EF4-FFF2-40B4-BE49-F238E27FC236}">
                    <a16:creationId xmlns:a16="http://schemas.microsoft.com/office/drawing/2014/main" id="{0B39B8CC-3BD4-4179-AF50-0BE7A6DC5EF0}"/>
                  </a:ext>
                </a:extLst>
              </p:cNvPr>
              <p:cNvSpPr txBox="1">
                <a:spLocks noRot="1" noChangeAspect="1" noMove="1" noResize="1" noEditPoints="1" noAdjustHandles="1" noChangeArrowheads="1" noChangeShapeType="1" noTextEdit="1"/>
              </p:cNvSpPr>
              <p:nvPr/>
            </p:nvSpPr>
            <p:spPr>
              <a:xfrm>
                <a:off x="6095999" y="4220036"/>
                <a:ext cx="4226222" cy="803682"/>
              </a:xfrm>
              <a:prstGeom prst="rect">
                <a:avLst/>
              </a:prstGeom>
              <a:blipFill>
                <a:blip r:embed="rId4"/>
                <a:stretch>
                  <a:fillRect b="-3125"/>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10" name="CuadroTexto 5">
                <a:extLst>
                  <a:ext uri="{FF2B5EF4-FFF2-40B4-BE49-F238E27FC236}">
                    <a16:creationId xmlns:a16="http://schemas.microsoft.com/office/drawing/2014/main" id="{0B63BC1D-02F3-41F5-8F95-57C65AF2E436}"/>
                  </a:ext>
                </a:extLst>
              </p:cNvPr>
              <p:cNvSpPr txBox="1"/>
              <p:nvPr/>
            </p:nvSpPr>
            <p:spPr>
              <a:xfrm>
                <a:off x="2806200" y="4423086"/>
                <a:ext cx="2908082" cy="565796"/>
              </a:xfrm>
              <a:prstGeom prst="rect">
                <a:avLst/>
              </a:prstGeom>
              <a:noFill/>
            </p:spPr>
            <p:txBody>
              <a:bodyPr wrap="squar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s-CO" i="1">
                          <a:solidFill>
                            <a:prstClr val="black"/>
                          </a:solidFill>
                          <a:latin typeface="Cambria Math" panose="02040503050406030204" pitchFamily="18" charset="0"/>
                        </a:rPr>
                        <m:t>𝑉</m:t>
                      </m:r>
                      <m:r>
                        <a:rPr lang="es-ES" i="1">
                          <a:solidFill>
                            <a:prstClr val="black"/>
                          </a:solidFill>
                          <a:latin typeface="Cambria Math" panose="02040503050406030204" pitchFamily="18" charset="0"/>
                        </a:rPr>
                        <m:t>𝑃</m:t>
                      </m:r>
                      <m:r>
                        <a:rPr lang="es-ES" i="1">
                          <a:solidFill>
                            <a:prstClr val="black"/>
                          </a:solidFill>
                          <a:latin typeface="Cambria Math" panose="02040503050406030204" pitchFamily="18" charset="0"/>
                        </a:rPr>
                        <m:t>=</m:t>
                      </m:r>
                      <m:f>
                        <m:fPr>
                          <m:ctrlPr>
                            <a:rPr lang="es-ES" i="1">
                              <a:solidFill>
                                <a:prstClr val="black"/>
                              </a:solidFill>
                              <a:latin typeface="Cambria Math" panose="02040503050406030204" pitchFamily="18" charset="0"/>
                            </a:rPr>
                          </m:ctrlPr>
                        </m:fPr>
                        <m:num>
                          <m:r>
                            <a:rPr lang="es-ES" i="1">
                              <a:solidFill>
                                <a:prstClr val="black"/>
                              </a:solidFill>
                              <a:latin typeface="Cambria Math" panose="02040503050406030204" pitchFamily="18" charset="0"/>
                            </a:rPr>
                            <m:t>𝑉𝑓</m:t>
                          </m:r>
                        </m:num>
                        <m:den>
                          <m:sSup>
                            <m:sSupPr>
                              <m:ctrlPr>
                                <a:rPr lang="es-ES" i="1">
                                  <a:solidFill>
                                    <a:prstClr val="black"/>
                                  </a:solidFill>
                                  <a:latin typeface="Cambria Math" panose="02040503050406030204" pitchFamily="18" charset="0"/>
                                </a:rPr>
                              </m:ctrlPr>
                            </m:sSupPr>
                            <m:e>
                              <m:d>
                                <m:dPr>
                                  <m:ctrlPr>
                                    <a:rPr lang="es-ES" i="1">
                                      <a:solidFill>
                                        <a:prstClr val="black"/>
                                      </a:solidFill>
                                      <a:latin typeface="Cambria Math" panose="02040503050406030204" pitchFamily="18" charset="0"/>
                                    </a:rPr>
                                  </m:ctrlPr>
                                </m:dPr>
                                <m:e>
                                  <m:r>
                                    <a:rPr lang="es-ES" i="1">
                                      <a:solidFill>
                                        <a:prstClr val="black"/>
                                      </a:solidFill>
                                      <a:latin typeface="Cambria Math" panose="02040503050406030204" pitchFamily="18" charset="0"/>
                                    </a:rPr>
                                    <m:t>1+</m:t>
                                  </m:r>
                                  <m:r>
                                    <a:rPr lang="es-ES" i="1">
                                      <a:solidFill>
                                        <a:prstClr val="black"/>
                                      </a:solidFill>
                                      <a:latin typeface="Cambria Math" panose="02040503050406030204" pitchFamily="18" charset="0"/>
                                    </a:rPr>
                                    <m:t>𝑖</m:t>
                                  </m:r>
                                </m:e>
                              </m:d>
                            </m:e>
                            <m:sup>
                              <m:r>
                                <a:rPr lang="es-ES" i="1">
                                  <a:solidFill>
                                    <a:prstClr val="black"/>
                                  </a:solidFill>
                                  <a:latin typeface="Cambria Math" panose="02040503050406030204" pitchFamily="18" charset="0"/>
                                </a:rPr>
                                <m:t>𝑛</m:t>
                              </m:r>
                            </m:sup>
                          </m:sSup>
                        </m:den>
                      </m:f>
                    </m:oMath>
                  </m:oMathPara>
                </a14:m>
                <a:endParaRPr lang="es-CO" dirty="0">
                  <a:solidFill>
                    <a:prstClr val="black"/>
                  </a:solidFill>
                  <a:latin typeface="Calibri" panose="020F0502020204030204"/>
                </a:endParaRPr>
              </a:p>
            </p:txBody>
          </p:sp>
        </mc:Choice>
        <mc:Fallback>
          <p:sp>
            <p:nvSpPr>
              <p:cNvPr id="10" name="CuadroTexto 5">
                <a:extLst>
                  <a:ext uri="{FF2B5EF4-FFF2-40B4-BE49-F238E27FC236}">
                    <a16:creationId xmlns:a16="http://schemas.microsoft.com/office/drawing/2014/main" id="{0B63BC1D-02F3-41F5-8F95-57C65AF2E436}"/>
                  </a:ext>
                </a:extLst>
              </p:cNvPr>
              <p:cNvSpPr txBox="1">
                <a:spLocks noRot="1" noChangeAspect="1" noMove="1" noResize="1" noEditPoints="1" noAdjustHandles="1" noChangeArrowheads="1" noChangeShapeType="1" noTextEdit="1"/>
              </p:cNvSpPr>
              <p:nvPr/>
            </p:nvSpPr>
            <p:spPr>
              <a:xfrm>
                <a:off x="2806200" y="4423086"/>
                <a:ext cx="2908082" cy="565796"/>
              </a:xfrm>
              <a:prstGeom prst="rect">
                <a:avLst/>
              </a:prstGeom>
              <a:blipFill>
                <a:blip r:embed="rId5"/>
                <a:stretch>
                  <a:fillRect t="-4444" b="-6667"/>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8043439-B270-4FB9-B6ED-E64CF6411A28}"/>
                  </a:ext>
                </a:extLst>
              </p:cNvPr>
              <p:cNvSpPr txBox="1"/>
              <p:nvPr/>
            </p:nvSpPr>
            <p:spPr>
              <a:xfrm>
                <a:off x="3654970" y="5442876"/>
                <a:ext cx="5113283" cy="922176"/>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𝑉𝑃</m:t>
                      </m:r>
                      <m:r>
                        <a:rPr lang="es-ES" sz="2400" i="1">
                          <a:latin typeface="Cambria Math" panose="02040503050406030204" pitchFamily="18" charset="0"/>
                        </a:rPr>
                        <m:t>=</m:t>
                      </m:r>
                      <m:r>
                        <a:rPr lang="es-ES" sz="2400" i="1">
                          <a:latin typeface="Cambria Math" panose="02040503050406030204" pitchFamily="18" charset="0"/>
                        </a:rPr>
                        <m:t>𝐺</m:t>
                      </m:r>
                      <m:d>
                        <m:dPr>
                          <m:begChr m:val="["/>
                          <m:endChr m:val="]"/>
                          <m:ctrlPr>
                            <a:rPr lang="es-ES" sz="2400" i="1">
                              <a:latin typeface="Cambria Math" panose="02040503050406030204" pitchFamily="18" charset="0"/>
                            </a:rPr>
                          </m:ctrlPr>
                        </m:dPr>
                        <m:e>
                          <m:f>
                            <m:fPr>
                              <m:ctrlPr>
                                <a:rPr lang="es-ES" sz="2400" i="1">
                                  <a:latin typeface="Cambria Math" panose="02040503050406030204" pitchFamily="18" charset="0"/>
                                </a:rPr>
                              </m:ctrlPr>
                            </m:fPr>
                            <m:num>
                              <m:r>
                                <a:rPr lang="es-ES" sz="2400" i="1">
                                  <a:latin typeface="Cambria Math" panose="02040503050406030204" pitchFamily="18" charset="0"/>
                                </a:rPr>
                                <m:t>1</m:t>
                              </m:r>
                            </m:num>
                            <m:den>
                              <m:r>
                                <a:rPr lang="es-ES" sz="2400" i="1">
                                  <a:latin typeface="Cambria Math" panose="02040503050406030204" pitchFamily="18" charset="0"/>
                                </a:rPr>
                                <m:t>𝑖</m:t>
                              </m:r>
                            </m:den>
                          </m:f>
                          <m:d>
                            <m:dPr>
                              <m:ctrlPr>
                                <a:rPr lang="es-ES" sz="2400" i="1">
                                  <a:latin typeface="Cambria Math" panose="02040503050406030204" pitchFamily="18" charset="0"/>
                                </a:rPr>
                              </m:ctrlPr>
                            </m:dPr>
                            <m:e>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r>
                                    <a:rPr lang="es-ES" sz="2400" i="1">
                                      <a:latin typeface="Cambria Math" panose="02040503050406030204" pitchFamily="18" charset="0"/>
                                    </a:rPr>
                                    <m:t>−1</m:t>
                                  </m:r>
                                </m:num>
                                <m:den>
                                  <m:r>
                                    <a:rPr lang="es-ES" sz="2400" i="1">
                                      <a:latin typeface="Cambria Math" panose="02040503050406030204" pitchFamily="18" charset="0"/>
                                    </a:rPr>
                                    <m:t>𝑖</m:t>
                                  </m:r>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r>
                                <a:rPr lang="es-ES"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𝑛</m:t>
                                  </m:r>
                                </m:num>
                                <m:den>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e>
                          </m:d>
                        </m:e>
                      </m:d>
                    </m:oMath>
                  </m:oMathPara>
                </a14:m>
                <a:endParaRPr lang="es-CO" sz="2400" dirty="0"/>
              </a:p>
            </p:txBody>
          </p:sp>
        </mc:Choice>
        <mc:Fallback>
          <p:sp>
            <p:nvSpPr>
              <p:cNvPr id="12" name="TextBox 11">
                <a:extLst>
                  <a:ext uri="{FF2B5EF4-FFF2-40B4-BE49-F238E27FC236}">
                    <a16:creationId xmlns:a16="http://schemas.microsoft.com/office/drawing/2014/main" id="{78043439-B270-4FB9-B6ED-E64CF6411A28}"/>
                  </a:ext>
                </a:extLst>
              </p:cNvPr>
              <p:cNvSpPr txBox="1">
                <a:spLocks noRot="1" noChangeAspect="1" noMove="1" noResize="1" noEditPoints="1" noAdjustHandles="1" noChangeArrowheads="1" noChangeShapeType="1" noTextEdit="1"/>
              </p:cNvSpPr>
              <p:nvPr/>
            </p:nvSpPr>
            <p:spPr>
              <a:xfrm>
                <a:off x="3654970" y="5442876"/>
                <a:ext cx="5113283" cy="922176"/>
              </a:xfrm>
              <a:prstGeom prst="rect">
                <a:avLst/>
              </a:prstGeom>
              <a:blipFill>
                <a:blip r:embed="rId6"/>
                <a:stretch>
                  <a:fillRect/>
                </a:stretch>
              </a:blipFill>
              <a:ln>
                <a:solidFill>
                  <a:srgbClr val="FF0000"/>
                </a:solidFill>
              </a:ln>
            </p:spPr>
            <p:txBody>
              <a:bodyPr/>
              <a:lstStyle/>
              <a:p>
                <a:r>
                  <a:rPr lang="es-ES_tradnl">
                    <a:noFill/>
                  </a:rPr>
                  <a:t> </a:t>
                </a:r>
              </a:p>
            </p:txBody>
          </p:sp>
        </mc:Fallback>
      </mc:AlternateContent>
      <p:sp>
        <p:nvSpPr>
          <p:cNvPr id="5" name="Arrow: Right 4">
            <a:extLst>
              <a:ext uri="{FF2B5EF4-FFF2-40B4-BE49-F238E27FC236}">
                <a16:creationId xmlns:a16="http://schemas.microsoft.com/office/drawing/2014/main" id="{A905FB6D-3FC0-485C-8121-F70AB4FC6552}"/>
              </a:ext>
            </a:extLst>
          </p:cNvPr>
          <p:cNvSpPr/>
          <p:nvPr/>
        </p:nvSpPr>
        <p:spPr>
          <a:xfrm>
            <a:off x="5615826" y="4639194"/>
            <a:ext cx="595786" cy="21461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sp>
        <p:nvSpPr>
          <p:cNvPr id="13" name="Title 1">
            <a:extLst>
              <a:ext uri="{FF2B5EF4-FFF2-40B4-BE49-F238E27FC236}">
                <a16:creationId xmlns:a16="http://schemas.microsoft.com/office/drawing/2014/main" id="{25C759AF-1165-A2D2-8509-983B1B556AA3}"/>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4" name="Rectángulo 13">
            <a:extLst>
              <a:ext uri="{FF2B5EF4-FFF2-40B4-BE49-F238E27FC236}">
                <a16:creationId xmlns:a16="http://schemas.microsoft.com/office/drawing/2014/main" id="{51A859D6-A3EE-654C-C6CE-9103462FA6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8F920C86-1CC4-AC4A-2F94-BEB8AFE937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7779D09E-07D4-B46A-1275-1C89B4421B1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TextBox 2">
            <a:extLst>
              <a:ext uri="{FF2B5EF4-FFF2-40B4-BE49-F238E27FC236}">
                <a16:creationId xmlns:a16="http://schemas.microsoft.com/office/drawing/2014/main" id="{39389544-2351-DCBA-2BB1-134258FE9367}"/>
              </a:ext>
            </a:extLst>
          </p:cNvPr>
          <p:cNvSpPr txBox="1"/>
          <p:nvPr/>
        </p:nvSpPr>
        <p:spPr>
          <a:xfrm>
            <a:off x="1045026" y="1918939"/>
            <a:ext cx="9843086" cy="400110"/>
          </a:xfrm>
          <a:prstGeom prst="rect">
            <a:avLst/>
          </a:prstGeom>
          <a:noFill/>
        </p:spPr>
        <p:txBody>
          <a:bodyPr wrap="square">
            <a:spAutoFit/>
          </a:bodyPr>
          <a:lstStyle/>
          <a:p>
            <a:pPr marL="0" indent="0" algn="ctr">
              <a:buNone/>
            </a:pPr>
            <a:r>
              <a:rPr lang="es-ES_tradnl" sz="2000" dirty="0">
                <a:solidFill>
                  <a:srgbClr val="800000"/>
                </a:solidFill>
              </a:rPr>
              <a:t>¿Cuál es el </a:t>
            </a:r>
            <a:r>
              <a:rPr lang="es-ES_tradnl" sz="2000" b="1" dirty="0">
                <a:solidFill>
                  <a:srgbClr val="800000"/>
                </a:solidFill>
              </a:rPr>
              <a:t>valor futuro </a:t>
            </a:r>
            <a:r>
              <a:rPr lang="es-ES_tradnl" sz="2000" dirty="0">
                <a:solidFill>
                  <a:srgbClr val="800000"/>
                </a:solidFill>
              </a:rPr>
              <a:t>equivalente a una serie de flujos que crecen en un gradiente G?</a:t>
            </a:r>
          </a:p>
        </p:txBody>
      </p:sp>
    </p:spTree>
    <p:extLst>
      <p:ext uri="{BB962C8B-B14F-4D97-AF65-F5344CB8AC3E}">
        <p14:creationId xmlns:p14="http://schemas.microsoft.com/office/powerpoint/2010/main" val="323310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52650" y="2329493"/>
            <a:ext cx="7886700" cy="541403"/>
          </a:xfrm>
        </p:spPr>
        <p:txBody>
          <a:bodyPr>
            <a:normAutofit/>
          </a:bodyPr>
          <a:lstStyle/>
          <a:p>
            <a:pPr marL="0" indent="0" algn="ctr">
              <a:buNone/>
            </a:pPr>
            <a:r>
              <a:rPr lang="es-ES" sz="2400" dirty="0"/>
              <a:t>¿Qué pasa si el gradiente va al infinito?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48</a:t>
            </a:fld>
            <a:endParaRPr lang="en-US"/>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9DE774D-ACFD-4BA0-BC2A-29D5FE56AA6F}"/>
                  </a:ext>
                </a:extLst>
              </p:cNvPr>
              <p:cNvSpPr txBox="1"/>
              <p:nvPr/>
            </p:nvSpPr>
            <p:spPr>
              <a:xfrm>
                <a:off x="1327300" y="3696448"/>
                <a:ext cx="5918981"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𝑉𝑃</m:t>
                      </m:r>
                      <m:r>
                        <a:rPr lang="es-ES" sz="2400" i="1">
                          <a:latin typeface="Cambria Math" panose="02040503050406030204" pitchFamily="18" charset="0"/>
                        </a:rPr>
                        <m:t>=</m:t>
                      </m:r>
                      <m:func>
                        <m:funcPr>
                          <m:ctrlPr>
                            <a:rPr lang="es-ES" sz="2400" i="1">
                              <a:latin typeface="Cambria Math" panose="02040503050406030204" pitchFamily="18" charset="0"/>
                            </a:rPr>
                          </m:ctrlPr>
                        </m:funcPr>
                        <m:fName>
                          <m:limLow>
                            <m:limLowPr>
                              <m:ctrlPr>
                                <a:rPr lang="es-ES" sz="2400" i="1">
                                  <a:latin typeface="Cambria Math" panose="02040503050406030204" pitchFamily="18" charset="0"/>
                                </a:rPr>
                              </m:ctrlPr>
                            </m:limLowPr>
                            <m:e>
                              <m:r>
                                <m:rPr>
                                  <m:sty m:val="p"/>
                                </m:rPr>
                                <a:rPr lang="es-ES" sz="2400">
                                  <a:latin typeface="Cambria Math" panose="02040503050406030204" pitchFamily="18" charset="0"/>
                                </a:rPr>
                                <m:t>lim</m:t>
                              </m:r>
                            </m:e>
                            <m:lim>
                              <m:r>
                                <a:rPr lang="es-ES" sz="2400" i="1">
                                  <a:latin typeface="Cambria Math" panose="02040503050406030204" pitchFamily="18" charset="0"/>
                                </a:rPr>
                                <m:t>𝑛</m:t>
                              </m:r>
                              <m:r>
                                <a:rPr lang="es-ES" sz="2400" i="1">
                                  <a:latin typeface="Cambria Math" panose="02040503050406030204" pitchFamily="18" charset="0"/>
                                  <a:ea typeface="Cambria Math" panose="02040503050406030204" pitchFamily="18" charset="0"/>
                                </a:rPr>
                                <m:t>→∞</m:t>
                              </m:r>
                            </m:lim>
                          </m:limLow>
                        </m:fName>
                        <m:e>
                          <m:r>
                            <a:rPr lang="es-ES" sz="2400" i="1">
                              <a:latin typeface="Cambria Math" panose="02040503050406030204" pitchFamily="18" charset="0"/>
                            </a:rPr>
                            <m:t>𝐺</m:t>
                          </m:r>
                          <m:d>
                            <m:dPr>
                              <m:begChr m:val="["/>
                              <m:endChr m:val="]"/>
                              <m:ctrlPr>
                                <a:rPr lang="es-ES" sz="2400" i="1">
                                  <a:latin typeface="Cambria Math" panose="02040503050406030204" pitchFamily="18" charset="0"/>
                                </a:rPr>
                              </m:ctrlPr>
                            </m:dPr>
                            <m:e>
                              <m:f>
                                <m:fPr>
                                  <m:ctrlPr>
                                    <a:rPr lang="es-ES" sz="2400" i="1">
                                      <a:latin typeface="Cambria Math" panose="02040503050406030204" pitchFamily="18" charset="0"/>
                                    </a:rPr>
                                  </m:ctrlPr>
                                </m:fPr>
                                <m:num>
                                  <m:r>
                                    <a:rPr lang="es-ES" sz="2400" i="1">
                                      <a:latin typeface="Cambria Math" panose="02040503050406030204" pitchFamily="18" charset="0"/>
                                    </a:rPr>
                                    <m:t>1</m:t>
                                  </m:r>
                                </m:num>
                                <m:den>
                                  <m:r>
                                    <a:rPr lang="es-ES" sz="2400" i="1">
                                      <a:latin typeface="Cambria Math" panose="02040503050406030204" pitchFamily="18" charset="0"/>
                                    </a:rPr>
                                    <m:t>𝑖</m:t>
                                  </m:r>
                                </m:den>
                              </m:f>
                              <m:d>
                                <m:dPr>
                                  <m:ctrlPr>
                                    <a:rPr lang="es-ES" sz="2400" i="1">
                                      <a:latin typeface="Cambria Math" panose="02040503050406030204" pitchFamily="18" charset="0"/>
                                    </a:rPr>
                                  </m:ctrlPr>
                                </m:dPr>
                                <m:e>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r>
                                        <a:rPr lang="es-ES" sz="2400" i="1">
                                          <a:latin typeface="Cambria Math" panose="02040503050406030204" pitchFamily="18" charset="0"/>
                                        </a:rPr>
                                        <m:t>−1</m:t>
                                      </m:r>
                                    </m:num>
                                    <m:den>
                                      <m:r>
                                        <a:rPr lang="es-ES" sz="2400" i="1">
                                          <a:latin typeface="Cambria Math" panose="02040503050406030204" pitchFamily="18" charset="0"/>
                                        </a:rPr>
                                        <m:t>𝑖</m:t>
                                      </m:r>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r>
                                    <a:rPr lang="es-ES"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𝑛</m:t>
                                      </m:r>
                                    </m:num>
                                    <m:den>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e>
                              </m:d>
                            </m:e>
                          </m:d>
                        </m:e>
                      </m:func>
                    </m:oMath>
                  </m:oMathPara>
                </a14:m>
                <a:endParaRPr lang="es-CO" sz="2400" dirty="0"/>
              </a:p>
            </p:txBody>
          </p:sp>
        </mc:Choice>
        <mc:Fallback xmlns="">
          <p:sp>
            <p:nvSpPr>
              <p:cNvPr id="38" name="TextBox 37">
                <a:extLst>
                  <a:ext uri="{FF2B5EF4-FFF2-40B4-BE49-F238E27FC236}">
                    <a16:creationId xmlns:a16="http://schemas.microsoft.com/office/drawing/2014/main" id="{B9DE774D-ACFD-4BA0-BC2A-29D5FE56AA6F}"/>
                  </a:ext>
                </a:extLst>
              </p:cNvPr>
              <p:cNvSpPr txBox="1">
                <a:spLocks noRot="1" noChangeAspect="1" noMove="1" noResize="1" noEditPoints="1" noAdjustHandles="1" noChangeArrowheads="1" noChangeShapeType="1" noTextEdit="1"/>
              </p:cNvSpPr>
              <p:nvPr/>
            </p:nvSpPr>
            <p:spPr>
              <a:xfrm>
                <a:off x="1327300" y="3696448"/>
                <a:ext cx="5918981" cy="922176"/>
              </a:xfrm>
              <a:prstGeom prst="rect">
                <a:avLst/>
              </a:prstGeom>
              <a:blipFill>
                <a:blip r:embed="rId2"/>
                <a:stretch>
                  <a:fillRect/>
                </a:stretch>
              </a:blipFill>
            </p:spPr>
            <p:txBody>
              <a:bodyPr/>
              <a:lstStyle/>
              <a:p>
                <a:r>
                  <a:rPr lang="es-CO">
                    <a:noFill/>
                  </a:rPr>
                  <a:t> </a:t>
                </a:r>
              </a:p>
            </p:txBody>
          </p:sp>
        </mc:Fallback>
      </mc:AlternateContent>
      <p:sp>
        <p:nvSpPr>
          <p:cNvPr id="39" name="Arrow: Right 38">
            <a:extLst>
              <a:ext uri="{FF2B5EF4-FFF2-40B4-BE49-F238E27FC236}">
                <a16:creationId xmlns:a16="http://schemas.microsoft.com/office/drawing/2014/main" id="{6C956689-27BB-4A8D-B885-46654D397E99}"/>
              </a:ext>
            </a:extLst>
          </p:cNvPr>
          <p:cNvSpPr/>
          <p:nvPr/>
        </p:nvSpPr>
        <p:spPr>
          <a:xfrm>
            <a:off x="7785863" y="3968350"/>
            <a:ext cx="819809" cy="37837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sz="2400"/>
          </a:p>
        </p:txBody>
      </p:sp>
      <p:sp>
        <p:nvSpPr>
          <p:cNvPr id="9" name="Title 1">
            <a:extLst>
              <a:ext uri="{FF2B5EF4-FFF2-40B4-BE49-F238E27FC236}">
                <a16:creationId xmlns:a16="http://schemas.microsoft.com/office/drawing/2014/main" id="{FEB8E46D-D9E5-097E-692F-51FD9E825088}"/>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0" name="Rectángulo 9">
            <a:extLst>
              <a:ext uri="{FF2B5EF4-FFF2-40B4-BE49-F238E27FC236}">
                <a16:creationId xmlns:a16="http://schemas.microsoft.com/office/drawing/2014/main" id="{9DC53650-4E1A-6560-1349-F4CFA56D2C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53F4B4E5-B1D0-7734-7599-609915387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B79FE158-2BCF-D2A8-1241-C2C417E5C3C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TextBox 37">
                <a:extLst>
                  <a:ext uri="{FF2B5EF4-FFF2-40B4-BE49-F238E27FC236}">
                    <a16:creationId xmlns:a16="http://schemas.microsoft.com/office/drawing/2014/main" id="{68DF8E08-72D2-0827-2241-DBDA66FB4BBF}"/>
                  </a:ext>
                </a:extLst>
              </p:cNvPr>
              <p:cNvSpPr txBox="1"/>
              <p:nvPr/>
            </p:nvSpPr>
            <p:spPr>
              <a:xfrm>
                <a:off x="8365950" y="3765634"/>
                <a:ext cx="2531117"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i="1" smtClean="0">
                          <a:latin typeface="Cambria Math" panose="02040503050406030204" pitchFamily="18" charset="0"/>
                        </a:rPr>
                        <m:t>𝑉𝑃</m:t>
                      </m:r>
                      <m:r>
                        <a:rPr lang="es-ES" sz="240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𝐺</m:t>
                          </m:r>
                        </m:num>
                        <m:den>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𝑖</m:t>
                              </m:r>
                            </m:e>
                            <m:sup>
                              <m:r>
                                <a:rPr lang="es-ES" sz="2400" b="0" i="1" smtClean="0">
                                  <a:latin typeface="Cambria Math" panose="02040503050406030204" pitchFamily="18" charset="0"/>
                                </a:rPr>
                                <m:t>2</m:t>
                              </m:r>
                            </m:sup>
                          </m:sSup>
                        </m:den>
                      </m:f>
                    </m:oMath>
                  </m:oMathPara>
                </a14:m>
                <a:endParaRPr lang="es-CO" sz="2400"/>
              </a:p>
            </p:txBody>
          </p:sp>
        </mc:Choice>
        <mc:Fallback xmlns="">
          <p:sp>
            <p:nvSpPr>
              <p:cNvPr id="2" name="TextBox 37">
                <a:extLst>
                  <a:ext uri="{FF2B5EF4-FFF2-40B4-BE49-F238E27FC236}">
                    <a16:creationId xmlns:a16="http://schemas.microsoft.com/office/drawing/2014/main" id="{68DF8E08-72D2-0827-2241-DBDA66FB4BBF}"/>
                  </a:ext>
                </a:extLst>
              </p:cNvPr>
              <p:cNvSpPr txBox="1">
                <a:spLocks noRot="1" noChangeAspect="1" noMove="1" noResize="1" noEditPoints="1" noAdjustHandles="1" noChangeArrowheads="1" noChangeShapeType="1" noTextEdit="1"/>
              </p:cNvSpPr>
              <p:nvPr/>
            </p:nvSpPr>
            <p:spPr>
              <a:xfrm>
                <a:off x="8365950" y="3765634"/>
                <a:ext cx="2531117" cy="783804"/>
              </a:xfrm>
              <a:prstGeom prst="rect">
                <a:avLst/>
              </a:prstGeom>
              <a:blipFill>
                <a:blip r:embed="rId4"/>
                <a:stretch>
                  <a:fillRect b="-6349"/>
                </a:stretch>
              </a:blipFill>
            </p:spPr>
            <p:txBody>
              <a:bodyPr/>
              <a:lstStyle/>
              <a:p>
                <a:r>
                  <a:rPr lang="es-CO">
                    <a:noFill/>
                  </a:rPr>
                  <a:t> </a:t>
                </a:r>
              </a:p>
            </p:txBody>
          </p:sp>
        </mc:Fallback>
      </mc:AlternateContent>
      <p:sp>
        <p:nvSpPr>
          <p:cNvPr id="5" name="Rectángulo 5">
            <a:extLst>
              <a:ext uri="{FF2B5EF4-FFF2-40B4-BE49-F238E27FC236}">
                <a16:creationId xmlns:a16="http://schemas.microsoft.com/office/drawing/2014/main" id="{9B290E2D-B0A5-5782-C737-6A89775077EC}"/>
              </a:ext>
            </a:extLst>
          </p:cNvPr>
          <p:cNvSpPr/>
          <p:nvPr/>
        </p:nvSpPr>
        <p:spPr>
          <a:xfrm>
            <a:off x="8908868" y="3588966"/>
            <a:ext cx="1623877"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45637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 y="1955096"/>
            <a:ext cx="6095999" cy="470821"/>
          </a:xfrm>
        </p:spPr>
        <p:txBody>
          <a:bodyPr>
            <a:normAutofit/>
          </a:bodyPr>
          <a:lstStyle/>
          <a:p>
            <a:pPr marL="0" indent="0" algn="just">
              <a:buNone/>
            </a:pPr>
            <a:r>
              <a:rPr lang="es-ES" sz="2400"/>
              <a:t>En resumen:</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49</a:t>
            </a:fld>
            <a:endParaRPr lang="en-US"/>
          </a:p>
        </p:txBody>
      </p:sp>
      <p:pic>
        <p:nvPicPr>
          <p:cNvPr id="11" name="Imagen 10"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4152" y="5321191"/>
            <a:ext cx="987693" cy="634946"/>
          </a:xfrm>
          <a:prstGeom prst="rect">
            <a:avLst/>
          </a:prstGeom>
        </p:spPr>
      </p:pic>
      <mc:AlternateContent xmlns:mc="http://schemas.openxmlformats.org/markup-compatibility/2006" xmlns:a14="http://schemas.microsoft.com/office/drawing/2010/main">
        <mc:Choice Requires="a14">
          <p:sp>
            <p:nvSpPr>
              <p:cNvPr id="9" name="Rectángulo 8"/>
              <p:cNvSpPr/>
              <p:nvPr/>
            </p:nvSpPr>
            <p:spPr>
              <a:xfrm>
                <a:off x="720340" y="2612474"/>
                <a:ext cx="4655319" cy="7838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2000" i="1">
                              <a:latin typeface="Cambria Math" panose="02040503050406030204" pitchFamily="18" charset="0"/>
                            </a:rPr>
                          </m:ctrlPr>
                        </m:sSubPr>
                        <m:e>
                          <m:r>
                            <a:rPr lang="es-CO" sz="2000" i="1">
                              <a:latin typeface="Cambria Math" panose="02040503050406030204" pitchFamily="18" charset="0"/>
                            </a:rPr>
                            <m:t>𝑉</m:t>
                          </m:r>
                        </m:e>
                        <m:sub>
                          <m:r>
                            <m:rPr>
                              <m:sty m:val="p"/>
                            </m:rPr>
                            <a:rPr lang="es-CO" sz="2000">
                              <a:latin typeface="Cambria Math" panose="02040503050406030204" pitchFamily="18" charset="0"/>
                            </a:rPr>
                            <m:t>f</m:t>
                          </m:r>
                        </m:sub>
                      </m:sSub>
                      <m:r>
                        <a:rPr lang="es-CO" sz="2000">
                          <a:latin typeface="Cambria Math" panose="02040503050406030204" pitchFamily="18" charset="0"/>
                        </a:rPr>
                        <m:t>=</m:t>
                      </m:r>
                      <m:r>
                        <a:rPr lang="es-CO" sz="2000" i="1">
                          <a:latin typeface="Cambria Math" panose="02040503050406030204" pitchFamily="18" charset="0"/>
                        </a:rPr>
                        <m:t>𝐺</m:t>
                      </m:r>
                      <m:d>
                        <m:dPr>
                          <m:begChr m:val="["/>
                          <m:endChr m:val="]"/>
                          <m:ctrlPr>
                            <a:rPr lang="es-CO" sz="2000" i="1">
                              <a:latin typeface="Cambria Math" panose="02040503050406030204" pitchFamily="18" charset="0"/>
                            </a:rPr>
                          </m:ctrlPr>
                        </m:dPr>
                        <m:e>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i="1">
                                      <a:latin typeface="Cambria Math" panose="02040503050406030204" pitchFamily="18" charset="0"/>
                                    </a:rPr>
                                    <m:t>1</m:t>
                                  </m:r>
                                </m:num>
                                <m:den>
                                  <m:r>
                                    <a:rPr lang="es-CO" sz="2000" i="1">
                                      <a:latin typeface="Cambria Math" panose="02040503050406030204" pitchFamily="18" charset="0"/>
                                    </a:rPr>
                                    <m:t>𝑖</m:t>
                                  </m:r>
                                </m:den>
                              </m:f>
                            </m:e>
                          </m:d>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𝑛</m:t>
                                      </m:r>
                                    </m:sup>
                                  </m:sSup>
                                  <m:r>
                                    <a:rPr lang="es-CO" sz="2000">
                                      <a:latin typeface="Cambria Math" panose="02040503050406030204" pitchFamily="18" charset="0"/>
                                    </a:rPr>
                                    <m:t>−1</m:t>
                                  </m:r>
                                </m:num>
                                <m:den>
                                  <m:r>
                                    <a:rPr lang="es-CO" sz="2000" i="1">
                                      <a:latin typeface="Cambria Math" panose="02040503050406030204" pitchFamily="18" charset="0"/>
                                    </a:rPr>
                                    <m:t>𝑖</m:t>
                                  </m:r>
                                </m:den>
                              </m:f>
                              <m:r>
                                <a:rPr lang="es-CO" sz="2000" i="1">
                                  <a:latin typeface="Cambria Math" panose="02040503050406030204" pitchFamily="18" charset="0"/>
                                </a:rPr>
                                <m:t>−</m:t>
                              </m:r>
                              <m:r>
                                <a:rPr lang="es-CO" sz="2000" i="1">
                                  <a:latin typeface="Cambria Math" panose="02040503050406030204" pitchFamily="18" charset="0"/>
                                </a:rPr>
                                <m:t>𝑛</m:t>
                              </m:r>
                            </m:e>
                          </m:d>
                        </m:e>
                      </m:d>
                    </m:oMath>
                  </m:oMathPara>
                </a14:m>
                <a:endParaRPr lang="es-CO" sz="2000"/>
              </a:p>
            </p:txBody>
          </p:sp>
        </mc:Choice>
        <mc:Fallback xmlns="">
          <p:sp>
            <p:nvSpPr>
              <p:cNvPr id="9" name="Rectángulo 8"/>
              <p:cNvSpPr>
                <a:spLocks noRot="1" noChangeAspect="1" noMove="1" noResize="1" noEditPoints="1" noAdjustHandles="1" noChangeArrowheads="1" noChangeShapeType="1" noTextEdit="1"/>
              </p:cNvSpPr>
              <p:nvPr/>
            </p:nvSpPr>
            <p:spPr>
              <a:xfrm>
                <a:off x="720340" y="2612474"/>
                <a:ext cx="4655319" cy="783869"/>
              </a:xfrm>
              <a:prstGeom prst="rect">
                <a:avLst/>
              </a:prstGeom>
              <a:blipFill>
                <a:blip r:embed="rId3"/>
                <a:stretch>
                  <a:fillRect/>
                </a:stretch>
              </a:blipFill>
            </p:spPr>
            <p:txBody>
              <a:bodyPr/>
              <a:lstStyle/>
              <a:p>
                <a:r>
                  <a:rPr lang="es-CO">
                    <a:noFill/>
                  </a:rPr>
                  <a:t> </a:t>
                </a:r>
              </a:p>
            </p:txBody>
          </p:sp>
        </mc:Fallback>
      </mc:AlternateContent>
      <p:pic>
        <p:nvPicPr>
          <p:cNvPr id="12" name="Imagen 6" descr="latex-image-1.pdf">
            <a:extLst>
              <a:ext uri="{FF2B5EF4-FFF2-40B4-BE49-F238E27FC236}">
                <a16:creationId xmlns:a16="http://schemas.microsoft.com/office/drawing/2014/main" id="{C6FBC893-7CF9-4E77-AE56-21AB5DF57D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244" y="4033720"/>
            <a:ext cx="4505510" cy="650094"/>
          </a:xfrm>
          <a:prstGeom prst="rect">
            <a:avLst/>
          </a:prstGeom>
        </p:spPr>
      </p:pic>
      <p:sp>
        <p:nvSpPr>
          <p:cNvPr id="13" name="Title 1">
            <a:extLst>
              <a:ext uri="{FF2B5EF4-FFF2-40B4-BE49-F238E27FC236}">
                <a16:creationId xmlns:a16="http://schemas.microsoft.com/office/drawing/2014/main" id="{76074A99-E1ED-8B7E-3514-DEB56EE884EC}"/>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4" name="Rectángulo 13">
            <a:extLst>
              <a:ext uri="{FF2B5EF4-FFF2-40B4-BE49-F238E27FC236}">
                <a16:creationId xmlns:a16="http://schemas.microsoft.com/office/drawing/2014/main" id="{CFB061E6-C330-3642-4478-1650C7F2CF6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E5C7D69F-8F98-D0A6-DFBC-BB3DB2CCB5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43F4C3C7-27C4-5256-5B35-29713CBD26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TextBox 1">
            <a:extLst>
              <a:ext uri="{FF2B5EF4-FFF2-40B4-BE49-F238E27FC236}">
                <a16:creationId xmlns:a16="http://schemas.microsoft.com/office/drawing/2014/main" id="{018C3E23-DAE0-2D7B-6427-948E675F2046}"/>
              </a:ext>
            </a:extLst>
          </p:cNvPr>
          <p:cNvSpPr txBox="1"/>
          <p:nvPr/>
        </p:nvSpPr>
        <p:spPr>
          <a:xfrm>
            <a:off x="6096001" y="5324847"/>
            <a:ext cx="60959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a:solidFill>
                  <a:srgbClr val="595959"/>
                </a:solidFill>
              </a:rPr>
              <a:t>Valor presente de un gradiente aritmético a perpetuidad</a:t>
            </a:r>
            <a:endParaRPr lang="en-US" sz="2000"/>
          </a:p>
        </p:txBody>
      </p:sp>
      <p:sp>
        <p:nvSpPr>
          <p:cNvPr id="6" name="TextBox 5">
            <a:extLst>
              <a:ext uri="{FF2B5EF4-FFF2-40B4-BE49-F238E27FC236}">
                <a16:creationId xmlns:a16="http://schemas.microsoft.com/office/drawing/2014/main" id="{596C3479-FCBA-215D-5D31-F96A874418D8}"/>
              </a:ext>
            </a:extLst>
          </p:cNvPr>
          <p:cNvSpPr txBox="1"/>
          <p:nvPr/>
        </p:nvSpPr>
        <p:spPr>
          <a:xfrm>
            <a:off x="6096000" y="4161714"/>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lgn="just"/>
            <a:r>
              <a:rPr lang="es-ES" sz="2400">
                <a:solidFill>
                  <a:srgbClr val="595959"/>
                </a:solidFill>
                <a:cs typeface="Arial"/>
              </a:rPr>
              <a:t>Valor presente de un gradiente aritmético </a:t>
            </a:r>
            <a:r>
              <a:rPr lang="en-US" sz="2400">
                <a:cs typeface="Arial"/>
              </a:rPr>
              <a:t>​</a:t>
            </a:r>
            <a:endParaRPr lang="en-US" sz="2000"/>
          </a:p>
        </p:txBody>
      </p:sp>
      <p:sp>
        <p:nvSpPr>
          <p:cNvPr id="8" name="TextBox 5">
            <a:extLst>
              <a:ext uri="{FF2B5EF4-FFF2-40B4-BE49-F238E27FC236}">
                <a16:creationId xmlns:a16="http://schemas.microsoft.com/office/drawing/2014/main" id="{FACB76DD-709E-A5CC-1D3C-59314F184563}"/>
              </a:ext>
            </a:extLst>
          </p:cNvPr>
          <p:cNvSpPr txBox="1"/>
          <p:nvPr/>
        </p:nvSpPr>
        <p:spPr>
          <a:xfrm>
            <a:off x="6096000" y="2708002"/>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lgn="just"/>
            <a:r>
              <a:rPr lang="es-ES" sz="2400">
                <a:solidFill>
                  <a:srgbClr val="595959"/>
                </a:solidFill>
                <a:cs typeface="Arial"/>
              </a:rPr>
              <a:t>Valor futuro de un gradiente aritmético </a:t>
            </a:r>
            <a:r>
              <a:rPr lang="en-US" sz="2400">
                <a:cs typeface="Arial"/>
              </a:rPr>
              <a:t>​</a:t>
            </a:r>
            <a:endParaRPr lang="en-US" sz="2000"/>
          </a:p>
        </p:txBody>
      </p:sp>
    </p:spTree>
    <p:extLst>
      <p:ext uri="{BB962C8B-B14F-4D97-AF65-F5344CB8AC3E}">
        <p14:creationId xmlns:p14="http://schemas.microsoft.com/office/powerpoint/2010/main" val="36247291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1" y="1907303"/>
            <a:ext cx="11029615" cy="922553"/>
          </a:xfrm>
        </p:spPr>
        <p:txBody>
          <a:bodyPr>
            <a:normAutofit/>
          </a:bodyPr>
          <a:lstStyle/>
          <a:p>
            <a:pPr marL="0" indent="0" algn="just">
              <a:buNone/>
            </a:pPr>
            <a:r>
              <a:rPr lang="es-ES" sz="2400" b="1" i="1"/>
              <a:t>Ejemplo 1</a:t>
            </a:r>
            <a:r>
              <a:rPr lang="es-ES" sz="2400"/>
              <a:t>: Suponga los siguientes flujos mensuales. ¿Cuál es el valor presente de la serie si su costo de oportunidad es del 12% NA/MV?</a:t>
            </a:r>
          </a:p>
        </p:txBody>
      </p:sp>
      <p:sp>
        <p:nvSpPr>
          <p:cNvPr id="4" name="Slide Number Placeholder 3"/>
          <p:cNvSpPr>
            <a:spLocks noGrp="1"/>
          </p:cNvSpPr>
          <p:nvPr>
            <p:ph type="sldNum" sz="quarter" idx="12"/>
          </p:nvPr>
        </p:nvSpPr>
        <p:spPr/>
        <p:txBody>
          <a:bodyPr/>
          <a:lstStyle/>
          <a:p>
            <a:fld id="{5E3E23BA-6E79-2442-BA73-D218A5E297C3}" type="slidenum">
              <a:rPr lang="en-US" smtClean="0"/>
              <a:t>50</a:t>
            </a:fld>
            <a:endParaRPr lang="en-US"/>
          </a:p>
        </p:txBody>
      </p:sp>
      <p:cxnSp>
        <p:nvCxnSpPr>
          <p:cNvPr id="37" name="Straight Connector 6"/>
          <p:cNvCxnSpPr/>
          <p:nvPr/>
        </p:nvCxnSpPr>
        <p:spPr>
          <a:xfrm flipV="1">
            <a:off x="2864869" y="527724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Arrow Connector 9"/>
          <p:cNvCxnSpPr/>
          <p:nvPr/>
        </p:nvCxnSpPr>
        <p:spPr>
          <a:xfrm flipV="1">
            <a:off x="4845738" y="499453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35"/>
          <p:cNvSpPr>
            <a:spLocks/>
          </p:cNvSpPr>
          <p:nvPr/>
        </p:nvSpPr>
        <p:spPr bwMode="auto">
          <a:xfrm>
            <a:off x="2800747" y="528453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40" name="Rectangle 36"/>
          <p:cNvSpPr>
            <a:spLocks/>
          </p:cNvSpPr>
          <p:nvPr/>
        </p:nvSpPr>
        <p:spPr bwMode="auto">
          <a:xfrm>
            <a:off x="3614032"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1" name="Rectangle 37"/>
          <p:cNvSpPr>
            <a:spLocks/>
          </p:cNvSpPr>
          <p:nvPr/>
        </p:nvSpPr>
        <p:spPr bwMode="auto">
          <a:xfrm>
            <a:off x="4702520"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2" name="Rectangle 38"/>
          <p:cNvSpPr>
            <a:spLocks/>
          </p:cNvSpPr>
          <p:nvPr/>
        </p:nvSpPr>
        <p:spPr bwMode="auto">
          <a:xfrm>
            <a:off x="5761994" y="52736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3" name="Rectangle 39"/>
          <p:cNvSpPr>
            <a:spLocks/>
          </p:cNvSpPr>
          <p:nvPr/>
        </p:nvSpPr>
        <p:spPr bwMode="auto">
          <a:xfrm>
            <a:off x="6767856" y="52901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4" name="Rectangle 40"/>
          <p:cNvSpPr>
            <a:spLocks/>
          </p:cNvSpPr>
          <p:nvPr/>
        </p:nvSpPr>
        <p:spPr bwMode="auto">
          <a:xfrm>
            <a:off x="7841285"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5" name="Rectangle 41"/>
          <p:cNvSpPr>
            <a:spLocks/>
          </p:cNvSpPr>
          <p:nvPr/>
        </p:nvSpPr>
        <p:spPr bwMode="auto">
          <a:xfrm>
            <a:off x="8900759"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6" name="Rectangle 35"/>
          <p:cNvSpPr>
            <a:spLocks/>
          </p:cNvSpPr>
          <p:nvPr/>
        </p:nvSpPr>
        <p:spPr bwMode="auto">
          <a:xfrm>
            <a:off x="4780819" y="469455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a:t>
            </a:r>
          </a:p>
        </p:txBody>
      </p:sp>
      <p:sp>
        <p:nvSpPr>
          <p:cNvPr id="47" name="Rectangle 35"/>
          <p:cNvSpPr>
            <a:spLocks/>
          </p:cNvSpPr>
          <p:nvPr/>
        </p:nvSpPr>
        <p:spPr bwMode="auto">
          <a:xfrm>
            <a:off x="5854684" y="439861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48" name="Rectangle 35"/>
          <p:cNvSpPr>
            <a:spLocks/>
          </p:cNvSpPr>
          <p:nvPr/>
        </p:nvSpPr>
        <p:spPr bwMode="auto">
          <a:xfrm>
            <a:off x="6866268" y="409924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49" name="Rectangle 35"/>
          <p:cNvSpPr>
            <a:spLocks/>
          </p:cNvSpPr>
          <p:nvPr/>
        </p:nvSpPr>
        <p:spPr bwMode="auto">
          <a:xfrm>
            <a:off x="7873113" y="3806985"/>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50" name="Rectangle 35"/>
          <p:cNvSpPr>
            <a:spLocks/>
          </p:cNvSpPr>
          <p:nvPr/>
        </p:nvSpPr>
        <p:spPr bwMode="auto">
          <a:xfrm>
            <a:off x="8963214" y="321190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51" name="Straight Arrow Connector 9"/>
          <p:cNvCxnSpPr/>
          <p:nvPr/>
        </p:nvCxnSpPr>
        <p:spPr>
          <a:xfrm flipV="1">
            <a:off x="5969046" y="4797326"/>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9"/>
          <p:cNvCxnSpPr/>
          <p:nvPr/>
        </p:nvCxnSpPr>
        <p:spPr>
          <a:xfrm flipV="1">
            <a:off x="7999852" y="4161984"/>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9"/>
          <p:cNvCxnSpPr/>
          <p:nvPr/>
        </p:nvCxnSpPr>
        <p:spPr>
          <a:xfrm flipV="1">
            <a:off x="6994508" y="442069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9091454" y="3634433"/>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F312B539-B0E6-AFC6-526A-4B7812C0319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7" name="Rectángulo 6">
            <a:extLst>
              <a:ext uri="{FF2B5EF4-FFF2-40B4-BE49-F238E27FC236}">
                <a16:creationId xmlns:a16="http://schemas.microsoft.com/office/drawing/2014/main" id="{FDE04DF5-4CED-8315-F39D-502F05938CA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7F7D38A-5199-6D52-5CA9-98D7FA6680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8F89ED1-C6AA-CC95-FF91-5AE7F5FEF23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732550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51</a:t>
            </a:fld>
            <a:endParaRPr lang="en-US"/>
          </a:p>
        </p:txBody>
      </p:sp>
      <p:sp>
        <p:nvSpPr>
          <p:cNvPr id="28" name="Rectangle 35"/>
          <p:cNvSpPr>
            <a:spLocks/>
          </p:cNvSpPr>
          <p:nvPr/>
        </p:nvSpPr>
        <p:spPr bwMode="auto">
          <a:xfrm>
            <a:off x="2837143" y="3223225"/>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71,6</a:t>
            </a:r>
          </a:p>
        </p:txBody>
      </p:sp>
      <p:cxnSp>
        <p:nvCxnSpPr>
          <p:cNvPr id="29" name="Straight Arrow Connector 9"/>
          <p:cNvCxnSpPr/>
          <p:nvPr/>
        </p:nvCxnSpPr>
        <p:spPr>
          <a:xfrm flipH="1" flipV="1">
            <a:off x="3035221" y="3526340"/>
            <a:ext cx="13675" cy="2210797"/>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6"/>
          <p:cNvCxnSpPr/>
          <p:nvPr/>
        </p:nvCxnSpPr>
        <p:spPr>
          <a:xfrm flipV="1">
            <a:off x="3033399" y="574125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4" name="Rectangle 35"/>
          <p:cNvSpPr>
            <a:spLocks/>
          </p:cNvSpPr>
          <p:nvPr/>
        </p:nvSpPr>
        <p:spPr bwMode="auto">
          <a:xfrm>
            <a:off x="2969277" y="574854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35" name="Rectangle 36"/>
          <p:cNvSpPr>
            <a:spLocks/>
          </p:cNvSpPr>
          <p:nvPr/>
        </p:nvSpPr>
        <p:spPr bwMode="auto">
          <a:xfrm>
            <a:off x="3782562"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6" name="Rectangle 37"/>
          <p:cNvSpPr>
            <a:spLocks/>
          </p:cNvSpPr>
          <p:nvPr/>
        </p:nvSpPr>
        <p:spPr bwMode="auto">
          <a:xfrm>
            <a:off x="4871050"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38"/>
          <p:cNvSpPr>
            <a:spLocks/>
          </p:cNvSpPr>
          <p:nvPr/>
        </p:nvSpPr>
        <p:spPr bwMode="auto">
          <a:xfrm>
            <a:off x="5930524" y="573766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39"/>
          <p:cNvSpPr>
            <a:spLocks/>
          </p:cNvSpPr>
          <p:nvPr/>
        </p:nvSpPr>
        <p:spPr bwMode="auto">
          <a:xfrm>
            <a:off x="6936386" y="575412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57" name="Rectangle 40"/>
          <p:cNvSpPr>
            <a:spLocks/>
          </p:cNvSpPr>
          <p:nvPr/>
        </p:nvSpPr>
        <p:spPr bwMode="auto">
          <a:xfrm>
            <a:off x="8009815"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58" name="Rectangle 41"/>
          <p:cNvSpPr>
            <a:spLocks/>
          </p:cNvSpPr>
          <p:nvPr/>
        </p:nvSpPr>
        <p:spPr bwMode="auto">
          <a:xfrm>
            <a:off x="9069289"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graphicFrame>
        <p:nvGraphicFramePr>
          <p:cNvPr id="3" name="Object 2"/>
          <p:cNvGraphicFramePr>
            <a:graphicFrameLocks noChangeAspect="1"/>
          </p:cNvGraphicFramePr>
          <p:nvPr/>
        </p:nvGraphicFramePr>
        <p:xfrm>
          <a:off x="1898161" y="1950526"/>
          <a:ext cx="8395677" cy="784273"/>
        </p:xfrm>
        <a:graphic>
          <a:graphicData uri="http://schemas.openxmlformats.org/presentationml/2006/ole">
            <mc:AlternateContent xmlns:mc="http://schemas.openxmlformats.org/markup-compatibility/2006">
              <mc:Choice xmlns:v="urn:schemas-microsoft-com:vml" Requires="v">
                <p:oleObj name="Document" r:id="rId3" imgW="5486809" imgH="412575" progId="Word.Document.12">
                  <p:embed/>
                </p:oleObj>
              </mc:Choice>
              <mc:Fallback>
                <p:oleObj name="Document" r:id="rId3" imgW="5486809" imgH="412575" progId="Word.Document.12">
                  <p:embed/>
                  <p:pic>
                    <p:nvPicPr>
                      <p:cNvPr id="3" name="Object 2"/>
                      <p:cNvPicPr/>
                      <p:nvPr/>
                    </p:nvPicPr>
                    <p:blipFill>
                      <a:blip r:embed="rId4"/>
                      <a:stretch>
                        <a:fillRect/>
                      </a:stretch>
                    </p:blipFill>
                    <p:spPr>
                      <a:xfrm>
                        <a:off x="1898161" y="1950526"/>
                        <a:ext cx="8395677" cy="784273"/>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73E7E837-F407-83E4-9D79-3BA02CB663A2}"/>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F6CAAD32-A236-D7B7-2404-489C61932E3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57550C4-E6C5-2086-E347-1AA3E2F5D1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1071A4C-2B91-21D4-88A8-8C0EFA2BBE1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7579FA1-9D5F-840E-9507-838F2999BDC5}"/>
                  </a:ext>
                </a:extLst>
              </p:cNvPr>
              <p:cNvSpPr txBox="1"/>
              <p:nvPr/>
            </p:nvSpPr>
            <p:spPr>
              <a:xfrm>
                <a:off x="5371987" y="2929243"/>
                <a:ext cx="1448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𝑉𝑃</m:t>
                      </m:r>
                      <m:r>
                        <a:rPr lang="es-ES" sz="2400" b="0" i="1" smtClean="0">
                          <a:latin typeface="Cambria Math" panose="02040503050406030204" pitchFamily="18" charset="0"/>
                        </a:rPr>
                        <m:t>=71,6</m:t>
                      </m:r>
                    </m:oMath>
                  </m:oMathPara>
                </a14:m>
                <a:endParaRPr lang="es-CO" sz="2400"/>
              </a:p>
            </p:txBody>
          </p:sp>
        </mc:Choice>
        <mc:Fallback xmlns="">
          <p:sp>
            <p:nvSpPr>
              <p:cNvPr id="2" name="CuadroTexto 1">
                <a:extLst>
                  <a:ext uri="{FF2B5EF4-FFF2-40B4-BE49-F238E27FC236}">
                    <a16:creationId xmlns:a16="http://schemas.microsoft.com/office/drawing/2014/main" id="{67579FA1-9D5F-840E-9507-838F2999BDC5}"/>
                  </a:ext>
                </a:extLst>
              </p:cNvPr>
              <p:cNvSpPr txBox="1">
                <a:spLocks noRot="1" noChangeAspect="1" noMove="1" noResize="1" noEditPoints="1" noAdjustHandles="1" noChangeArrowheads="1" noChangeShapeType="1" noTextEdit="1"/>
              </p:cNvSpPr>
              <p:nvPr/>
            </p:nvSpPr>
            <p:spPr>
              <a:xfrm>
                <a:off x="5371987" y="2929243"/>
                <a:ext cx="1448025" cy="369332"/>
              </a:xfrm>
              <a:prstGeom prst="rect">
                <a:avLst/>
              </a:prstGeom>
              <a:blipFill>
                <a:blip r:embed="rId6"/>
                <a:stretch>
                  <a:fillRect l="-3448" r="-3448" b="-10000"/>
                </a:stretch>
              </a:blipFill>
            </p:spPr>
            <p:txBody>
              <a:bodyPr/>
              <a:lstStyle/>
              <a:p>
                <a:r>
                  <a:rPr lang="es-CO">
                    <a:noFill/>
                  </a:rPr>
                  <a:t> </a:t>
                </a:r>
              </a:p>
            </p:txBody>
          </p:sp>
        </mc:Fallback>
      </mc:AlternateContent>
    </p:spTree>
    <p:extLst>
      <p:ext uri="{BB962C8B-B14F-4D97-AF65-F5344CB8AC3E}">
        <p14:creationId xmlns:p14="http://schemas.microsoft.com/office/powerpoint/2010/main" val="20563778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2" y="1994391"/>
            <a:ext cx="11029616" cy="922553"/>
          </a:xfrm>
        </p:spPr>
        <p:txBody>
          <a:bodyPr>
            <a:normAutofit/>
          </a:bodyPr>
          <a:lstStyle/>
          <a:p>
            <a:pPr marL="0" indent="0" algn="just">
              <a:buNone/>
            </a:pPr>
            <a:r>
              <a:rPr lang="es-ES" sz="2400" b="1" i="1"/>
              <a:t>Ejemplo 2</a:t>
            </a:r>
            <a:r>
              <a:rPr lang="es-ES" sz="2400"/>
              <a:t>: Suponga los siguientes flujos mensuales. ¿Cuál es la cuota uniforme equivalente a la serie si su costo de oportunidad es del 24% NA/MV?</a:t>
            </a:r>
          </a:p>
        </p:txBody>
      </p:sp>
      <p:sp>
        <p:nvSpPr>
          <p:cNvPr id="4" name="Slide Number Placeholder 3"/>
          <p:cNvSpPr>
            <a:spLocks noGrp="1"/>
          </p:cNvSpPr>
          <p:nvPr>
            <p:ph type="sldNum" sz="quarter" idx="12"/>
          </p:nvPr>
        </p:nvSpPr>
        <p:spPr/>
        <p:txBody>
          <a:bodyPr/>
          <a:lstStyle/>
          <a:p>
            <a:fld id="{5E3E23BA-6E79-2442-BA73-D218A5E297C3}" type="slidenum">
              <a:rPr lang="en-US" smtClean="0"/>
              <a:t>52</a:t>
            </a:fld>
            <a:endParaRPr lang="en-US"/>
          </a:p>
        </p:txBody>
      </p:sp>
      <p:cxnSp>
        <p:nvCxnSpPr>
          <p:cNvPr id="37" name="Straight Connector 6"/>
          <p:cNvCxnSpPr/>
          <p:nvPr/>
        </p:nvCxnSpPr>
        <p:spPr>
          <a:xfrm flipV="1">
            <a:off x="2864869" y="527724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Arrow Connector 9"/>
          <p:cNvCxnSpPr/>
          <p:nvPr/>
        </p:nvCxnSpPr>
        <p:spPr>
          <a:xfrm flipV="1">
            <a:off x="4845738" y="499453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35"/>
          <p:cNvSpPr>
            <a:spLocks/>
          </p:cNvSpPr>
          <p:nvPr/>
        </p:nvSpPr>
        <p:spPr bwMode="auto">
          <a:xfrm>
            <a:off x="2800747" y="528453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40" name="Rectangle 36"/>
          <p:cNvSpPr>
            <a:spLocks/>
          </p:cNvSpPr>
          <p:nvPr/>
        </p:nvSpPr>
        <p:spPr bwMode="auto">
          <a:xfrm>
            <a:off x="3614032"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1" name="Rectangle 37"/>
          <p:cNvSpPr>
            <a:spLocks/>
          </p:cNvSpPr>
          <p:nvPr/>
        </p:nvSpPr>
        <p:spPr bwMode="auto">
          <a:xfrm>
            <a:off x="4702520"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2" name="Rectangle 38"/>
          <p:cNvSpPr>
            <a:spLocks/>
          </p:cNvSpPr>
          <p:nvPr/>
        </p:nvSpPr>
        <p:spPr bwMode="auto">
          <a:xfrm>
            <a:off x="5761994" y="52736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3" name="Rectangle 39"/>
          <p:cNvSpPr>
            <a:spLocks/>
          </p:cNvSpPr>
          <p:nvPr/>
        </p:nvSpPr>
        <p:spPr bwMode="auto">
          <a:xfrm>
            <a:off x="6767856" y="52901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4" name="Rectangle 40"/>
          <p:cNvSpPr>
            <a:spLocks/>
          </p:cNvSpPr>
          <p:nvPr/>
        </p:nvSpPr>
        <p:spPr bwMode="auto">
          <a:xfrm>
            <a:off x="7841285"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5" name="Rectangle 41"/>
          <p:cNvSpPr>
            <a:spLocks/>
          </p:cNvSpPr>
          <p:nvPr/>
        </p:nvSpPr>
        <p:spPr bwMode="auto">
          <a:xfrm>
            <a:off x="8900759"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6" name="Rectangle 35"/>
          <p:cNvSpPr>
            <a:spLocks/>
          </p:cNvSpPr>
          <p:nvPr/>
        </p:nvSpPr>
        <p:spPr bwMode="auto">
          <a:xfrm>
            <a:off x="4780819" y="469455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a:t>
            </a:r>
          </a:p>
        </p:txBody>
      </p:sp>
      <p:sp>
        <p:nvSpPr>
          <p:cNvPr id="47" name="Rectangle 35"/>
          <p:cNvSpPr>
            <a:spLocks/>
          </p:cNvSpPr>
          <p:nvPr/>
        </p:nvSpPr>
        <p:spPr bwMode="auto">
          <a:xfrm>
            <a:off x="5854684" y="439861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48" name="Rectangle 35"/>
          <p:cNvSpPr>
            <a:spLocks/>
          </p:cNvSpPr>
          <p:nvPr/>
        </p:nvSpPr>
        <p:spPr bwMode="auto">
          <a:xfrm>
            <a:off x="6866268" y="409924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49" name="Rectangle 35"/>
          <p:cNvSpPr>
            <a:spLocks/>
          </p:cNvSpPr>
          <p:nvPr/>
        </p:nvSpPr>
        <p:spPr bwMode="auto">
          <a:xfrm>
            <a:off x="7873113" y="3806985"/>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50" name="Rectangle 35"/>
          <p:cNvSpPr>
            <a:spLocks/>
          </p:cNvSpPr>
          <p:nvPr/>
        </p:nvSpPr>
        <p:spPr bwMode="auto">
          <a:xfrm>
            <a:off x="8963214" y="321190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51" name="Straight Arrow Connector 9"/>
          <p:cNvCxnSpPr/>
          <p:nvPr/>
        </p:nvCxnSpPr>
        <p:spPr>
          <a:xfrm flipV="1">
            <a:off x="5969046" y="4797326"/>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9"/>
          <p:cNvCxnSpPr/>
          <p:nvPr/>
        </p:nvCxnSpPr>
        <p:spPr>
          <a:xfrm flipV="1">
            <a:off x="7999852" y="4161984"/>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9"/>
          <p:cNvCxnSpPr/>
          <p:nvPr/>
        </p:nvCxnSpPr>
        <p:spPr>
          <a:xfrm flipV="1">
            <a:off x="6994508" y="442069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9091454" y="3634433"/>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CuadroTexto 2"/>
          <p:cNvSpPr txBox="1"/>
          <p:nvPr/>
        </p:nvSpPr>
        <p:spPr>
          <a:xfrm>
            <a:off x="9258578" y="5064016"/>
            <a:ext cx="830677" cy="400110"/>
          </a:xfrm>
          <a:prstGeom prst="rect">
            <a:avLst/>
          </a:prstGeom>
          <a:noFill/>
        </p:spPr>
        <p:txBody>
          <a:bodyPr wrap="none" rtlCol="0">
            <a:spAutoFit/>
          </a:bodyPr>
          <a:lstStyle/>
          <a:p>
            <a:r>
              <a:rPr lang="es-CO" sz="2000"/>
              <a:t>Meses</a:t>
            </a:r>
          </a:p>
        </p:txBody>
      </p:sp>
      <p:sp>
        <p:nvSpPr>
          <p:cNvPr id="7" name="Title 1">
            <a:extLst>
              <a:ext uri="{FF2B5EF4-FFF2-40B4-BE49-F238E27FC236}">
                <a16:creationId xmlns:a16="http://schemas.microsoft.com/office/drawing/2014/main" id="{FB9FAC87-FBD0-5730-A6D7-306285EE87CF}"/>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8" name="Rectángulo 7">
            <a:extLst>
              <a:ext uri="{FF2B5EF4-FFF2-40B4-BE49-F238E27FC236}">
                <a16:creationId xmlns:a16="http://schemas.microsoft.com/office/drawing/2014/main" id="{229B9EAB-9FCF-EFEA-8BF1-2B86AA6C1B1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355F38B-A953-10AB-9103-5CA9CCDED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6F67A34-C3BE-D1CB-CFEF-45B8BE814E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487161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53</a:t>
            </a:fld>
            <a:endParaRPr lang="en-US"/>
          </a:p>
        </p:txBody>
      </p:sp>
      <mc:AlternateContent xmlns:mc="http://schemas.openxmlformats.org/markup-compatibility/2006" xmlns:a14="http://schemas.microsoft.com/office/drawing/2010/main">
        <mc:Choice Requires="a14">
          <p:sp>
            <p:nvSpPr>
              <p:cNvPr id="26" name="25 CuadroTexto"/>
              <p:cNvSpPr txBox="1"/>
              <p:nvPr/>
            </p:nvSpPr>
            <p:spPr>
              <a:xfrm>
                <a:off x="5290715" y="3445171"/>
                <a:ext cx="16105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400" i="1">
                          <a:latin typeface="Cambria Math"/>
                        </a:rPr>
                        <m:t>𝐴</m:t>
                      </m:r>
                      <m:r>
                        <a:rPr lang="es-CO" sz="2400" i="1">
                          <a:latin typeface="Cambria Math"/>
                        </a:rPr>
                        <m:t>=12,21</m:t>
                      </m:r>
                    </m:oMath>
                  </m:oMathPara>
                </a14:m>
                <a:endParaRPr lang="es-CO" sz="2400"/>
              </a:p>
            </p:txBody>
          </p:sp>
        </mc:Choice>
        <mc:Fallback xmlns="">
          <p:sp>
            <p:nvSpPr>
              <p:cNvPr id="26" name="25 CuadroTexto"/>
              <p:cNvSpPr txBox="1">
                <a:spLocks noRot="1" noChangeAspect="1" noMove="1" noResize="1" noEditPoints="1" noAdjustHandles="1" noChangeArrowheads="1" noChangeShapeType="1" noTextEdit="1"/>
              </p:cNvSpPr>
              <p:nvPr/>
            </p:nvSpPr>
            <p:spPr>
              <a:xfrm>
                <a:off x="5290715" y="3445171"/>
                <a:ext cx="1610569" cy="461665"/>
              </a:xfrm>
              <a:prstGeom prst="rect">
                <a:avLst/>
              </a:prstGeom>
              <a:blipFill>
                <a:blip r:embed="rId3"/>
                <a:stretch>
                  <a:fillRect/>
                </a:stretch>
              </a:blipFill>
            </p:spPr>
            <p:txBody>
              <a:bodyPr/>
              <a:lstStyle/>
              <a:p>
                <a:r>
                  <a:rPr lang="es-CO">
                    <a:noFill/>
                  </a:rPr>
                  <a:t> </a:t>
                </a:r>
              </a:p>
            </p:txBody>
          </p:sp>
        </mc:Fallback>
      </mc:AlternateContent>
      <p:sp>
        <p:nvSpPr>
          <p:cNvPr id="24" name="Rectangle 35"/>
          <p:cNvSpPr>
            <a:spLocks/>
          </p:cNvSpPr>
          <p:nvPr/>
        </p:nvSpPr>
        <p:spPr bwMode="auto">
          <a:xfrm>
            <a:off x="6091438" y="4267314"/>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12,21</a:t>
            </a:r>
          </a:p>
        </p:txBody>
      </p:sp>
      <p:cxnSp>
        <p:nvCxnSpPr>
          <p:cNvPr id="25" name="Straight Arrow Connector 9"/>
          <p:cNvCxnSpPr/>
          <p:nvPr/>
        </p:nvCxnSpPr>
        <p:spPr>
          <a:xfrm flipH="1" flipV="1">
            <a:off x="3722922" y="4709913"/>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6"/>
          <p:cNvCxnSpPr/>
          <p:nvPr/>
        </p:nvCxnSpPr>
        <p:spPr>
          <a:xfrm flipV="1">
            <a:off x="2805228" y="5622975"/>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Rectangle 35"/>
          <p:cNvSpPr>
            <a:spLocks/>
          </p:cNvSpPr>
          <p:nvPr/>
        </p:nvSpPr>
        <p:spPr bwMode="auto">
          <a:xfrm>
            <a:off x="2741106" y="5630256"/>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29" name="Rectangle 36"/>
          <p:cNvSpPr>
            <a:spLocks/>
          </p:cNvSpPr>
          <p:nvPr/>
        </p:nvSpPr>
        <p:spPr bwMode="auto">
          <a:xfrm>
            <a:off x="3554391" y="56054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7"/>
          <p:cNvSpPr>
            <a:spLocks/>
          </p:cNvSpPr>
          <p:nvPr/>
        </p:nvSpPr>
        <p:spPr bwMode="auto">
          <a:xfrm>
            <a:off x="4642879" y="56054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8"/>
          <p:cNvSpPr>
            <a:spLocks/>
          </p:cNvSpPr>
          <p:nvPr/>
        </p:nvSpPr>
        <p:spPr bwMode="auto">
          <a:xfrm>
            <a:off x="5702353" y="561938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9"/>
          <p:cNvSpPr>
            <a:spLocks/>
          </p:cNvSpPr>
          <p:nvPr/>
        </p:nvSpPr>
        <p:spPr bwMode="auto">
          <a:xfrm>
            <a:off x="6708215" y="56358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3" name="Rectangle 40"/>
          <p:cNvSpPr>
            <a:spLocks/>
          </p:cNvSpPr>
          <p:nvPr/>
        </p:nvSpPr>
        <p:spPr bwMode="auto">
          <a:xfrm>
            <a:off x="7781644" y="56054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34" name="Rectangle 41"/>
          <p:cNvSpPr>
            <a:spLocks/>
          </p:cNvSpPr>
          <p:nvPr/>
        </p:nvSpPr>
        <p:spPr bwMode="auto">
          <a:xfrm>
            <a:off x="8841118" y="56054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cxnSp>
        <p:nvCxnSpPr>
          <p:cNvPr id="36" name="Straight Arrow Connector 9"/>
          <p:cNvCxnSpPr/>
          <p:nvPr/>
        </p:nvCxnSpPr>
        <p:spPr>
          <a:xfrm flipH="1" flipV="1">
            <a:off x="9001555" y="4666268"/>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9"/>
          <p:cNvCxnSpPr/>
          <p:nvPr/>
        </p:nvCxnSpPr>
        <p:spPr>
          <a:xfrm flipH="1" flipV="1">
            <a:off x="4811410" y="4666268"/>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9"/>
          <p:cNvCxnSpPr/>
          <p:nvPr/>
        </p:nvCxnSpPr>
        <p:spPr>
          <a:xfrm flipH="1" flipV="1">
            <a:off x="5878288" y="4666268"/>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H="1" flipV="1">
            <a:off x="6876747" y="4664174"/>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H="1" flipV="1">
            <a:off x="7950175" y="4664174"/>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H="1">
            <a:off x="3687276" y="4691832"/>
            <a:ext cx="5322372" cy="0"/>
          </a:xfrm>
          <a:prstGeom prst="straightConnector1">
            <a:avLst/>
          </a:prstGeom>
          <a:ln>
            <a:solidFill>
              <a:schemeClr val="accent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aphicFrame>
        <p:nvGraphicFramePr>
          <p:cNvPr id="7" name="Object 6"/>
          <p:cNvGraphicFramePr>
            <a:graphicFrameLocks noChangeAspect="1"/>
          </p:cNvGraphicFramePr>
          <p:nvPr/>
        </p:nvGraphicFramePr>
        <p:xfrm>
          <a:off x="2064959" y="2251177"/>
          <a:ext cx="8052957" cy="890937"/>
        </p:xfrm>
        <a:graphic>
          <a:graphicData uri="http://schemas.openxmlformats.org/presentationml/2006/ole">
            <mc:AlternateContent xmlns:mc="http://schemas.openxmlformats.org/markup-compatibility/2006">
              <mc:Choice xmlns:v="urn:schemas-microsoft-com:vml" Requires="v">
                <p:oleObj name="Document" r:id="rId4" imgW="5486809" imgH="369373" progId="Word.Document.12">
                  <p:embed/>
                </p:oleObj>
              </mc:Choice>
              <mc:Fallback>
                <p:oleObj name="Document" r:id="rId4" imgW="5486809" imgH="369373" progId="Word.Document.12">
                  <p:embed/>
                  <p:pic>
                    <p:nvPicPr>
                      <p:cNvPr id="7" name="Object 6"/>
                      <p:cNvPicPr/>
                      <p:nvPr/>
                    </p:nvPicPr>
                    <p:blipFill>
                      <a:blip r:embed="rId5"/>
                      <a:stretch>
                        <a:fillRect/>
                      </a:stretch>
                    </p:blipFill>
                    <p:spPr>
                      <a:xfrm>
                        <a:off x="2064959" y="2251177"/>
                        <a:ext cx="8052957" cy="890937"/>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08E9EC17-FD80-2605-EAF7-8DD1330143A4}"/>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8" name="Rectángulo 7">
            <a:extLst>
              <a:ext uri="{FF2B5EF4-FFF2-40B4-BE49-F238E27FC236}">
                <a16:creationId xmlns:a16="http://schemas.microsoft.com/office/drawing/2014/main" id="{549EF29A-3B1D-A6E5-75C8-FD36D03B7F5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24A1AB44-29D3-DF32-38A6-65C77AE114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30A0794E-9AD6-F6DE-C7D3-407E208B113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42138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41965" y="1944051"/>
            <a:ext cx="11029616" cy="840769"/>
          </a:xfrm>
        </p:spPr>
        <p:txBody>
          <a:bodyPr>
            <a:normAutofit/>
          </a:bodyPr>
          <a:lstStyle/>
          <a:p>
            <a:pPr marL="0" indent="0" algn="just">
              <a:buNone/>
            </a:pPr>
            <a:r>
              <a:rPr lang="es-ES" sz="2400"/>
              <a:t>Ahora, la mayoría de las veces es posible que nos encontremos los gradientes de la siguiente manera. </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54</a:t>
            </a:fld>
            <a:endParaRPr lang="en-US"/>
          </a:p>
        </p:txBody>
      </p:sp>
      <p:cxnSp>
        <p:nvCxnSpPr>
          <p:cNvPr id="5" name="Straight Connector 6"/>
          <p:cNvCxnSpPr/>
          <p:nvPr/>
        </p:nvCxnSpPr>
        <p:spPr>
          <a:xfrm flipV="1">
            <a:off x="2954640" y="5163368"/>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890518" y="5157419"/>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703803"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792291"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851765" y="51465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857627" y="516300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7931056"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8990530"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35"/>
          <p:cNvSpPr>
            <a:spLocks/>
          </p:cNvSpPr>
          <p:nvPr/>
        </p:nvSpPr>
        <p:spPr bwMode="auto">
          <a:xfrm>
            <a:off x="4806470" y="423669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sp>
        <p:nvSpPr>
          <p:cNvPr id="28" name="Rectangle 35"/>
          <p:cNvSpPr>
            <a:spLocks/>
          </p:cNvSpPr>
          <p:nvPr/>
        </p:nvSpPr>
        <p:spPr bwMode="auto">
          <a:xfrm>
            <a:off x="5944455" y="3940750"/>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35</a:t>
            </a:r>
          </a:p>
        </p:txBody>
      </p:sp>
      <p:sp>
        <p:nvSpPr>
          <p:cNvPr id="29" name="Rectangle 35"/>
          <p:cNvSpPr>
            <a:spLocks/>
          </p:cNvSpPr>
          <p:nvPr/>
        </p:nvSpPr>
        <p:spPr bwMode="auto">
          <a:xfrm>
            <a:off x="6956039" y="364138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45</a:t>
            </a:r>
          </a:p>
        </p:txBody>
      </p:sp>
      <p:sp>
        <p:nvSpPr>
          <p:cNvPr id="30" name="Rectangle 35"/>
          <p:cNvSpPr>
            <a:spLocks/>
          </p:cNvSpPr>
          <p:nvPr/>
        </p:nvSpPr>
        <p:spPr bwMode="auto">
          <a:xfrm>
            <a:off x="7962884" y="3349124"/>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55</a:t>
            </a:r>
          </a:p>
        </p:txBody>
      </p:sp>
      <p:sp>
        <p:nvSpPr>
          <p:cNvPr id="31" name="Rectangle 35"/>
          <p:cNvSpPr>
            <a:spLocks/>
          </p:cNvSpPr>
          <p:nvPr/>
        </p:nvSpPr>
        <p:spPr bwMode="auto">
          <a:xfrm>
            <a:off x="9052984" y="275404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65</a:t>
            </a:r>
          </a:p>
        </p:txBody>
      </p:sp>
      <p:cxnSp>
        <p:nvCxnSpPr>
          <p:cNvPr id="53" name="Straight Arrow Connector 9"/>
          <p:cNvCxnSpPr/>
          <p:nvPr/>
        </p:nvCxnSpPr>
        <p:spPr>
          <a:xfrm flipV="1">
            <a:off x="3870914" y="486619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4941289" y="4570407"/>
            <a:ext cx="0" cy="59368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9"/>
          <p:cNvCxnSpPr/>
          <p:nvPr/>
        </p:nvCxnSpPr>
        <p:spPr>
          <a:xfrm flipV="1">
            <a:off x="6058817" y="4267469"/>
            <a:ext cx="0" cy="88755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9"/>
          <p:cNvCxnSpPr/>
          <p:nvPr/>
        </p:nvCxnSpPr>
        <p:spPr>
          <a:xfrm flipV="1">
            <a:off x="7088949" y="3971528"/>
            <a:ext cx="0" cy="11822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8089623" y="3672158"/>
            <a:ext cx="0" cy="1481572"/>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9181225" y="3207621"/>
            <a:ext cx="0" cy="1947398"/>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0" name="Rectangle 35"/>
          <p:cNvSpPr>
            <a:spLocks/>
          </p:cNvSpPr>
          <p:nvPr/>
        </p:nvSpPr>
        <p:spPr bwMode="auto">
          <a:xfrm>
            <a:off x="3728595" y="453962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40" name="Marcador de contenido 2"/>
          <p:cNvSpPr txBox="1">
            <a:spLocks/>
          </p:cNvSpPr>
          <p:nvPr/>
        </p:nvSpPr>
        <p:spPr>
          <a:xfrm>
            <a:off x="973152" y="3294270"/>
            <a:ext cx="4389478" cy="578541"/>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i="1">
                <a:solidFill>
                  <a:srgbClr val="C00000"/>
                </a:solidFill>
              </a:rPr>
              <a:t>¿Qué parecido hay con el caso anterior? ¿Qué hay diferente?</a:t>
            </a:r>
          </a:p>
        </p:txBody>
      </p:sp>
      <p:sp>
        <p:nvSpPr>
          <p:cNvPr id="8" name="Title 1">
            <a:extLst>
              <a:ext uri="{FF2B5EF4-FFF2-40B4-BE49-F238E27FC236}">
                <a16:creationId xmlns:a16="http://schemas.microsoft.com/office/drawing/2014/main" id="{2764BEFB-B4DB-99FA-BF92-619F60E067EE}"/>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0502CA9B-5816-91A0-0EB2-F6A401923F2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6FECDD16-67EC-0463-923F-CDDD034B9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C215A2AA-063D-1AC0-3536-05430FD9572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89645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20" grpId="0"/>
      <p:bldP spid="28" grpId="0"/>
      <p:bldP spid="29" grpId="0"/>
      <p:bldP spid="30" grpId="0"/>
      <p:bldP spid="31" grpId="0"/>
      <p:bldP spid="60" grpId="0"/>
      <p:bldP spid="4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55</a:t>
            </a:fld>
            <a:endParaRPr lang="en-US"/>
          </a:p>
        </p:txBody>
      </p:sp>
      <p:cxnSp>
        <p:nvCxnSpPr>
          <p:cNvPr id="5" name="Straight Connector 6"/>
          <p:cNvCxnSpPr/>
          <p:nvPr/>
        </p:nvCxnSpPr>
        <p:spPr>
          <a:xfrm flipV="1">
            <a:off x="2822429" y="5340625"/>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4803298" y="471393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758307" y="5334676"/>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571592"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660080"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719554" y="532380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725416" y="534026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7798845"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8858319"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0" name="Rectangle 35"/>
          <p:cNvSpPr>
            <a:spLocks/>
          </p:cNvSpPr>
          <p:nvPr/>
        </p:nvSpPr>
        <p:spPr bwMode="auto">
          <a:xfrm>
            <a:off x="4707921" y="4413948"/>
            <a:ext cx="1891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a:t>
            </a:r>
          </a:p>
        </p:txBody>
      </p:sp>
      <p:cxnSp>
        <p:nvCxnSpPr>
          <p:cNvPr id="27" name="Straight Arrow Connector 9"/>
          <p:cNvCxnSpPr/>
          <p:nvPr/>
        </p:nvCxnSpPr>
        <p:spPr>
          <a:xfrm flipV="1">
            <a:off x="5926606" y="469794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5"/>
          <p:cNvSpPr>
            <a:spLocks/>
          </p:cNvSpPr>
          <p:nvPr/>
        </p:nvSpPr>
        <p:spPr bwMode="auto">
          <a:xfrm>
            <a:off x="5781786" y="4118007"/>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2G</a:t>
            </a:r>
          </a:p>
        </p:txBody>
      </p:sp>
      <p:sp>
        <p:nvSpPr>
          <p:cNvPr id="29" name="Rectangle 35"/>
          <p:cNvSpPr>
            <a:spLocks/>
          </p:cNvSpPr>
          <p:nvPr/>
        </p:nvSpPr>
        <p:spPr bwMode="auto">
          <a:xfrm>
            <a:off x="6793370" y="3818638"/>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3G</a:t>
            </a:r>
          </a:p>
        </p:txBody>
      </p:sp>
      <p:sp>
        <p:nvSpPr>
          <p:cNvPr id="30" name="Rectangle 35"/>
          <p:cNvSpPr>
            <a:spLocks/>
          </p:cNvSpPr>
          <p:nvPr/>
        </p:nvSpPr>
        <p:spPr bwMode="auto">
          <a:xfrm>
            <a:off x="7800215" y="3526381"/>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4G</a:t>
            </a:r>
          </a:p>
        </p:txBody>
      </p:sp>
      <p:sp>
        <p:nvSpPr>
          <p:cNvPr id="31" name="Rectangle 35"/>
          <p:cNvSpPr>
            <a:spLocks/>
          </p:cNvSpPr>
          <p:nvPr/>
        </p:nvSpPr>
        <p:spPr bwMode="auto">
          <a:xfrm>
            <a:off x="8701163" y="2931299"/>
            <a:ext cx="69570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(n-1)G</a:t>
            </a:r>
          </a:p>
        </p:txBody>
      </p:sp>
      <p:cxnSp>
        <p:nvCxnSpPr>
          <p:cNvPr id="33" name="Straight Arrow Connector 9"/>
          <p:cNvCxnSpPr/>
          <p:nvPr/>
        </p:nvCxnSpPr>
        <p:spPr>
          <a:xfrm flipV="1">
            <a:off x="5926606" y="440823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9"/>
          <p:cNvCxnSpPr/>
          <p:nvPr/>
        </p:nvCxnSpPr>
        <p:spPr>
          <a:xfrm flipV="1">
            <a:off x="6952068" y="46891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9"/>
          <p:cNvCxnSpPr/>
          <p:nvPr/>
        </p:nvCxnSpPr>
        <p:spPr>
          <a:xfrm flipV="1">
            <a:off x="6952068" y="439939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9"/>
          <p:cNvCxnSpPr/>
          <p:nvPr/>
        </p:nvCxnSpPr>
        <p:spPr>
          <a:xfrm flipV="1">
            <a:off x="7957412" y="46891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9"/>
          <p:cNvCxnSpPr/>
          <p:nvPr/>
        </p:nvCxnSpPr>
        <p:spPr>
          <a:xfrm flipV="1">
            <a:off x="7957412" y="439939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9"/>
          <p:cNvCxnSpPr/>
          <p:nvPr/>
        </p:nvCxnSpPr>
        <p:spPr>
          <a:xfrm flipV="1">
            <a:off x="7957412" y="41090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9"/>
          <p:cNvCxnSpPr/>
          <p:nvPr/>
        </p:nvCxnSpPr>
        <p:spPr>
          <a:xfrm flipV="1">
            <a:off x="7957412" y="38193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6952068" y="41090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9"/>
          <p:cNvCxnSpPr/>
          <p:nvPr/>
        </p:nvCxnSpPr>
        <p:spPr>
          <a:xfrm flipV="1">
            <a:off x="9049014" y="46891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9"/>
          <p:cNvCxnSpPr/>
          <p:nvPr/>
        </p:nvCxnSpPr>
        <p:spPr>
          <a:xfrm flipV="1">
            <a:off x="9049014" y="439939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9"/>
          <p:cNvCxnSpPr/>
          <p:nvPr/>
        </p:nvCxnSpPr>
        <p:spPr>
          <a:xfrm flipV="1">
            <a:off x="9049014" y="364706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9"/>
          <p:cNvCxnSpPr/>
          <p:nvPr/>
        </p:nvCxnSpPr>
        <p:spPr>
          <a:xfrm flipV="1">
            <a:off x="9049014" y="33538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CuadroTexto 47"/>
          <p:cNvSpPr txBox="1"/>
          <p:nvPr/>
        </p:nvSpPr>
        <p:spPr>
          <a:xfrm>
            <a:off x="8310617" y="5236836"/>
            <a:ext cx="1295747" cy="400110"/>
          </a:xfrm>
          <a:prstGeom prst="rect">
            <a:avLst/>
          </a:prstGeom>
          <a:noFill/>
        </p:spPr>
        <p:txBody>
          <a:bodyPr wrap="square" rtlCol="0">
            <a:spAutoFit/>
          </a:bodyPr>
          <a:lstStyle/>
          <a:p>
            <a:r>
              <a:rPr lang="es-ES" sz="2000"/>
              <a:t>…</a:t>
            </a:r>
          </a:p>
        </p:txBody>
      </p:sp>
      <p:sp>
        <p:nvSpPr>
          <p:cNvPr id="49" name="Rectangle 35"/>
          <p:cNvSpPr>
            <a:spLocks/>
          </p:cNvSpPr>
          <p:nvPr/>
        </p:nvSpPr>
        <p:spPr bwMode="auto">
          <a:xfrm>
            <a:off x="8244477" y="3919833"/>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a:t>.</a:t>
            </a:r>
          </a:p>
          <a:p>
            <a:pPr algn="ctr">
              <a:lnSpc>
                <a:spcPct val="50000"/>
              </a:lnSpc>
            </a:pPr>
            <a:r>
              <a:rPr lang="en-US" sz="2000"/>
              <a:t>.</a:t>
            </a:r>
          </a:p>
          <a:p>
            <a:pPr algn="ctr">
              <a:lnSpc>
                <a:spcPct val="50000"/>
              </a:lnSpc>
            </a:pPr>
            <a:r>
              <a:rPr lang="en-US" sz="2000"/>
              <a:t>.</a:t>
            </a:r>
          </a:p>
        </p:txBody>
      </p:sp>
      <p:cxnSp>
        <p:nvCxnSpPr>
          <p:cNvPr id="53" name="Straight Arrow Connector 9"/>
          <p:cNvCxnSpPr/>
          <p:nvPr/>
        </p:nvCxnSpPr>
        <p:spPr>
          <a:xfrm flipV="1">
            <a:off x="3738703" y="504345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4809078" y="504541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9"/>
          <p:cNvCxnSpPr/>
          <p:nvPr/>
        </p:nvCxnSpPr>
        <p:spPr>
          <a:xfrm flipV="1">
            <a:off x="5926606" y="503633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9"/>
          <p:cNvCxnSpPr/>
          <p:nvPr/>
        </p:nvCxnSpPr>
        <p:spPr>
          <a:xfrm flipV="1">
            <a:off x="6956738" y="503504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7957412" y="503504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9049014" y="503633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Conector recto 58"/>
          <p:cNvCxnSpPr/>
          <p:nvPr/>
        </p:nvCxnSpPr>
        <p:spPr>
          <a:xfrm>
            <a:off x="3778387" y="5023104"/>
            <a:ext cx="527166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0" name="Rectangle 35"/>
          <p:cNvSpPr>
            <a:spLocks/>
          </p:cNvSpPr>
          <p:nvPr/>
        </p:nvSpPr>
        <p:spPr bwMode="auto">
          <a:xfrm>
            <a:off x="6311815" y="4746106"/>
            <a:ext cx="1715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A</a:t>
            </a:r>
          </a:p>
        </p:txBody>
      </p:sp>
      <p:sp>
        <p:nvSpPr>
          <p:cNvPr id="8" name="Title 1">
            <a:extLst>
              <a:ext uri="{FF2B5EF4-FFF2-40B4-BE49-F238E27FC236}">
                <a16:creationId xmlns:a16="http://schemas.microsoft.com/office/drawing/2014/main" id="{D9B60816-473F-AA32-92E0-F0C5A9112650}"/>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775CBB7A-67EC-10CF-0970-1B36D4B9EE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50630FA-7E9E-11D2-4477-905B7D9A9F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928B7DAE-BE19-383A-4894-31198D3CD87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contenido 2">
            <a:extLst>
              <a:ext uri="{FF2B5EF4-FFF2-40B4-BE49-F238E27FC236}">
                <a16:creationId xmlns:a16="http://schemas.microsoft.com/office/drawing/2014/main" id="{8A97ADC8-4EA4-30C8-4005-77F579EE7BC8}"/>
              </a:ext>
            </a:extLst>
          </p:cNvPr>
          <p:cNvSpPr>
            <a:spLocks noGrp="1"/>
          </p:cNvSpPr>
          <p:nvPr>
            <p:ph idx="1"/>
          </p:nvPr>
        </p:nvSpPr>
        <p:spPr>
          <a:xfrm>
            <a:off x="641965" y="1944051"/>
            <a:ext cx="11029616" cy="840769"/>
          </a:xfrm>
        </p:spPr>
        <p:txBody>
          <a:bodyPr>
            <a:normAutofit/>
          </a:bodyPr>
          <a:lstStyle/>
          <a:p>
            <a:pPr marL="0" indent="0" algn="just">
              <a:buNone/>
            </a:pPr>
            <a:r>
              <a:rPr lang="es-ES" sz="2400"/>
              <a:t>Ahora, la mayoría de las veces es posible que nos encontremos los gradientes de la siguiente manera. </a:t>
            </a:r>
          </a:p>
        </p:txBody>
      </p:sp>
    </p:spTree>
    <p:extLst>
      <p:ext uri="{BB962C8B-B14F-4D97-AF65-F5344CB8AC3E}">
        <p14:creationId xmlns:p14="http://schemas.microsoft.com/office/powerpoint/2010/main" val="40168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500"/>
                                        <p:tgtEl>
                                          <p:spTgt spid="53"/>
                                        </p:tgtEl>
                                      </p:cBhvr>
                                    </p:animEffect>
                                  </p:childTnLst>
                                </p:cTn>
                              </p:par>
                              <p:par>
                                <p:cTn id="32" presetID="10" presetClass="entr" presetSubtype="0"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par>
                                <p:cTn id="35" presetID="10"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nodeType="with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500"/>
                                        <p:tgtEl>
                                          <p:spTgt spid="57"/>
                                        </p:tgtEl>
                                      </p:cBhvr>
                                    </p:animEffect>
                                  </p:childTnLst>
                                </p:cTn>
                              </p:par>
                              <p:par>
                                <p:cTn id="44" presetID="10" presetClass="entr" presetSubtype="0" fill="hold" nodeType="with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fade">
                                      <p:cBhvr>
                                        <p:cTn id="46" dur="500"/>
                                        <p:tgtEl>
                                          <p:spTgt spid="58"/>
                                        </p:tgtEl>
                                      </p:cBhvr>
                                    </p:animEffect>
                                  </p:childTnLst>
                                </p:cTn>
                              </p:par>
                              <p:par>
                                <p:cTn id="47" presetID="10" presetClass="entr" presetSubtype="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fade">
                                      <p:cBhvr>
                                        <p:cTn id="49" dur="500"/>
                                        <p:tgtEl>
                                          <p:spTgt spid="5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00"/>
                                        <p:tgtEl>
                                          <p:spTgt spid="33"/>
                                        </p:tgtEl>
                                      </p:cBhvr>
                                    </p:animEffect>
                                  </p:childTnLst>
                                </p:cTn>
                              </p:par>
                              <p:par>
                                <p:cTn id="72" presetID="10"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500"/>
                                        <p:tgtEl>
                                          <p:spTgt spid="41"/>
                                        </p:tgtEl>
                                      </p:cBhvr>
                                    </p:animEffect>
                                  </p:childTnLst>
                                </p:cTn>
                              </p:par>
                              <p:par>
                                <p:cTn id="83" presetID="10" presetClass="entr" presetSubtype="0" fill="hold"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500"/>
                                        <p:tgtEl>
                                          <p:spTgt spid="35"/>
                                        </p:tgtEl>
                                      </p:cBhvr>
                                    </p:animEffect>
                                  </p:childTnLst>
                                </p:cTn>
                              </p:par>
                              <p:par>
                                <p:cTn id="86" presetID="10" presetClass="entr" presetSubtype="0" fill="hold"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500"/>
                                        <p:tgtEl>
                                          <p:spTgt spid="39"/>
                                        </p:tgtEl>
                                      </p:cBhvr>
                                    </p:animEffect>
                                  </p:childTnLst>
                                </p:cTn>
                              </p:par>
                              <p:par>
                                <p:cTn id="97" presetID="10" presetClass="entr" presetSubtype="0" fill="hold" nodeType="with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500"/>
                                        <p:tgtEl>
                                          <p:spTgt spid="38"/>
                                        </p:tgtEl>
                                      </p:cBhvr>
                                    </p:animEffect>
                                  </p:childTnLst>
                                </p:cTn>
                              </p:par>
                              <p:par>
                                <p:cTn id="100" presetID="10" presetClass="entr" presetSubtype="0" fill="hold"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50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500"/>
                                        <p:tgtEl>
                                          <p:spTgt spid="31"/>
                                        </p:tgtEl>
                                      </p:cBhvr>
                                    </p:animEffect>
                                  </p:childTnLst>
                                </p:cTn>
                              </p:par>
                              <p:par>
                                <p:cTn id="111" presetID="10" presetClass="entr" presetSubtype="0" fill="hold" nodeType="with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500"/>
                                        <p:tgtEl>
                                          <p:spTgt spid="47"/>
                                        </p:tgtEl>
                                      </p:cBhvr>
                                    </p:animEffect>
                                  </p:childTnLst>
                                </p:cTn>
                              </p:par>
                              <p:par>
                                <p:cTn id="114" presetID="10" presetClass="entr" presetSubtype="0" fill="hold" nodeType="with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fade">
                                      <p:cBhvr>
                                        <p:cTn id="116" dur="500"/>
                                        <p:tgtEl>
                                          <p:spTgt spid="4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9" dur="500"/>
                                        <p:tgtEl>
                                          <p:spTgt spid="49"/>
                                        </p:tgtEl>
                                      </p:cBhvr>
                                    </p:animEffect>
                                  </p:childTnLst>
                                </p:cTn>
                              </p:par>
                              <p:par>
                                <p:cTn id="120" presetID="10" presetClass="entr" presetSubtype="0" fill="hold" nodeType="with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500"/>
                                        <p:tgtEl>
                                          <p:spTgt spid="43"/>
                                        </p:tgtEl>
                                      </p:cBhvr>
                                    </p:animEffect>
                                  </p:childTnLst>
                                </p:cTn>
                              </p:par>
                              <p:par>
                                <p:cTn id="123" presetID="10" presetClass="entr" presetSubtype="0" fill="hold"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20" grpId="0"/>
      <p:bldP spid="28" grpId="0"/>
      <p:bldP spid="29" grpId="0"/>
      <p:bldP spid="30" grpId="0"/>
      <p:bldP spid="31" grpId="0"/>
      <p:bldP spid="48" grpId="0"/>
      <p:bldP spid="49" grpId="0"/>
      <p:bldP spid="6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943856"/>
            <a:ext cx="11029615" cy="539396"/>
          </a:xfrm>
        </p:spPr>
        <p:txBody>
          <a:bodyPr>
            <a:normAutofit/>
          </a:bodyPr>
          <a:lstStyle/>
          <a:p>
            <a:pPr marL="0" indent="0">
              <a:buNone/>
            </a:pPr>
            <a:r>
              <a:rPr lang="es-ES" sz="2400"/>
              <a:t>El problema anterior lo podemos fraccionar en dos partes:</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56</a:t>
            </a:fld>
            <a:endParaRPr lang="en-US"/>
          </a:p>
        </p:txBody>
      </p:sp>
      <p:sp>
        <p:nvSpPr>
          <p:cNvPr id="220" name="CuadroTexto 219"/>
          <p:cNvSpPr txBox="1"/>
          <p:nvPr/>
        </p:nvSpPr>
        <p:spPr>
          <a:xfrm>
            <a:off x="9609374" y="5908912"/>
            <a:ext cx="699796" cy="584776"/>
          </a:xfrm>
          <a:prstGeom prst="rect">
            <a:avLst/>
          </a:prstGeom>
          <a:noFill/>
        </p:spPr>
        <p:txBody>
          <a:bodyPr wrap="square" rtlCol="0">
            <a:spAutoFit/>
          </a:bodyPr>
          <a:lstStyle/>
          <a:p>
            <a:r>
              <a:rPr lang="es-ES" sz="3200">
                <a:solidFill>
                  <a:schemeClr val="accent5">
                    <a:lumMod val="75000"/>
                  </a:schemeClr>
                </a:solidFill>
                <a:latin typeface="Zapf Dingbats"/>
                <a:ea typeface="Zapf Dingbats"/>
                <a:cs typeface="Zapf Dingbats"/>
                <a:sym typeface="Zapf Dingbats"/>
              </a:rPr>
              <a:t>✓</a:t>
            </a:r>
            <a:endParaRPr lang="es-ES" sz="3200">
              <a:solidFill>
                <a:schemeClr val="accent5">
                  <a:lumMod val="75000"/>
                </a:schemeClr>
              </a:solidFill>
            </a:endParaRPr>
          </a:p>
        </p:txBody>
      </p:sp>
      <p:sp>
        <p:nvSpPr>
          <p:cNvPr id="221" name="CuadroTexto 220"/>
          <p:cNvSpPr txBox="1"/>
          <p:nvPr/>
        </p:nvSpPr>
        <p:spPr>
          <a:xfrm>
            <a:off x="9645909" y="3970690"/>
            <a:ext cx="699796" cy="584775"/>
          </a:xfrm>
          <a:prstGeom prst="rect">
            <a:avLst/>
          </a:prstGeom>
          <a:noFill/>
        </p:spPr>
        <p:txBody>
          <a:bodyPr wrap="square" rtlCol="0">
            <a:spAutoFit/>
          </a:bodyPr>
          <a:lstStyle/>
          <a:p>
            <a:r>
              <a:rPr lang="es-ES" sz="3200">
                <a:solidFill>
                  <a:schemeClr val="accent5">
                    <a:lumMod val="75000"/>
                  </a:schemeClr>
                </a:solidFill>
                <a:latin typeface="Zapf Dingbats"/>
                <a:ea typeface="Zapf Dingbats"/>
                <a:cs typeface="Zapf Dingbats"/>
                <a:sym typeface="Zapf Dingbats"/>
              </a:rPr>
              <a:t>✓</a:t>
            </a:r>
            <a:endParaRPr lang="es-ES" sz="3200">
              <a:solidFill>
                <a:schemeClr val="accent5">
                  <a:lumMod val="75000"/>
                </a:schemeClr>
              </a:solidFill>
            </a:endParaRPr>
          </a:p>
        </p:txBody>
      </p:sp>
      <p:cxnSp>
        <p:nvCxnSpPr>
          <p:cNvPr id="87" name="Straight Arrow Connector 9">
            <a:extLst>
              <a:ext uri="{FF2B5EF4-FFF2-40B4-BE49-F238E27FC236}">
                <a16:creationId xmlns:a16="http://schemas.microsoft.com/office/drawing/2014/main" id="{3957767A-1A5C-4397-89DD-5F5C2FA96DED}"/>
              </a:ext>
            </a:extLst>
          </p:cNvPr>
          <p:cNvCxnSpPr/>
          <p:nvPr/>
        </p:nvCxnSpPr>
        <p:spPr>
          <a:xfrm flipV="1">
            <a:off x="4605867" y="443232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8" name="Rectangle 35">
            <a:extLst>
              <a:ext uri="{FF2B5EF4-FFF2-40B4-BE49-F238E27FC236}">
                <a16:creationId xmlns:a16="http://schemas.microsoft.com/office/drawing/2014/main" id="{A5A6B1F0-30F5-4966-B57E-A39C7C5EE9F0}"/>
              </a:ext>
            </a:extLst>
          </p:cNvPr>
          <p:cNvSpPr>
            <a:spLocks/>
          </p:cNvSpPr>
          <p:nvPr/>
        </p:nvSpPr>
        <p:spPr bwMode="auto">
          <a:xfrm>
            <a:off x="4510490" y="4132339"/>
            <a:ext cx="1891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a:t>
            </a:r>
          </a:p>
        </p:txBody>
      </p:sp>
      <p:cxnSp>
        <p:nvCxnSpPr>
          <p:cNvPr id="89" name="Straight Arrow Connector 9">
            <a:extLst>
              <a:ext uri="{FF2B5EF4-FFF2-40B4-BE49-F238E27FC236}">
                <a16:creationId xmlns:a16="http://schemas.microsoft.com/office/drawing/2014/main" id="{52AF0EEF-FECD-4040-B794-FA2CD5D20A5A}"/>
              </a:ext>
            </a:extLst>
          </p:cNvPr>
          <p:cNvCxnSpPr/>
          <p:nvPr/>
        </p:nvCxnSpPr>
        <p:spPr>
          <a:xfrm flipV="1">
            <a:off x="5729175" y="441633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0" name="Rectangle 35">
            <a:extLst>
              <a:ext uri="{FF2B5EF4-FFF2-40B4-BE49-F238E27FC236}">
                <a16:creationId xmlns:a16="http://schemas.microsoft.com/office/drawing/2014/main" id="{8E4B1B92-4104-4013-A2E0-A58F6305FCBE}"/>
              </a:ext>
            </a:extLst>
          </p:cNvPr>
          <p:cNvSpPr>
            <a:spLocks/>
          </p:cNvSpPr>
          <p:nvPr/>
        </p:nvSpPr>
        <p:spPr bwMode="auto">
          <a:xfrm>
            <a:off x="5584355" y="3836398"/>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2G</a:t>
            </a:r>
          </a:p>
        </p:txBody>
      </p:sp>
      <p:sp>
        <p:nvSpPr>
          <p:cNvPr id="91" name="Rectangle 35">
            <a:extLst>
              <a:ext uri="{FF2B5EF4-FFF2-40B4-BE49-F238E27FC236}">
                <a16:creationId xmlns:a16="http://schemas.microsoft.com/office/drawing/2014/main" id="{9DA6DB06-151B-4A29-A78A-3DCE61BE1315}"/>
              </a:ext>
            </a:extLst>
          </p:cNvPr>
          <p:cNvSpPr>
            <a:spLocks/>
          </p:cNvSpPr>
          <p:nvPr/>
        </p:nvSpPr>
        <p:spPr bwMode="auto">
          <a:xfrm>
            <a:off x="6595939" y="3537029"/>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3G</a:t>
            </a:r>
          </a:p>
        </p:txBody>
      </p:sp>
      <p:sp>
        <p:nvSpPr>
          <p:cNvPr id="92" name="Rectangle 35">
            <a:extLst>
              <a:ext uri="{FF2B5EF4-FFF2-40B4-BE49-F238E27FC236}">
                <a16:creationId xmlns:a16="http://schemas.microsoft.com/office/drawing/2014/main" id="{22BA456E-4202-4C88-9C50-AB06614CBC7E}"/>
              </a:ext>
            </a:extLst>
          </p:cNvPr>
          <p:cNvSpPr>
            <a:spLocks/>
          </p:cNvSpPr>
          <p:nvPr/>
        </p:nvSpPr>
        <p:spPr bwMode="auto">
          <a:xfrm>
            <a:off x="7602784" y="3244772"/>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4G</a:t>
            </a:r>
          </a:p>
        </p:txBody>
      </p:sp>
      <p:sp>
        <p:nvSpPr>
          <p:cNvPr id="93" name="Rectangle 35">
            <a:extLst>
              <a:ext uri="{FF2B5EF4-FFF2-40B4-BE49-F238E27FC236}">
                <a16:creationId xmlns:a16="http://schemas.microsoft.com/office/drawing/2014/main" id="{AE1341B6-4821-42B2-BD92-23AC39A2D946}"/>
              </a:ext>
            </a:extLst>
          </p:cNvPr>
          <p:cNvSpPr>
            <a:spLocks/>
          </p:cNvSpPr>
          <p:nvPr/>
        </p:nvSpPr>
        <p:spPr bwMode="auto">
          <a:xfrm>
            <a:off x="8503732" y="2649690"/>
            <a:ext cx="69570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(n-1)G</a:t>
            </a:r>
          </a:p>
        </p:txBody>
      </p:sp>
      <p:cxnSp>
        <p:nvCxnSpPr>
          <p:cNvPr id="94" name="Straight Arrow Connector 9">
            <a:extLst>
              <a:ext uri="{FF2B5EF4-FFF2-40B4-BE49-F238E27FC236}">
                <a16:creationId xmlns:a16="http://schemas.microsoft.com/office/drawing/2014/main" id="{DD189E09-415C-4631-A003-C3516F524536}"/>
              </a:ext>
            </a:extLst>
          </p:cNvPr>
          <p:cNvCxnSpPr/>
          <p:nvPr/>
        </p:nvCxnSpPr>
        <p:spPr>
          <a:xfrm flipV="1">
            <a:off x="5729175" y="41266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Arrow Connector 9">
            <a:extLst>
              <a:ext uri="{FF2B5EF4-FFF2-40B4-BE49-F238E27FC236}">
                <a16:creationId xmlns:a16="http://schemas.microsoft.com/office/drawing/2014/main" id="{10A7B21F-893D-4517-9708-023E5BE6F70A}"/>
              </a:ext>
            </a:extLst>
          </p:cNvPr>
          <p:cNvCxnSpPr/>
          <p:nvPr/>
        </p:nvCxnSpPr>
        <p:spPr>
          <a:xfrm flipV="1">
            <a:off x="6754637" y="44074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9">
            <a:extLst>
              <a:ext uri="{FF2B5EF4-FFF2-40B4-BE49-F238E27FC236}">
                <a16:creationId xmlns:a16="http://schemas.microsoft.com/office/drawing/2014/main" id="{5416CE3E-3914-45EE-B659-A6E84A0B7ECC}"/>
              </a:ext>
            </a:extLst>
          </p:cNvPr>
          <p:cNvCxnSpPr/>
          <p:nvPr/>
        </p:nvCxnSpPr>
        <p:spPr>
          <a:xfrm flipV="1">
            <a:off x="6754637" y="41177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
            <a:extLst>
              <a:ext uri="{FF2B5EF4-FFF2-40B4-BE49-F238E27FC236}">
                <a16:creationId xmlns:a16="http://schemas.microsoft.com/office/drawing/2014/main" id="{BC62DF7B-5104-46FB-B71E-AEF2DADCA679}"/>
              </a:ext>
            </a:extLst>
          </p:cNvPr>
          <p:cNvCxnSpPr/>
          <p:nvPr/>
        </p:nvCxnSpPr>
        <p:spPr>
          <a:xfrm flipV="1">
            <a:off x="7759981" y="44074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
            <a:extLst>
              <a:ext uri="{FF2B5EF4-FFF2-40B4-BE49-F238E27FC236}">
                <a16:creationId xmlns:a16="http://schemas.microsoft.com/office/drawing/2014/main" id="{8EEAF08E-933C-4641-8490-9656E804EB78}"/>
              </a:ext>
            </a:extLst>
          </p:cNvPr>
          <p:cNvCxnSpPr/>
          <p:nvPr/>
        </p:nvCxnSpPr>
        <p:spPr>
          <a:xfrm flipV="1">
            <a:off x="7759981" y="41177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
            <a:extLst>
              <a:ext uri="{FF2B5EF4-FFF2-40B4-BE49-F238E27FC236}">
                <a16:creationId xmlns:a16="http://schemas.microsoft.com/office/drawing/2014/main" id="{6526017E-285D-43F8-9EEC-D7E2496ACBAC}"/>
              </a:ext>
            </a:extLst>
          </p:cNvPr>
          <p:cNvCxnSpPr/>
          <p:nvPr/>
        </p:nvCxnSpPr>
        <p:spPr>
          <a:xfrm flipV="1">
            <a:off x="7759981" y="382748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
            <a:extLst>
              <a:ext uri="{FF2B5EF4-FFF2-40B4-BE49-F238E27FC236}">
                <a16:creationId xmlns:a16="http://schemas.microsoft.com/office/drawing/2014/main" id="{A79FB0CD-A435-43DB-BD95-6F00791BC4C5}"/>
              </a:ext>
            </a:extLst>
          </p:cNvPr>
          <p:cNvCxnSpPr/>
          <p:nvPr/>
        </p:nvCxnSpPr>
        <p:spPr>
          <a:xfrm flipV="1">
            <a:off x="7759981" y="353777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9">
            <a:extLst>
              <a:ext uri="{FF2B5EF4-FFF2-40B4-BE49-F238E27FC236}">
                <a16:creationId xmlns:a16="http://schemas.microsoft.com/office/drawing/2014/main" id="{369A080D-B772-40D5-8D33-DEBC1258B56F}"/>
              </a:ext>
            </a:extLst>
          </p:cNvPr>
          <p:cNvCxnSpPr/>
          <p:nvPr/>
        </p:nvCxnSpPr>
        <p:spPr>
          <a:xfrm flipV="1">
            <a:off x="6754637" y="382748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9">
            <a:extLst>
              <a:ext uri="{FF2B5EF4-FFF2-40B4-BE49-F238E27FC236}">
                <a16:creationId xmlns:a16="http://schemas.microsoft.com/office/drawing/2014/main" id="{33809589-906E-48B2-8255-FF2E546FA64F}"/>
              </a:ext>
            </a:extLst>
          </p:cNvPr>
          <p:cNvCxnSpPr/>
          <p:nvPr/>
        </p:nvCxnSpPr>
        <p:spPr>
          <a:xfrm flipV="1">
            <a:off x="8851583" y="44074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9">
            <a:extLst>
              <a:ext uri="{FF2B5EF4-FFF2-40B4-BE49-F238E27FC236}">
                <a16:creationId xmlns:a16="http://schemas.microsoft.com/office/drawing/2014/main" id="{EEBD514B-FB27-4839-B088-19B0ECB96FD9}"/>
              </a:ext>
            </a:extLst>
          </p:cNvPr>
          <p:cNvCxnSpPr/>
          <p:nvPr/>
        </p:nvCxnSpPr>
        <p:spPr>
          <a:xfrm flipV="1">
            <a:off x="8851583" y="41177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4" name="Straight Arrow Connector 9">
            <a:extLst>
              <a:ext uri="{FF2B5EF4-FFF2-40B4-BE49-F238E27FC236}">
                <a16:creationId xmlns:a16="http://schemas.microsoft.com/office/drawing/2014/main" id="{20D7AD98-AA33-4A77-A6EC-6C6C1DE93FBF}"/>
              </a:ext>
            </a:extLst>
          </p:cNvPr>
          <p:cNvCxnSpPr/>
          <p:nvPr/>
        </p:nvCxnSpPr>
        <p:spPr>
          <a:xfrm flipV="1">
            <a:off x="8851583" y="336545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9">
            <a:extLst>
              <a:ext uri="{FF2B5EF4-FFF2-40B4-BE49-F238E27FC236}">
                <a16:creationId xmlns:a16="http://schemas.microsoft.com/office/drawing/2014/main" id="{3DDE08F4-01A0-494E-82B1-38201D35848C}"/>
              </a:ext>
            </a:extLst>
          </p:cNvPr>
          <p:cNvCxnSpPr/>
          <p:nvPr/>
        </p:nvCxnSpPr>
        <p:spPr>
          <a:xfrm flipV="1">
            <a:off x="8851583" y="307221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6" name="Rectangle 35">
            <a:extLst>
              <a:ext uri="{FF2B5EF4-FFF2-40B4-BE49-F238E27FC236}">
                <a16:creationId xmlns:a16="http://schemas.microsoft.com/office/drawing/2014/main" id="{8565CBF0-0F63-4879-BCD4-79B4D3565060}"/>
              </a:ext>
            </a:extLst>
          </p:cNvPr>
          <p:cNvSpPr>
            <a:spLocks/>
          </p:cNvSpPr>
          <p:nvPr/>
        </p:nvSpPr>
        <p:spPr bwMode="auto">
          <a:xfrm>
            <a:off x="8047046" y="3638224"/>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a:t>.</a:t>
            </a:r>
          </a:p>
          <a:p>
            <a:pPr algn="ctr">
              <a:lnSpc>
                <a:spcPct val="50000"/>
              </a:lnSpc>
            </a:pPr>
            <a:r>
              <a:rPr lang="en-US" sz="2000"/>
              <a:t>.</a:t>
            </a:r>
          </a:p>
          <a:p>
            <a:pPr algn="ctr">
              <a:lnSpc>
                <a:spcPct val="50000"/>
              </a:lnSpc>
            </a:pPr>
            <a:r>
              <a:rPr lang="en-US" sz="2000"/>
              <a:t>.</a:t>
            </a:r>
          </a:p>
        </p:txBody>
      </p:sp>
      <p:cxnSp>
        <p:nvCxnSpPr>
          <p:cNvPr id="109" name="Straight Connector 6">
            <a:extLst>
              <a:ext uri="{FF2B5EF4-FFF2-40B4-BE49-F238E27FC236}">
                <a16:creationId xmlns:a16="http://schemas.microsoft.com/office/drawing/2014/main" id="{BBA65FE2-C1AE-4135-B1F6-69B21D882508}"/>
              </a:ext>
            </a:extLst>
          </p:cNvPr>
          <p:cNvCxnSpPr/>
          <p:nvPr/>
        </p:nvCxnSpPr>
        <p:spPr>
          <a:xfrm flipV="1">
            <a:off x="2778886" y="5612766"/>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0" name="Rectangle 35">
            <a:extLst>
              <a:ext uri="{FF2B5EF4-FFF2-40B4-BE49-F238E27FC236}">
                <a16:creationId xmlns:a16="http://schemas.microsoft.com/office/drawing/2014/main" id="{9A2A3D7E-3BAA-42D9-AED7-075C19DA6E01}"/>
              </a:ext>
            </a:extLst>
          </p:cNvPr>
          <p:cNvSpPr>
            <a:spLocks/>
          </p:cNvSpPr>
          <p:nvPr/>
        </p:nvSpPr>
        <p:spPr bwMode="auto">
          <a:xfrm>
            <a:off x="2714764" y="560681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11" name="Rectangle 36">
            <a:extLst>
              <a:ext uri="{FF2B5EF4-FFF2-40B4-BE49-F238E27FC236}">
                <a16:creationId xmlns:a16="http://schemas.microsoft.com/office/drawing/2014/main" id="{B116AECB-B3A9-44A0-8843-F4480638629D}"/>
              </a:ext>
            </a:extLst>
          </p:cNvPr>
          <p:cNvSpPr>
            <a:spLocks/>
          </p:cNvSpPr>
          <p:nvPr/>
        </p:nvSpPr>
        <p:spPr bwMode="auto">
          <a:xfrm>
            <a:off x="3528049"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12" name="Rectangle 37">
            <a:extLst>
              <a:ext uri="{FF2B5EF4-FFF2-40B4-BE49-F238E27FC236}">
                <a16:creationId xmlns:a16="http://schemas.microsoft.com/office/drawing/2014/main" id="{4D5AF4F1-9B16-493E-9004-1D00DF4EFE88}"/>
              </a:ext>
            </a:extLst>
          </p:cNvPr>
          <p:cNvSpPr>
            <a:spLocks/>
          </p:cNvSpPr>
          <p:nvPr/>
        </p:nvSpPr>
        <p:spPr bwMode="auto">
          <a:xfrm>
            <a:off x="4616537"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3" name="Rectangle 38">
            <a:extLst>
              <a:ext uri="{FF2B5EF4-FFF2-40B4-BE49-F238E27FC236}">
                <a16:creationId xmlns:a16="http://schemas.microsoft.com/office/drawing/2014/main" id="{0162B7F8-C3DB-43B9-BA77-DB8D6EF9BCA7}"/>
              </a:ext>
            </a:extLst>
          </p:cNvPr>
          <p:cNvSpPr>
            <a:spLocks/>
          </p:cNvSpPr>
          <p:nvPr/>
        </p:nvSpPr>
        <p:spPr bwMode="auto">
          <a:xfrm>
            <a:off x="5676011" y="559594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14" name="Rectangle 39">
            <a:extLst>
              <a:ext uri="{FF2B5EF4-FFF2-40B4-BE49-F238E27FC236}">
                <a16:creationId xmlns:a16="http://schemas.microsoft.com/office/drawing/2014/main" id="{8397DDBE-C40D-4C09-BDDD-5FBEDCF9397D}"/>
              </a:ext>
            </a:extLst>
          </p:cNvPr>
          <p:cNvSpPr>
            <a:spLocks/>
          </p:cNvSpPr>
          <p:nvPr/>
        </p:nvSpPr>
        <p:spPr bwMode="auto">
          <a:xfrm>
            <a:off x="6681873" y="56124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15" name="Rectangle 40">
            <a:extLst>
              <a:ext uri="{FF2B5EF4-FFF2-40B4-BE49-F238E27FC236}">
                <a16:creationId xmlns:a16="http://schemas.microsoft.com/office/drawing/2014/main" id="{62020571-8911-40E1-9C5F-17CD54E95650}"/>
              </a:ext>
            </a:extLst>
          </p:cNvPr>
          <p:cNvSpPr>
            <a:spLocks/>
          </p:cNvSpPr>
          <p:nvPr/>
        </p:nvSpPr>
        <p:spPr bwMode="auto">
          <a:xfrm>
            <a:off x="7755302"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16" name="Rectangle 41">
            <a:extLst>
              <a:ext uri="{FF2B5EF4-FFF2-40B4-BE49-F238E27FC236}">
                <a16:creationId xmlns:a16="http://schemas.microsoft.com/office/drawing/2014/main" id="{930E4E85-799A-44A8-9CD8-9F77535DDB01}"/>
              </a:ext>
            </a:extLst>
          </p:cNvPr>
          <p:cNvSpPr>
            <a:spLocks/>
          </p:cNvSpPr>
          <p:nvPr/>
        </p:nvSpPr>
        <p:spPr bwMode="auto">
          <a:xfrm>
            <a:off x="8814776"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7" name="CuadroTexto 47">
            <a:extLst>
              <a:ext uri="{FF2B5EF4-FFF2-40B4-BE49-F238E27FC236}">
                <a16:creationId xmlns:a16="http://schemas.microsoft.com/office/drawing/2014/main" id="{3548755A-E784-4B1E-8750-1413CE414CFF}"/>
              </a:ext>
            </a:extLst>
          </p:cNvPr>
          <p:cNvSpPr txBox="1"/>
          <p:nvPr/>
        </p:nvSpPr>
        <p:spPr>
          <a:xfrm>
            <a:off x="8267074" y="5508977"/>
            <a:ext cx="1295747" cy="400110"/>
          </a:xfrm>
          <a:prstGeom prst="rect">
            <a:avLst/>
          </a:prstGeom>
          <a:noFill/>
        </p:spPr>
        <p:txBody>
          <a:bodyPr wrap="square" rtlCol="0">
            <a:spAutoFit/>
          </a:bodyPr>
          <a:lstStyle/>
          <a:p>
            <a:r>
              <a:rPr lang="es-ES" sz="2000"/>
              <a:t>…</a:t>
            </a:r>
          </a:p>
        </p:txBody>
      </p:sp>
      <p:cxnSp>
        <p:nvCxnSpPr>
          <p:cNvPr id="118" name="Straight Arrow Connector 9">
            <a:extLst>
              <a:ext uri="{FF2B5EF4-FFF2-40B4-BE49-F238E27FC236}">
                <a16:creationId xmlns:a16="http://schemas.microsoft.com/office/drawing/2014/main" id="{0CAD7FFF-5895-4CAF-BDCB-D7D75DF349A9}"/>
              </a:ext>
            </a:extLst>
          </p:cNvPr>
          <p:cNvCxnSpPr/>
          <p:nvPr/>
        </p:nvCxnSpPr>
        <p:spPr>
          <a:xfrm flipV="1">
            <a:off x="3695160" y="531559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19" name="Straight Arrow Connector 9">
            <a:extLst>
              <a:ext uri="{FF2B5EF4-FFF2-40B4-BE49-F238E27FC236}">
                <a16:creationId xmlns:a16="http://schemas.microsoft.com/office/drawing/2014/main" id="{CB031D58-E159-45B7-A6A0-FB2F1A65C43B}"/>
              </a:ext>
            </a:extLst>
          </p:cNvPr>
          <p:cNvCxnSpPr/>
          <p:nvPr/>
        </p:nvCxnSpPr>
        <p:spPr>
          <a:xfrm flipV="1">
            <a:off x="4765535" y="531755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0" name="Straight Arrow Connector 9">
            <a:extLst>
              <a:ext uri="{FF2B5EF4-FFF2-40B4-BE49-F238E27FC236}">
                <a16:creationId xmlns:a16="http://schemas.microsoft.com/office/drawing/2014/main" id="{E63359F1-6403-4609-9AD3-152D5C1929C9}"/>
              </a:ext>
            </a:extLst>
          </p:cNvPr>
          <p:cNvCxnSpPr/>
          <p:nvPr/>
        </p:nvCxnSpPr>
        <p:spPr>
          <a:xfrm flipV="1">
            <a:off x="5883063" y="530847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1" name="Straight Arrow Connector 9">
            <a:extLst>
              <a:ext uri="{FF2B5EF4-FFF2-40B4-BE49-F238E27FC236}">
                <a16:creationId xmlns:a16="http://schemas.microsoft.com/office/drawing/2014/main" id="{E0384783-B98C-467B-8119-E6DCE6398EC3}"/>
              </a:ext>
            </a:extLst>
          </p:cNvPr>
          <p:cNvCxnSpPr/>
          <p:nvPr/>
        </p:nvCxnSpPr>
        <p:spPr>
          <a:xfrm flipV="1">
            <a:off x="6913195" y="530718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2" name="Straight Arrow Connector 9">
            <a:extLst>
              <a:ext uri="{FF2B5EF4-FFF2-40B4-BE49-F238E27FC236}">
                <a16:creationId xmlns:a16="http://schemas.microsoft.com/office/drawing/2014/main" id="{D5A01153-512E-45FB-AFE5-320F9934AACD}"/>
              </a:ext>
            </a:extLst>
          </p:cNvPr>
          <p:cNvCxnSpPr/>
          <p:nvPr/>
        </p:nvCxnSpPr>
        <p:spPr>
          <a:xfrm flipV="1">
            <a:off x="7913869" y="530718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3" name="Straight Arrow Connector 9">
            <a:extLst>
              <a:ext uri="{FF2B5EF4-FFF2-40B4-BE49-F238E27FC236}">
                <a16:creationId xmlns:a16="http://schemas.microsoft.com/office/drawing/2014/main" id="{F56407F3-6334-4340-BCD5-FDC096934408}"/>
              </a:ext>
            </a:extLst>
          </p:cNvPr>
          <p:cNvCxnSpPr/>
          <p:nvPr/>
        </p:nvCxnSpPr>
        <p:spPr>
          <a:xfrm flipV="1">
            <a:off x="9005471" y="530847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4" name="Conector recto 58">
            <a:extLst>
              <a:ext uri="{FF2B5EF4-FFF2-40B4-BE49-F238E27FC236}">
                <a16:creationId xmlns:a16="http://schemas.microsoft.com/office/drawing/2014/main" id="{9E85200C-FB3C-4369-8BAF-79EDC4382B5C}"/>
              </a:ext>
            </a:extLst>
          </p:cNvPr>
          <p:cNvCxnSpPr/>
          <p:nvPr/>
        </p:nvCxnSpPr>
        <p:spPr>
          <a:xfrm>
            <a:off x="3734844" y="5295245"/>
            <a:ext cx="527166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5EFAAE7-DB92-9AD3-6263-B982917B216B}"/>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8" name="Rectángulo 7">
            <a:extLst>
              <a:ext uri="{FF2B5EF4-FFF2-40B4-BE49-F238E27FC236}">
                <a16:creationId xmlns:a16="http://schemas.microsoft.com/office/drawing/2014/main" id="{6E42F332-AB4D-C4FF-35EB-8041439AFA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4C6E229-11CC-2E2F-D206-78358AF048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9F1250E6-8D8B-AA88-3E8D-C4EF19402D3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71987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P spid="221" grpId="0"/>
      <p:bldP spid="88" grpId="0"/>
      <p:bldP spid="90" grpId="0"/>
      <p:bldP spid="91" grpId="0"/>
      <p:bldP spid="92" grpId="0"/>
      <p:bldP spid="93" grpId="0"/>
      <p:bldP spid="106" grpId="0"/>
      <p:bldP spid="110" grpId="0"/>
      <p:bldP spid="111" grpId="0"/>
      <p:bldP spid="112" grpId="0"/>
      <p:bldP spid="113" grpId="0"/>
      <p:bldP spid="114" grpId="0"/>
      <p:bldP spid="115" grpId="0"/>
      <p:bldP spid="116" grpId="0"/>
      <p:bldP spid="11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48896"/>
            <a:ext cx="11029615" cy="3906587"/>
          </a:xfrm>
        </p:spPr>
        <p:txBody>
          <a:bodyPr>
            <a:noAutofit/>
          </a:bodyPr>
          <a:lstStyle/>
          <a:p>
            <a:pPr marL="0" indent="0" algn="just">
              <a:buNone/>
            </a:pPr>
            <a:r>
              <a:rPr lang="es-ES" sz="2200" b="1"/>
              <a:t>Ejemplo 3: </a:t>
            </a:r>
            <a:r>
              <a:rPr lang="es-ES" sz="2200"/>
              <a:t>Una nueva compañía financiera conocida como DMG está ofreciendo a sus clientes una nueva posibilidad de inversión. Para una inversión de X pesos, y dada la estructura de ingresos piramidal de la compañía, ellos se comprometen a entregarle a usted unas anualidades de la siguiente forma:</a:t>
            </a:r>
          </a:p>
          <a:p>
            <a:pPr lvl="1" algn="just">
              <a:buFont typeface="Arial" panose="020B0604020202020204" pitchFamily="34" charset="0"/>
              <a:buChar char="•"/>
            </a:pPr>
            <a:r>
              <a:rPr lang="es-ES" sz="2200"/>
              <a:t>Año 1: 100</a:t>
            </a:r>
          </a:p>
          <a:p>
            <a:pPr lvl="1" algn="just">
              <a:buFont typeface="Arial" panose="020B0604020202020204" pitchFamily="34" charset="0"/>
              <a:buChar char="•"/>
            </a:pPr>
            <a:r>
              <a:rPr lang="es-ES" sz="2200"/>
              <a:t>Año 2: Año 1 + 20</a:t>
            </a:r>
          </a:p>
          <a:p>
            <a:pPr lvl="1" algn="just">
              <a:buFont typeface="Arial" panose="020B0604020202020204" pitchFamily="34" charset="0"/>
              <a:buChar char="•"/>
            </a:pPr>
            <a:r>
              <a:rPr lang="es-ES" sz="2200"/>
              <a:t>Año 3: Año 2 + 20</a:t>
            </a:r>
          </a:p>
          <a:p>
            <a:pPr lvl="1" algn="just">
              <a:buFont typeface="Arial" panose="020B0604020202020204" pitchFamily="34" charset="0"/>
              <a:buChar char="•"/>
            </a:pPr>
            <a:r>
              <a:rPr lang="es-ES" sz="2200"/>
              <a:t>Año 4: Año 3 + 20</a:t>
            </a:r>
          </a:p>
          <a:p>
            <a:pPr marL="0" indent="0" algn="just">
              <a:buNone/>
            </a:pPr>
            <a:r>
              <a:rPr lang="es-ES" sz="2200"/>
              <a:t>¿Cuál sería el monto (X) que usted invirtió hoy si usted espera recibir una rentabilidad del 10% E.A.?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57</a:t>
            </a:fld>
            <a:endParaRPr lang="en-US"/>
          </a:p>
        </p:txBody>
      </p:sp>
      <p:sp>
        <p:nvSpPr>
          <p:cNvPr id="8" name="Title 1">
            <a:extLst>
              <a:ext uri="{FF2B5EF4-FFF2-40B4-BE49-F238E27FC236}">
                <a16:creationId xmlns:a16="http://schemas.microsoft.com/office/drawing/2014/main" id="{137A07E8-282F-BC18-AD13-B754C91D565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B7943573-FC4D-5AE6-25EE-BD0F11206B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422078E-7D3F-DD4F-779D-10AB7C4CA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AED32AB5-6862-105E-ADAE-8B446C13D9D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490395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29110"/>
            <a:ext cx="8405887" cy="746789"/>
          </a:xfrm>
        </p:spPr>
        <p:txBody>
          <a:bodyPr>
            <a:normAutofit/>
          </a:bodyPr>
          <a:lstStyle/>
          <a:p>
            <a:pPr marL="0" indent="0">
              <a:buNone/>
            </a:pPr>
            <a:r>
              <a:rPr lang="es-ES" sz="2400"/>
              <a:t>Gráficamente tenemos que: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58</a:t>
            </a:fld>
            <a:endParaRPr lang="en-US"/>
          </a:p>
        </p:txBody>
      </p:sp>
      <p:cxnSp>
        <p:nvCxnSpPr>
          <p:cNvPr id="5" name="Straight Connector 6"/>
          <p:cNvCxnSpPr/>
          <p:nvPr/>
        </p:nvCxnSpPr>
        <p:spPr>
          <a:xfrm flipV="1">
            <a:off x="802217" y="4602691"/>
            <a:ext cx="4780022" cy="2035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2783087" y="398434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738096" y="4605091"/>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8" name="Rectangle 36"/>
          <p:cNvSpPr>
            <a:spLocks/>
          </p:cNvSpPr>
          <p:nvPr/>
        </p:nvSpPr>
        <p:spPr bwMode="auto">
          <a:xfrm>
            <a:off x="1551381" y="45802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37"/>
          <p:cNvSpPr>
            <a:spLocks/>
          </p:cNvSpPr>
          <p:nvPr/>
        </p:nvSpPr>
        <p:spPr bwMode="auto">
          <a:xfrm>
            <a:off x="2639869" y="45802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38"/>
          <p:cNvSpPr>
            <a:spLocks/>
          </p:cNvSpPr>
          <p:nvPr/>
        </p:nvSpPr>
        <p:spPr bwMode="auto">
          <a:xfrm>
            <a:off x="3699343" y="4594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1" name="Rectangle 39"/>
          <p:cNvSpPr>
            <a:spLocks/>
          </p:cNvSpPr>
          <p:nvPr/>
        </p:nvSpPr>
        <p:spPr bwMode="auto">
          <a:xfrm>
            <a:off x="4705205" y="461067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4" name="Rectangle 35"/>
          <p:cNvSpPr>
            <a:spLocks/>
          </p:cNvSpPr>
          <p:nvPr/>
        </p:nvSpPr>
        <p:spPr bwMode="auto">
          <a:xfrm>
            <a:off x="2316619" y="3684363"/>
            <a:ext cx="93134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+ 20</a:t>
            </a:r>
          </a:p>
        </p:txBody>
      </p:sp>
      <p:cxnSp>
        <p:nvCxnSpPr>
          <p:cNvPr id="15" name="Straight Arrow Connector 9"/>
          <p:cNvCxnSpPr/>
          <p:nvPr/>
        </p:nvCxnSpPr>
        <p:spPr>
          <a:xfrm flipV="1">
            <a:off x="3906395" y="396835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35"/>
          <p:cNvSpPr>
            <a:spLocks/>
          </p:cNvSpPr>
          <p:nvPr/>
        </p:nvSpPr>
        <p:spPr bwMode="auto">
          <a:xfrm>
            <a:off x="3342392" y="3388422"/>
            <a:ext cx="11557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100+ 2(20)</a:t>
            </a:r>
          </a:p>
        </p:txBody>
      </p:sp>
      <p:sp>
        <p:nvSpPr>
          <p:cNvPr id="17" name="Rectangle 35"/>
          <p:cNvSpPr>
            <a:spLocks/>
          </p:cNvSpPr>
          <p:nvPr/>
        </p:nvSpPr>
        <p:spPr bwMode="auto">
          <a:xfrm>
            <a:off x="4389243" y="3089053"/>
            <a:ext cx="10852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100+3(20)</a:t>
            </a:r>
          </a:p>
        </p:txBody>
      </p:sp>
      <p:cxnSp>
        <p:nvCxnSpPr>
          <p:cNvPr id="20" name="Straight Arrow Connector 9"/>
          <p:cNvCxnSpPr/>
          <p:nvPr/>
        </p:nvCxnSpPr>
        <p:spPr>
          <a:xfrm flipV="1">
            <a:off x="3906395" y="367865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9"/>
          <p:cNvCxnSpPr/>
          <p:nvPr/>
        </p:nvCxnSpPr>
        <p:spPr>
          <a:xfrm flipV="1">
            <a:off x="4931857" y="395951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4931857" y="366981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931857" y="337951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9"/>
          <p:cNvCxnSpPr/>
          <p:nvPr/>
        </p:nvCxnSpPr>
        <p:spPr>
          <a:xfrm flipV="1">
            <a:off x="1718492" y="4313870"/>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9"/>
          <p:cNvCxnSpPr/>
          <p:nvPr/>
        </p:nvCxnSpPr>
        <p:spPr>
          <a:xfrm flipV="1">
            <a:off x="2788867" y="431582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9"/>
          <p:cNvCxnSpPr/>
          <p:nvPr/>
        </p:nvCxnSpPr>
        <p:spPr>
          <a:xfrm flipV="1">
            <a:off x="3906395" y="4306750"/>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9"/>
          <p:cNvCxnSpPr/>
          <p:nvPr/>
        </p:nvCxnSpPr>
        <p:spPr>
          <a:xfrm flipV="1">
            <a:off x="4936527" y="430546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40" name="Conector recto 39"/>
          <p:cNvCxnSpPr/>
          <p:nvPr/>
        </p:nvCxnSpPr>
        <p:spPr>
          <a:xfrm>
            <a:off x="1758177" y="4293519"/>
            <a:ext cx="3173681"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42" name="Rectangle 35"/>
          <p:cNvSpPr>
            <a:spLocks/>
          </p:cNvSpPr>
          <p:nvPr/>
        </p:nvSpPr>
        <p:spPr bwMode="auto">
          <a:xfrm>
            <a:off x="1238894" y="4137221"/>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sp>
        <p:nvSpPr>
          <p:cNvPr id="46" name="Flecha derecha 45"/>
          <p:cNvSpPr/>
          <p:nvPr/>
        </p:nvSpPr>
        <p:spPr>
          <a:xfrm>
            <a:off x="5935279" y="3739605"/>
            <a:ext cx="456813" cy="46477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68" name="Straight Arrow Connector 9"/>
          <p:cNvCxnSpPr>
            <a:cxnSpLocks/>
          </p:cNvCxnSpPr>
          <p:nvPr/>
        </p:nvCxnSpPr>
        <p:spPr>
          <a:xfrm flipV="1">
            <a:off x="7257161" y="3362863"/>
            <a:ext cx="17549" cy="1234946"/>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70" name="Rectangle 35"/>
          <p:cNvSpPr>
            <a:spLocks/>
          </p:cNvSpPr>
          <p:nvPr/>
        </p:nvSpPr>
        <p:spPr bwMode="auto">
          <a:xfrm>
            <a:off x="6750501" y="3036292"/>
            <a:ext cx="104841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 ¿?</a:t>
            </a:r>
          </a:p>
        </p:txBody>
      </p:sp>
      <p:sp>
        <p:nvSpPr>
          <p:cNvPr id="18" name="Title 1">
            <a:extLst>
              <a:ext uri="{FF2B5EF4-FFF2-40B4-BE49-F238E27FC236}">
                <a16:creationId xmlns:a16="http://schemas.microsoft.com/office/drawing/2014/main" id="{9550E543-405C-5B58-21A1-5AFDC0AA1B6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9" name="Rectángulo 18">
            <a:extLst>
              <a:ext uri="{FF2B5EF4-FFF2-40B4-BE49-F238E27FC236}">
                <a16:creationId xmlns:a16="http://schemas.microsoft.com/office/drawing/2014/main" id="{A99C9AD8-A489-395D-A57C-338C0729329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CFD09380-0559-2E02-DCB3-14D25BC05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7D18FABE-AF06-6EBB-F928-55998467E91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6">
            <a:extLst>
              <a:ext uri="{FF2B5EF4-FFF2-40B4-BE49-F238E27FC236}">
                <a16:creationId xmlns:a16="http://schemas.microsoft.com/office/drawing/2014/main" id="{8EF15ED5-E3A5-1F40-BCAA-B98817E6EE94}"/>
              </a:ext>
            </a:extLst>
          </p:cNvPr>
          <p:cNvCxnSpPr/>
          <p:nvPr/>
        </p:nvCxnSpPr>
        <p:spPr>
          <a:xfrm flipV="1">
            <a:off x="7222795" y="4572277"/>
            <a:ext cx="4780022" cy="2035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35">
            <a:extLst>
              <a:ext uri="{FF2B5EF4-FFF2-40B4-BE49-F238E27FC236}">
                <a16:creationId xmlns:a16="http://schemas.microsoft.com/office/drawing/2014/main" id="{4D116532-40D5-B454-0321-D3948B25C695}"/>
              </a:ext>
            </a:extLst>
          </p:cNvPr>
          <p:cNvSpPr>
            <a:spLocks/>
          </p:cNvSpPr>
          <p:nvPr/>
        </p:nvSpPr>
        <p:spPr bwMode="auto">
          <a:xfrm>
            <a:off x="7158674" y="457467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a:extLst>
              <a:ext uri="{FF2B5EF4-FFF2-40B4-BE49-F238E27FC236}">
                <a16:creationId xmlns:a16="http://schemas.microsoft.com/office/drawing/2014/main" id="{DB56B666-D76A-5D13-57B1-92D88B551920}"/>
              </a:ext>
            </a:extLst>
          </p:cNvPr>
          <p:cNvSpPr>
            <a:spLocks/>
          </p:cNvSpPr>
          <p:nvPr/>
        </p:nvSpPr>
        <p:spPr bwMode="auto">
          <a:xfrm>
            <a:off x="7971959" y="45498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37">
            <a:extLst>
              <a:ext uri="{FF2B5EF4-FFF2-40B4-BE49-F238E27FC236}">
                <a16:creationId xmlns:a16="http://schemas.microsoft.com/office/drawing/2014/main" id="{B4F9098E-B0FC-0CC2-B59B-3BB9EAEA64E6}"/>
              </a:ext>
            </a:extLst>
          </p:cNvPr>
          <p:cNvSpPr>
            <a:spLocks/>
          </p:cNvSpPr>
          <p:nvPr/>
        </p:nvSpPr>
        <p:spPr bwMode="auto">
          <a:xfrm>
            <a:off x="9060447" y="45498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38">
            <a:extLst>
              <a:ext uri="{FF2B5EF4-FFF2-40B4-BE49-F238E27FC236}">
                <a16:creationId xmlns:a16="http://schemas.microsoft.com/office/drawing/2014/main" id="{A27704B9-A190-C311-28D0-1F950FBB4CA8}"/>
              </a:ext>
            </a:extLst>
          </p:cNvPr>
          <p:cNvSpPr>
            <a:spLocks/>
          </p:cNvSpPr>
          <p:nvPr/>
        </p:nvSpPr>
        <p:spPr bwMode="auto">
          <a:xfrm>
            <a:off x="10119921" y="456380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8" name="Rectangle 39">
            <a:extLst>
              <a:ext uri="{FF2B5EF4-FFF2-40B4-BE49-F238E27FC236}">
                <a16:creationId xmlns:a16="http://schemas.microsoft.com/office/drawing/2014/main" id="{E3009F4E-342E-4D92-9DB2-7451C35F49B9}"/>
              </a:ext>
            </a:extLst>
          </p:cNvPr>
          <p:cNvSpPr>
            <a:spLocks/>
          </p:cNvSpPr>
          <p:nvPr/>
        </p:nvSpPr>
        <p:spPr bwMode="auto">
          <a:xfrm>
            <a:off x="11125783" y="45802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Tree>
    <p:extLst>
      <p:ext uri="{BB962C8B-B14F-4D97-AF65-F5344CB8AC3E}">
        <p14:creationId xmlns:p14="http://schemas.microsoft.com/office/powerpoint/2010/main" val="17794387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951894"/>
            <a:ext cx="11029615" cy="1013800"/>
          </a:xfrm>
        </p:spPr>
        <p:txBody>
          <a:bodyPr>
            <a:normAutofit/>
          </a:bodyPr>
          <a:lstStyle/>
          <a:p>
            <a:pPr marL="0" indent="0">
              <a:buNone/>
            </a:pPr>
            <a:r>
              <a:rPr lang="es-ES" sz="2400" dirty="0"/>
              <a:t>Una primera aproximación puede ser el cálculo de cada uno de los flujos traídos individualmente al presente, así:</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59</a:t>
            </a:fld>
            <a:endParaRPr lang="en-US"/>
          </a:p>
        </p:txBody>
      </p:sp>
      <p:pic>
        <p:nvPicPr>
          <p:cNvPr id="6" name="Imagen 5"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9167" y="3126762"/>
            <a:ext cx="5133663" cy="604476"/>
          </a:xfrm>
          <a:prstGeom prst="rect">
            <a:avLst/>
          </a:prstGeom>
        </p:spPr>
      </p:pic>
      <p:pic>
        <p:nvPicPr>
          <p:cNvPr id="7" name="Imagen 6"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1210" y="4016713"/>
            <a:ext cx="8029576" cy="734665"/>
          </a:xfrm>
          <a:prstGeom prst="rect">
            <a:avLst/>
          </a:prstGeom>
        </p:spPr>
      </p:pic>
      <p:pic>
        <p:nvPicPr>
          <p:cNvPr id="8" name="Imagen 7"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1912" y="5036854"/>
            <a:ext cx="2184400" cy="406400"/>
          </a:xfrm>
          <a:prstGeom prst="rect">
            <a:avLst/>
          </a:prstGeom>
        </p:spPr>
      </p:pic>
      <p:sp>
        <p:nvSpPr>
          <p:cNvPr id="11" name="Title 1">
            <a:extLst>
              <a:ext uri="{FF2B5EF4-FFF2-40B4-BE49-F238E27FC236}">
                <a16:creationId xmlns:a16="http://schemas.microsoft.com/office/drawing/2014/main" id="{F2A48BED-63DE-AE2A-1EBD-E09CDD89CDF3}"/>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2" name="Rectángulo 11">
            <a:extLst>
              <a:ext uri="{FF2B5EF4-FFF2-40B4-BE49-F238E27FC236}">
                <a16:creationId xmlns:a16="http://schemas.microsoft.com/office/drawing/2014/main" id="{C97A3573-14EA-12A6-91C6-A1BE91F90A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F558C326-58D4-A492-7683-352C3B083D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893ACB39-7907-66BA-8C7E-A59D15C4FB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6824F102-7507-FDB1-6CDD-E20146624F29}"/>
              </a:ext>
            </a:extLst>
          </p:cNvPr>
          <p:cNvSpPr txBox="1"/>
          <p:nvPr/>
        </p:nvSpPr>
        <p:spPr>
          <a:xfrm>
            <a:off x="581192" y="5497839"/>
            <a:ext cx="11029615" cy="830997"/>
          </a:xfrm>
          <a:prstGeom prst="rect">
            <a:avLst/>
          </a:prstGeom>
          <a:noFill/>
        </p:spPr>
        <p:txBody>
          <a:bodyPr wrap="square">
            <a:spAutoFit/>
          </a:bodyPr>
          <a:lstStyle/>
          <a:p>
            <a:pPr marL="0" indent="0">
              <a:buNone/>
            </a:pPr>
            <a:r>
              <a:rPr lang="es-ES" sz="2400"/>
              <a:t>Sin embargo, en problemas con un número mayor de flujos, el cálculo sería extremadamente largo  </a:t>
            </a:r>
          </a:p>
        </p:txBody>
      </p:sp>
    </p:spTree>
    <p:extLst>
      <p:ext uri="{BB962C8B-B14F-4D97-AF65-F5344CB8AC3E}">
        <p14:creationId xmlns:p14="http://schemas.microsoft.com/office/powerpoint/2010/main" val="59358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41965" y="1992417"/>
            <a:ext cx="11029613" cy="717433"/>
          </a:xfrm>
        </p:spPr>
        <p:txBody>
          <a:bodyPr>
            <a:normAutofit/>
          </a:bodyPr>
          <a:lstStyle/>
          <a:p>
            <a:pPr marL="0" indent="0">
              <a:buNone/>
            </a:pPr>
            <a:r>
              <a:rPr lang="es-ES" sz="2400"/>
              <a:t>Gracias a las ecuaciones que hemos derivado, podemos fraccionar el problema, así:</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60</a:t>
            </a:fld>
            <a:endParaRPr lang="en-US"/>
          </a:p>
        </p:txBody>
      </p:sp>
      <p:cxnSp>
        <p:nvCxnSpPr>
          <p:cNvPr id="5" name="Straight Connector 6"/>
          <p:cNvCxnSpPr/>
          <p:nvPr/>
        </p:nvCxnSpPr>
        <p:spPr>
          <a:xfrm flipV="1">
            <a:off x="1496636" y="4620315"/>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2943615" y="40152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1432515" y="4635946"/>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8" name="Rectangle 36"/>
          <p:cNvSpPr>
            <a:spLocks/>
          </p:cNvSpPr>
          <p:nvPr/>
        </p:nvSpPr>
        <p:spPr bwMode="auto">
          <a:xfrm>
            <a:off x="2042609" y="46111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37"/>
          <p:cNvSpPr>
            <a:spLocks/>
          </p:cNvSpPr>
          <p:nvPr/>
        </p:nvSpPr>
        <p:spPr bwMode="auto">
          <a:xfrm>
            <a:off x="2800397" y="46111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38"/>
          <p:cNvSpPr>
            <a:spLocks/>
          </p:cNvSpPr>
          <p:nvPr/>
        </p:nvSpPr>
        <p:spPr bwMode="auto">
          <a:xfrm>
            <a:off x="3466339" y="461184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1" name="Rectangle 39"/>
          <p:cNvSpPr>
            <a:spLocks/>
          </p:cNvSpPr>
          <p:nvPr/>
        </p:nvSpPr>
        <p:spPr bwMode="auto">
          <a:xfrm>
            <a:off x="4206174" y="46415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2" name="Rectangle 35"/>
          <p:cNvSpPr>
            <a:spLocks/>
          </p:cNvSpPr>
          <p:nvPr/>
        </p:nvSpPr>
        <p:spPr bwMode="auto">
          <a:xfrm>
            <a:off x="2477147" y="3715218"/>
            <a:ext cx="93134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+ 20</a:t>
            </a:r>
          </a:p>
        </p:txBody>
      </p:sp>
      <p:cxnSp>
        <p:nvCxnSpPr>
          <p:cNvPr id="13" name="Straight Arrow Connector 9"/>
          <p:cNvCxnSpPr/>
          <p:nvPr/>
        </p:nvCxnSpPr>
        <p:spPr>
          <a:xfrm flipV="1">
            <a:off x="3673391" y="398598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3109388" y="3406047"/>
            <a:ext cx="11557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100+ 2(20)</a:t>
            </a:r>
          </a:p>
        </p:txBody>
      </p:sp>
      <p:sp>
        <p:nvSpPr>
          <p:cNvPr id="15" name="Rectangle 35"/>
          <p:cNvSpPr>
            <a:spLocks/>
          </p:cNvSpPr>
          <p:nvPr/>
        </p:nvSpPr>
        <p:spPr bwMode="auto">
          <a:xfrm>
            <a:off x="3890212" y="3119908"/>
            <a:ext cx="10852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100+3(20)</a:t>
            </a:r>
          </a:p>
        </p:txBody>
      </p:sp>
      <p:cxnSp>
        <p:nvCxnSpPr>
          <p:cNvPr id="16" name="Straight Arrow Connector 9"/>
          <p:cNvCxnSpPr/>
          <p:nvPr/>
        </p:nvCxnSpPr>
        <p:spPr>
          <a:xfrm flipV="1">
            <a:off x="3673391" y="369627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9"/>
          <p:cNvCxnSpPr/>
          <p:nvPr/>
        </p:nvCxnSpPr>
        <p:spPr>
          <a:xfrm flipV="1">
            <a:off x="4432826" y="399037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9"/>
          <p:cNvCxnSpPr/>
          <p:nvPr/>
        </p:nvCxnSpPr>
        <p:spPr>
          <a:xfrm flipV="1">
            <a:off x="4432826" y="370066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p:nvPr/>
        </p:nvCxnSpPr>
        <p:spPr>
          <a:xfrm flipV="1">
            <a:off x="4432826" y="341036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9"/>
          <p:cNvCxnSpPr/>
          <p:nvPr/>
        </p:nvCxnSpPr>
        <p:spPr>
          <a:xfrm flipV="1">
            <a:off x="2209720" y="434472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9"/>
          <p:cNvCxnSpPr/>
          <p:nvPr/>
        </p:nvCxnSpPr>
        <p:spPr>
          <a:xfrm flipV="1">
            <a:off x="2949395" y="434668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3673391" y="432437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4437496" y="433631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4" name="Conector recto 23"/>
          <p:cNvCxnSpPr/>
          <p:nvPr/>
        </p:nvCxnSpPr>
        <p:spPr>
          <a:xfrm flipV="1">
            <a:off x="2050984" y="4295154"/>
            <a:ext cx="2592430" cy="4245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25" name="Rectangle 35"/>
          <p:cNvSpPr>
            <a:spLocks/>
          </p:cNvSpPr>
          <p:nvPr/>
        </p:nvSpPr>
        <p:spPr bwMode="auto">
          <a:xfrm>
            <a:off x="1994682" y="4022546"/>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cxnSp>
        <p:nvCxnSpPr>
          <p:cNvPr id="29" name="Straight Connector 6"/>
          <p:cNvCxnSpPr/>
          <p:nvPr/>
        </p:nvCxnSpPr>
        <p:spPr>
          <a:xfrm flipV="1">
            <a:off x="6597817" y="3906039"/>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8044796" y="361844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5"/>
          <p:cNvSpPr>
            <a:spLocks/>
          </p:cNvSpPr>
          <p:nvPr/>
        </p:nvSpPr>
        <p:spPr bwMode="auto">
          <a:xfrm>
            <a:off x="6533696" y="392167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32" name="Rectangle 36"/>
          <p:cNvSpPr>
            <a:spLocks/>
          </p:cNvSpPr>
          <p:nvPr/>
        </p:nvSpPr>
        <p:spPr bwMode="auto">
          <a:xfrm>
            <a:off x="7143790" y="38968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3" name="Rectangle 37"/>
          <p:cNvSpPr>
            <a:spLocks/>
          </p:cNvSpPr>
          <p:nvPr/>
        </p:nvSpPr>
        <p:spPr bwMode="auto">
          <a:xfrm>
            <a:off x="7901578" y="38968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4" name="Rectangle 38"/>
          <p:cNvSpPr>
            <a:spLocks/>
          </p:cNvSpPr>
          <p:nvPr/>
        </p:nvSpPr>
        <p:spPr bwMode="auto">
          <a:xfrm>
            <a:off x="8567520" y="389756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5" name="Rectangle 39"/>
          <p:cNvSpPr>
            <a:spLocks/>
          </p:cNvSpPr>
          <p:nvPr/>
        </p:nvSpPr>
        <p:spPr bwMode="auto">
          <a:xfrm>
            <a:off x="9307355" y="392725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6" name="Rectangle 35"/>
          <p:cNvSpPr>
            <a:spLocks/>
          </p:cNvSpPr>
          <p:nvPr/>
        </p:nvSpPr>
        <p:spPr bwMode="auto">
          <a:xfrm>
            <a:off x="7915759" y="33184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cxnSp>
        <p:nvCxnSpPr>
          <p:cNvPr id="37" name="Straight Arrow Connector 9"/>
          <p:cNvCxnSpPr/>
          <p:nvPr/>
        </p:nvCxnSpPr>
        <p:spPr>
          <a:xfrm flipV="1">
            <a:off x="8774572" y="35892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5"/>
          <p:cNvSpPr>
            <a:spLocks/>
          </p:cNvSpPr>
          <p:nvPr/>
        </p:nvSpPr>
        <p:spPr bwMode="auto">
          <a:xfrm>
            <a:off x="8512735" y="3009291"/>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2(20)</a:t>
            </a:r>
          </a:p>
        </p:txBody>
      </p:sp>
      <p:sp>
        <p:nvSpPr>
          <p:cNvPr id="39" name="Rectangle 35"/>
          <p:cNvSpPr>
            <a:spLocks/>
          </p:cNvSpPr>
          <p:nvPr/>
        </p:nvSpPr>
        <p:spPr bwMode="auto">
          <a:xfrm>
            <a:off x="9258292" y="2723152"/>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3(20)</a:t>
            </a:r>
          </a:p>
        </p:txBody>
      </p:sp>
      <p:cxnSp>
        <p:nvCxnSpPr>
          <p:cNvPr id="40" name="Straight Arrow Connector 9"/>
          <p:cNvCxnSpPr/>
          <p:nvPr/>
        </p:nvCxnSpPr>
        <p:spPr>
          <a:xfrm flipV="1">
            <a:off x="8774572" y="329952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9534007" y="359361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9"/>
          <p:cNvCxnSpPr/>
          <p:nvPr/>
        </p:nvCxnSpPr>
        <p:spPr>
          <a:xfrm flipV="1">
            <a:off x="9534007" y="330391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9"/>
          <p:cNvCxnSpPr/>
          <p:nvPr/>
        </p:nvCxnSpPr>
        <p:spPr>
          <a:xfrm flipV="1">
            <a:off x="9534007" y="301360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6"/>
          <p:cNvCxnSpPr/>
          <p:nvPr/>
        </p:nvCxnSpPr>
        <p:spPr>
          <a:xfrm flipV="1">
            <a:off x="6660173" y="5400807"/>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Rectangle 35"/>
          <p:cNvSpPr>
            <a:spLocks/>
          </p:cNvSpPr>
          <p:nvPr/>
        </p:nvSpPr>
        <p:spPr bwMode="auto">
          <a:xfrm>
            <a:off x="6596052" y="5416438"/>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53" name="Rectangle 36"/>
          <p:cNvSpPr>
            <a:spLocks/>
          </p:cNvSpPr>
          <p:nvPr/>
        </p:nvSpPr>
        <p:spPr bwMode="auto">
          <a:xfrm>
            <a:off x="7206146" y="53916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4" name="Rectangle 37"/>
          <p:cNvSpPr>
            <a:spLocks/>
          </p:cNvSpPr>
          <p:nvPr/>
        </p:nvSpPr>
        <p:spPr bwMode="auto">
          <a:xfrm>
            <a:off x="7963934" y="53916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38"/>
          <p:cNvSpPr>
            <a:spLocks/>
          </p:cNvSpPr>
          <p:nvPr/>
        </p:nvSpPr>
        <p:spPr bwMode="auto">
          <a:xfrm>
            <a:off x="8629876" y="53923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39"/>
          <p:cNvSpPr>
            <a:spLocks/>
          </p:cNvSpPr>
          <p:nvPr/>
        </p:nvSpPr>
        <p:spPr bwMode="auto">
          <a:xfrm>
            <a:off x="9369711" y="542202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57" name="Straight Arrow Connector 9"/>
          <p:cNvCxnSpPr/>
          <p:nvPr/>
        </p:nvCxnSpPr>
        <p:spPr>
          <a:xfrm flipV="1">
            <a:off x="7373257" y="512521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8112932" y="5127173"/>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8836928" y="510486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9"/>
          <p:cNvCxnSpPr/>
          <p:nvPr/>
        </p:nvCxnSpPr>
        <p:spPr>
          <a:xfrm flipV="1">
            <a:off x="9601033" y="5116808"/>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1" name="Conector recto 60"/>
          <p:cNvCxnSpPr/>
          <p:nvPr/>
        </p:nvCxnSpPr>
        <p:spPr>
          <a:xfrm flipV="1">
            <a:off x="7214521" y="5075646"/>
            <a:ext cx="2592430" cy="4245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2" name="Rectangle 35"/>
          <p:cNvSpPr>
            <a:spLocks/>
          </p:cNvSpPr>
          <p:nvPr/>
        </p:nvSpPr>
        <p:spPr bwMode="auto">
          <a:xfrm>
            <a:off x="8266947" y="481013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sp>
        <p:nvSpPr>
          <p:cNvPr id="63" name="Abrir llave 62"/>
          <p:cNvSpPr/>
          <p:nvPr/>
        </p:nvSpPr>
        <p:spPr>
          <a:xfrm>
            <a:off x="5539391" y="2957833"/>
            <a:ext cx="165828" cy="26374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000"/>
          </a:p>
        </p:txBody>
      </p:sp>
      <p:sp>
        <p:nvSpPr>
          <p:cNvPr id="28" name="Title 1">
            <a:extLst>
              <a:ext uri="{FF2B5EF4-FFF2-40B4-BE49-F238E27FC236}">
                <a16:creationId xmlns:a16="http://schemas.microsoft.com/office/drawing/2014/main" id="{F8B2F238-6B39-3C6B-B39C-B79EC1DA8C84}"/>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44" name="Rectángulo 43">
            <a:extLst>
              <a:ext uri="{FF2B5EF4-FFF2-40B4-BE49-F238E27FC236}">
                <a16:creationId xmlns:a16="http://schemas.microsoft.com/office/drawing/2014/main" id="{1A289816-0B8E-0D3D-FAC8-FFCFA5D548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5" name="Picture 2" descr="Clientes y aliados | Centro de Evaluación | Uniandes">
            <a:extLst>
              <a:ext uri="{FF2B5EF4-FFF2-40B4-BE49-F238E27FC236}">
                <a16:creationId xmlns:a16="http://schemas.microsoft.com/office/drawing/2014/main" id="{755C3A06-5E1B-A659-B921-A4B9FF5EE9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6" name="Rectángulo 45">
            <a:extLst>
              <a:ext uri="{FF2B5EF4-FFF2-40B4-BE49-F238E27FC236}">
                <a16:creationId xmlns:a16="http://schemas.microsoft.com/office/drawing/2014/main" id="{574A4AF7-9D34-2655-15F2-C2811919C14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6808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8" grpId="0"/>
      <p:bldP spid="39" grpId="0"/>
      <p:bldP spid="52" grpId="0"/>
      <p:bldP spid="53" grpId="0"/>
      <p:bldP spid="54" grpId="0"/>
      <p:bldP spid="55" grpId="0"/>
      <p:bldP spid="56" grpId="0"/>
      <p:bldP spid="62" grpId="0"/>
      <p:bldP spid="6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52833" y="1727531"/>
            <a:ext cx="4411697" cy="859621"/>
          </a:xfrm>
        </p:spPr>
        <p:txBody>
          <a:bodyPr>
            <a:normAutofit/>
          </a:bodyPr>
          <a:lstStyle/>
          <a:p>
            <a:pPr marL="0" indent="0">
              <a:buNone/>
            </a:pPr>
            <a:r>
              <a:rPr lang="es-ES" sz="2400"/>
              <a:t>Se calcula el valor presente: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61</a:t>
            </a:fld>
            <a:endParaRPr lang="en-US"/>
          </a:p>
        </p:txBody>
      </p:sp>
      <p:cxnSp>
        <p:nvCxnSpPr>
          <p:cNvPr id="29" name="Straight Connector 6"/>
          <p:cNvCxnSpPr/>
          <p:nvPr/>
        </p:nvCxnSpPr>
        <p:spPr>
          <a:xfrm flipV="1">
            <a:off x="1593073" y="3533658"/>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3040052" y="324606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5"/>
          <p:cNvSpPr>
            <a:spLocks/>
          </p:cNvSpPr>
          <p:nvPr/>
        </p:nvSpPr>
        <p:spPr bwMode="auto">
          <a:xfrm>
            <a:off x="1541776" y="3580067"/>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32" name="Rectangle 36"/>
          <p:cNvSpPr>
            <a:spLocks/>
          </p:cNvSpPr>
          <p:nvPr/>
        </p:nvSpPr>
        <p:spPr bwMode="auto">
          <a:xfrm>
            <a:off x="2139046" y="355523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a:t>
            </a:r>
          </a:p>
        </p:txBody>
      </p:sp>
      <p:sp>
        <p:nvSpPr>
          <p:cNvPr id="33" name="Rectangle 37"/>
          <p:cNvSpPr>
            <a:spLocks/>
          </p:cNvSpPr>
          <p:nvPr/>
        </p:nvSpPr>
        <p:spPr bwMode="auto">
          <a:xfrm>
            <a:off x="2896834" y="355523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2</a:t>
            </a:r>
          </a:p>
        </p:txBody>
      </p:sp>
      <p:sp>
        <p:nvSpPr>
          <p:cNvPr id="34" name="Rectangle 38"/>
          <p:cNvSpPr>
            <a:spLocks/>
          </p:cNvSpPr>
          <p:nvPr/>
        </p:nvSpPr>
        <p:spPr bwMode="auto">
          <a:xfrm>
            <a:off x="3562776" y="355596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3</a:t>
            </a:r>
          </a:p>
        </p:txBody>
      </p:sp>
      <p:sp>
        <p:nvSpPr>
          <p:cNvPr id="35" name="Rectangle 39"/>
          <p:cNvSpPr>
            <a:spLocks/>
          </p:cNvSpPr>
          <p:nvPr/>
        </p:nvSpPr>
        <p:spPr bwMode="auto">
          <a:xfrm>
            <a:off x="4302611" y="358565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4</a:t>
            </a:r>
          </a:p>
        </p:txBody>
      </p:sp>
      <p:sp>
        <p:nvSpPr>
          <p:cNvPr id="36" name="Rectangle 35"/>
          <p:cNvSpPr>
            <a:spLocks/>
          </p:cNvSpPr>
          <p:nvPr/>
        </p:nvSpPr>
        <p:spPr bwMode="auto">
          <a:xfrm>
            <a:off x="2936663" y="2976859"/>
            <a:ext cx="20518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a:t>
            </a:r>
          </a:p>
        </p:txBody>
      </p:sp>
      <p:cxnSp>
        <p:nvCxnSpPr>
          <p:cNvPr id="37" name="Straight Arrow Connector 9"/>
          <p:cNvCxnSpPr/>
          <p:nvPr/>
        </p:nvCxnSpPr>
        <p:spPr>
          <a:xfrm flipV="1">
            <a:off x="3769828" y="321684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5"/>
          <p:cNvSpPr>
            <a:spLocks/>
          </p:cNvSpPr>
          <p:nvPr/>
        </p:nvSpPr>
        <p:spPr bwMode="auto">
          <a:xfrm>
            <a:off x="3564096" y="2667688"/>
            <a:ext cx="439223"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2(20)</a:t>
            </a:r>
          </a:p>
        </p:txBody>
      </p:sp>
      <p:sp>
        <p:nvSpPr>
          <p:cNvPr id="39" name="Rectangle 35"/>
          <p:cNvSpPr>
            <a:spLocks/>
          </p:cNvSpPr>
          <p:nvPr/>
        </p:nvSpPr>
        <p:spPr bwMode="auto">
          <a:xfrm>
            <a:off x="4309653" y="2381549"/>
            <a:ext cx="439223"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3(20)</a:t>
            </a:r>
          </a:p>
        </p:txBody>
      </p:sp>
      <p:cxnSp>
        <p:nvCxnSpPr>
          <p:cNvPr id="40" name="Straight Arrow Connector 9"/>
          <p:cNvCxnSpPr/>
          <p:nvPr/>
        </p:nvCxnSpPr>
        <p:spPr>
          <a:xfrm flipV="1">
            <a:off x="3769828" y="292713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4529263" y="322123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9"/>
          <p:cNvCxnSpPr/>
          <p:nvPr/>
        </p:nvCxnSpPr>
        <p:spPr>
          <a:xfrm flipV="1">
            <a:off x="4529263" y="293152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9"/>
          <p:cNvCxnSpPr/>
          <p:nvPr/>
        </p:nvCxnSpPr>
        <p:spPr>
          <a:xfrm flipV="1">
            <a:off x="4529263" y="26412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6"/>
          <p:cNvCxnSpPr/>
          <p:nvPr/>
        </p:nvCxnSpPr>
        <p:spPr>
          <a:xfrm flipV="1">
            <a:off x="7680232" y="2867712"/>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Rectangle 35"/>
          <p:cNvSpPr>
            <a:spLocks/>
          </p:cNvSpPr>
          <p:nvPr/>
        </p:nvSpPr>
        <p:spPr bwMode="auto">
          <a:xfrm>
            <a:off x="7616111" y="2883343"/>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53" name="Rectangle 36"/>
          <p:cNvSpPr>
            <a:spLocks/>
          </p:cNvSpPr>
          <p:nvPr/>
        </p:nvSpPr>
        <p:spPr bwMode="auto">
          <a:xfrm>
            <a:off x="8226205" y="285851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4" name="Rectangle 37"/>
          <p:cNvSpPr>
            <a:spLocks/>
          </p:cNvSpPr>
          <p:nvPr/>
        </p:nvSpPr>
        <p:spPr bwMode="auto">
          <a:xfrm>
            <a:off x="8983993" y="285851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38"/>
          <p:cNvSpPr>
            <a:spLocks/>
          </p:cNvSpPr>
          <p:nvPr/>
        </p:nvSpPr>
        <p:spPr bwMode="auto">
          <a:xfrm>
            <a:off x="9649935" y="28592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39"/>
          <p:cNvSpPr>
            <a:spLocks/>
          </p:cNvSpPr>
          <p:nvPr/>
        </p:nvSpPr>
        <p:spPr bwMode="auto">
          <a:xfrm>
            <a:off x="10389770" y="28889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57" name="Straight Arrow Connector 9"/>
          <p:cNvCxnSpPr/>
          <p:nvPr/>
        </p:nvCxnSpPr>
        <p:spPr>
          <a:xfrm flipV="1">
            <a:off x="8393316" y="259212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9132991" y="2594078"/>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9856987" y="257177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9"/>
          <p:cNvCxnSpPr/>
          <p:nvPr/>
        </p:nvCxnSpPr>
        <p:spPr>
          <a:xfrm flipV="1">
            <a:off x="10621092" y="2583713"/>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1" name="Conector recto 60"/>
          <p:cNvCxnSpPr/>
          <p:nvPr/>
        </p:nvCxnSpPr>
        <p:spPr>
          <a:xfrm flipV="1">
            <a:off x="8234580" y="2542551"/>
            <a:ext cx="2592430" cy="4245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2" name="Rectangle 35"/>
          <p:cNvSpPr>
            <a:spLocks/>
          </p:cNvSpPr>
          <p:nvPr/>
        </p:nvSpPr>
        <p:spPr bwMode="auto">
          <a:xfrm>
            <a:off x="9287006" y="2277038"/>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cxnSp>
        <p:nvCxnSpPr>
          <p:cNvPr id="27" name="Conector recto 26"/>
          <p:cNvCxnSpPr>
            <a:cxnSpLocks/>
          </p:cNvCxnSpPr>
          <p:nvPr/>
        </p:nvCxnSpPr>
        <p:spPr>
          <a:xfrm>
            <a:off x="6102614" y="2048975"/>
            <a:ext cx="0" cy="4003482"/>
          </a:xfrm>
          <a:prstGeom prst="line">
            <a:avLst/>
          </a:prstGeom>
        </p:spPr>
        <p:style>
          <a:lnRef idx="2">
            <a:schemeClr val="accent1"/>
          </a:lnRef>
          <a:fillRef idx="0">
            <a:schemeClr val="accent1"/>
          </a:fillRef>
          <a:effectRef idx="1">
            <a:schemeClr val="accent1"/>
          </a:effectRef>
          <a:fontRef idx="minor">
            <a:schemeClr val="tx1"/>
          </a:fontRef>
        </p:style>
      </p:cxnSp>
      <p:pic>
        <p:nvPicPr>
          <p:cNvPr id="44" name="Imagen 43"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0389" y="4045759"/>
            <a:ext cx="3596346" cy="518912"/>
          </a:xfrm>
          <a:prstGeom prst="rect">
            <a:avLst/>
          </a:prstGeom>
        </p:spPr>
      </p:pic>
      <p:pic>
        <p:nvPicPr>
          <p:cNvPr id="45" name="Picture 4"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2039" y="3577617"/>
            <a:ext cx="2316693" cy="598078"/>
          </a:xfrm>
          <a:prstGeom prst="rect">
            <a:avLst/>
          </a:prstGeom>
        </p:spPr>
      </p:pic>
      <p:pic>
        <p:nvPicPr>
          <p:cNvPr id="5" name="Imagen 4"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9873" y="4876880"/>
            <a:ext cx="826504" cy="200608"/>
          </a:xfrm>
          <a:prstGeom prst="rect">
            <a:avLst/>
          </a:prstGeom>
        </p:spPr>
      </p:pic>
      <p:pic>
        <p:nvPicPr>
          <p:cNvPr id="6" name="Imagen 5"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40102" y="4886292"/>
            <a:ext cx="625732" cy="191196"/>
          </a:xfrm>
          <a:prstGeom prst="rect">
            <a:avLst/>
          </a:prstGeom>
        </p:spPr>
      </p:pic>
      <p:pic>
        <p:nvPicPr>
          <p:cNvPr id="7" name="Imagen 6"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65955" y="4900084"/>
            <a:ext cx="709621" cy="177405"/>
          </a:xfrm>
          <a:prstGeom prst="rect">
            <a:avLst/>
          </a:prstGeom>
        </p:spPr>
      </p:pic>
      <p:pic>
        <p:nvPicPr>
          <p:cNvPr id="11" name="Imagen 10" descr="latex-image-1.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68568" y="4605482"/>
            <a:ext cx="828535" cy="179777"/>
          </a:xfrm>
          <a:prstGeom prst="rect">
            <a:avLst/>
          </a:prstGeom>
        </p:spPr>
      </p:pic>
      <p:pic>
        <p:nvPicPr>
          <p:cNvPr id="46" name="Imagen 45"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8965" y="4574121"/>
            <a:ext cx="826504" cy="200608"/>
          </a:xfrm>
          <a:prstGeom prst="rect">
            <a:avLst/>
          </a:prstGeom>
        </p:spPr>
      </p:pic>
      <p:pic>
        <p:nvPicPr>
          <p:cNvPr id="47" name="Imagen 46"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9194" y="4583533"/>
            <a:ext cx="625732" cy="191196"/>
          </a:xfrm>
          <a:prstGeom prst="rect">
            <a:avLst/>
          </a:prstGeom>
        </p:spPr>
      </p:pic>
      <p:sp>
        <p:nvSpPr>
          <p:cNvPr id="13" name="Title 1">
            <a:extLst>
              <a:ext uri="{FF2B5EF4-FFF2-40B4-BE49-F238E27FC236}">
                <a16:creationId xmlns:a16="http://schemas.microsoft.com/office/drawing/2014/main" id="{CF588812-2384-64F5-1776-B89E39214A77}"/>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5" name="Rectángulo 14">
            <a:extLst>
              <a:ext uri="{FF2B5EF4-FFF2-40B4-BE49-F238E27FC236}">
                <a16:creationId xmlns:a16="http://schemas.microsoft.com/office/drawing/2014/main" id="{A448ACCB-0D74-E51C-90C9-E0F46BAA51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6" name="Picture 2" descr="Clientes y aliados | Centro de Evaluación | Uniandes">
            <a:extLst>
              <a:ext uri="{FF2B5EF4-FFF2-40B4-BE49-F238E27FC236}">
                <a16:creationId xmlns:a16="http://schemas.microsoft.com/office/drawing/2014/main" id="{AC756F92-A108-1B76-30B2-47181A8582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3D442608-5823-1D4B-564E-2BA4BBC193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418D8C43-FC53-B03F-91BB-A5B6C16CC3ED}"/>
                  </a:ext>
                </a:extLst>
              </p:cNvPr>
              <p:cNvSpPr txBox="1"/>
              <p:nvPr/>
            </p:nvSpPr>
            <p:spPr>
              <a:xfrm>
                <a:off x="1712656" y="5389697"/>
                <a:ext cx="34187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tx1">
                              <a:lumMod val="85000"/>
                              <a:lumOff val="15000"/>
                            </a:schemeClr>
                          </a:solidFill>
                          <a:latin typeface="Cambria Math" panose="02040503050406030204" pitchFamily="18" charset="0"/>
                        </a:rPr>
                        <m:t>𝑉𝑃</m:t>
                      </m:r>
                      <m:sSub>
                        <m:sSubPr>
                          <m:ctrlPr>
                            <a:rPr lang="es-ES" sz="2400" b="0" i="1" smtClean="0">
                              <a:solidFill>
                                <a:schemeClr val="tx1">
                                  <a:lumMod val="85000"/>
                                  <a:lumOff val="15000"/>
                                </a:schemeClr>
                              </a:solidFill>
                              <a:latin typeface="Cambria Math" panose="02040503050406030204" pitchFamily="18" charset="0"/>
                            </a:rPr>
                          </m:ctrlPr>
                        </m:sSubPr>
                        <m:e>
                          <m:d>
                            <m:dPr>
                              <m:ctrlPr>
                                <a:rPr lang="es-ES" sz="2400" b="0" i="1" smtClean="0">
                                  <a:solidFill>
                                    <a:schemeClr val="tx1">
                                      <a:lumMod val="85000"/>
                                      <a:lumOff val="15000"/>
                                    </a:schemeClr>
                                  </a:solidFill>
                                  <a:latin typeface="Cambria Math" panose="02040503050406030204" pitchFamily="18" charset="0"/>
                                </a:rPr>
                              </m:ctrlPr>
                            </m:dPr>
                            <m:e>
                              <m:r>
                                <a:rPr lang="es-ES" sz="2400" b="0" i="1" smtClean="0">
                                  <a:solidFill>
                                    <a:schemeClr val="tx1">
                                      <a:lumMod val="85000"/>
                                      <a:lumOff val="15000"/>
                                    </a:schemeClr>
                                  </a:solidFill>
                                  <a:latin typeface="Cambria Math" panose="02040503050406030204" pitchFamily="18" charset="0"/>
                                </a:rPr>
                                <m:t>0</m:t>
                              </m:r>
                            </m:e>
                          </m:d>
                        </m:e>
                        <m:sub>
                          <m:r>
                            <a:rPr lang="es-ES" sz="2400" b="0" i="1" smtClean="0">
                              <a:solidFill>
                                <a:schemeClr val="tx1">
                                  <a:lumMod val="85000"/>
                                  <a:lumOff val="15000"/>
                                </a:schemeClr>
                              </a:solidFill>
                              <a:latin typeface="Cambria Math" panose="02040503050406030204" pitchFamily="18" charset="0"/>
                            </a:rPr>
                            <m:t>𝐴𝑟𝑖𝑡𝑚𝑒𝑡𝑖𝑐𝑜</m:t>
                          </m:r>
                        </m:sub>
                      </m:sSub>
                      <m:r>
                        <a:rPr lang="es-ES" sz="2400" b="0" i="1" smtClean="0">
                          <a:solidFill>
                            <a:schemeClr val="tx1">
                              <a:lumMod val="85000"/>
                              <a:lumOff val="15000"/>
                            </a:schemeClr>
                          </a:solidFill>
                          <a:latin typeface="Cambria Math" panose="02040503050406030204" pitchFamily="18" charset="0"/>
                        </a:rPr>
                        <m:t>=$87,56</m:t>
                      </m:r>
                    </m:oMath>
                  </m:oMathPara>
                </a14:m>
                <a:endParaRPr lang="es-CO" sz="2400">
                  <a:solidFill>
                    <a:schemeClr val="tx1">
                      <a:lumMod val="85000"/>
                      <a:lumOff val="15000"/>
                    </a:schemeClr>
                  </a:solidFill>
                </a:endParaRPr>
              </a:p>
            </p:txBody>
          </p:sp>
        </mc:Choice>
        <mc:Fallback xmlns="">
          <p:sp>
            <p:nvSpPr>
              <p:cNvPr id="8" name="CuadroTexto 7">
                <a:extLst>
                  <a:ext uri="{FF2B5EF4-FFF2-40B4-BE49-F238E27FC236}">
                    <a16:creationId xmlns:a16="http://schemas.microsoft.com/office/drawing/2014/main" id="{418D8C43-FC53-B03F-91BB-A5B6C16CC3ED}"/>
                  </a:ext>
                </a:extLst>
              </p:cNvPr>
              <p:cNvSpPr txBox="1">
                <a:spLocks noRot="1" noChangeAspect="1" noMove="1" noResize="1" noEditPoints="1" noAdjustHandles="1" noChangeArrowheads="1" noChangeShapeType="1" noTextEdit="1"/>
              </p:cNvSpPr>
              <p:nvPr/>
            </p:nvSpPr>
            <p:spPr>
              <a:xfrm>
                <a:off x="1712656" y="5389697"/>
                <a:ext cx="3418756" cy="369332"/>
              </a:xfrm>
              <a:prstGeom prst="rect">
                <a:avLst/>
              </a:prstGeom>
              <a:blipFill>
                <a:blip r:embed="rId9"/>
                <a:stretch>
                  <a:fillRect l="-1107" r="-1476" b="-20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3661029-2F49-9FA0-26F7-BF9C520995C4}"/>
                  </a:ext>
                </a:extLst>
              </p:cNvPr>
              <p:cNvSpPr txBox="1"/>
              <p:nvPr/>
            </p:nvSpPr>
            <p:spPr>
              <a:xfrm>
                <a:off x="7544243" y="5389697"/>
                <a:ext cx="3476721" cy="398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tx1">
                              <a:lumMod val="85000"/>
                              <a:lumOff val="15000"/>
                            </a:schemeClr>
                          </a:solidFill>
                          <a:latin typeface="Cambria Math" panose="02040503050406030204" pitchFamily="18" charset="0"/>
                        </a:rPr>
                        <m:t>𝑉𝑃</m:t>
                      </m:r>
                      <m:sSub>
                        <m:sSubPr>
                          <m:ctrlPr>
                            <a:rPr lang="es-ES" sz="2400" b="0" i="1" smtClean="0">
                              <a:solidFill>
                                <a:schemeClr val="tx1">
                                  <a:lumMod val="85000"/>
                                  <a:lumOff val="15000"/>
                                </a:schemeClr>
                              </a:solidFill>
                              <a:latin typeface="Cambria Math" panose="02040503050406030204" pitchFamily="18" charset="0"/>
                            </a:rPr>
                          </m:ctrlPr>
                        </m:sSubPr>
                        <m:e>
                          <m:d>
                            <m:dPr>
                              <m:ctrlPr>
                                <a:rPr lang="es-ES" sz="2400" b="0" i="1" smtClean="0">
                                  <a:solidFill>
                                    <a:schemeClr val="tx1">
                                      <a:lumMod val="85000"/>
                                      <a:lumOff val="15000"/>
                                    </a:schemeClr>
                                  </a:solidFill>
                                  <a:latin typeface="Cambria Math" panose="02040503050406030204" pitchFamily="18" charset="0"/>
                                </a:rPr>
                              </m:ctrlPr>
                            </m:dPr>
                            <m:e>
                              <m:r>
                                <a:rPr lang="es-ES" sz="2400" b="0" i="1" smtClean="0">
                                  <a:solidFill>
                                    <a:schemeClr val="tx1">
                                      <a:lumMod val="85000"/>
                                      <a:lumOff val="15000"/>
                                    </a:schemeClr>
                                  </a:solidFill>
                                  <a:latin typeface="Cambria Math" panose="02040503050406030204" pitchFamily="18" charset="0"/>
                                </a:rPr>
                                <m:t>0</m:t>
                              </m:r>
                            </m:e>
                          </m:d>
                        </m:e>
                        <m:sub>
                          <m:r>
                            <a:rPr lang="es-ES" sz="2400" b="0" i="1" smtClean="0">
                              <a:solidFill>
                                <a:schemeClr val="tx1">
                                  <a:lumMod val="85000"/>
                                  <a:lumOff val="15000"/>
                                </a:schemeClr>
                              </a:solidFill>
                              <a:latin typeface="Cambria Math" panose="02040503050406030204" pitchFamily="18" charset="0"/>
                            </a:rPr>
                            <m:t>𝑢𝑛𝑖𝑓𝑜𝑟𝑚𝑒</m:t>
                          </m:r>
                        </m:sub>
                      </m:sSub>
                      <m:r>
                        <a:rPr lang="es-ES" sz="2400" b="0" i="1" smtClean="0">
                          <a:solidFill>
                            <a:schemeClr val="tx1">
                              <a:lumMod val="85000"/>
                              <a:lumOff val="15000"/>
                            </a:schemeClr>
                          </a:solidFill>
                          <a:latin typeface="Cambria Math" panose="02040503050406030204" pitchFamily="18" charset="0"/>
                        </a:rPr>
                        <m:t>=$316,99</m:t>
                      </m:r>
                    </m:oMath>
                  </m:oMathPara>
                </a14:m>
                <a:endParaRPr lang="es-CO" sz="2400">
                  <a:solidFill>
                    <a:schemeClr val="tx1">
                      <a:lumMod val="85000"/>
                      <a:lumOff val="15000"/>
                    </a:schemeClr>
                  </a:solidFill>
                </a:endParaRPr>
              </a:p>
            </p:txBody>
          </p:sp>
        </mc:Choice>
        <mc:Fallback xmlns="">
          <p:sp>
            <p:nvSpPr>
              <p:cNvPr id="12" name="CuadroTexto 11">
                <a:extLst>
                  <a:ext uri="{FF2B5EF4-FFF2-40B4-BE49-F238E27FC236}">
                    <a16:creationId xmlns:a16="http://schemas.microsoft.com/office/drawing/2014/main" id="{B3661029-2F49-9FA0-26F7-BF9C520995C4}"/>
                  </a:ext>
                </a:extLst>
              </p:cNvPr>
              <p:cNvSpPr txBox="1">
                <a:spLocks noRot="1" noChangeAspect="1" noMove="1" noResize="1" noEditPoints="1" noAdjustHandles="1" noChangeArrowheads="1" noChangeShapeType="1" noTextEdit="1"/>
              </p:cNvSpPr>
              <p:nvPr/>
            </p:nvSpPr>
            <p:spPr>
              <a:xfrm>
                <a:off x="7544243" y="5389697"/>
                <a:ext cx="3476721" cy="398955"/>
              </a:xfrm>
              <a:prstGeom prst="rect">
                <a:avLst/>
              </a:prstGeom>
              <a:blipFill>
                <a:blip r:embed="rId10"/>
                <a:stretch>
                  <a:fillRect l="-1460" r="-1460" b="-2424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41C0474-C055-6833-1B9B-BC2ECC8DD674}"/>
                  </a:ext>
                </a:extLst>
              </p:cNvPr>
              <p:cNvSpPr txBox="1"/>
              <p:nvPr/>
            </p:nvSpPr>
            <p:spPr>
              <a:xfrm>
                <a:off x="2761241" y="6193612"/>
                <a:ext cx="6669518" cy="398955"/>
              </a:xfrm>
              <a:prstGeom prst="rect">
                <a:avLst/>
              </a:prstGeom>
              <a:noFill/>
            </p:spPr>
            <p:txBody>
              <a:bodyPr wrap="none" lIns="0" tIns="0" rIns="0" bIns="0" rtlCol="0">
                <a:spAutoFit/>
              </a:bodyPr>
              <a:lstStyle/>
              <a:p>
                <a14:m>
                  <m:oMath xmlns:m="http://schemas.openxmlformats.org/officeDocument/2006/math">
                    <m:r>
                      <a:rPr lang="es-ES" sz="2400" b="0" i="1" smtClean="0">
                        <a:solidFill>
                          <a:srgbClr val="C00000"/>
                        </a:solidFill>
                        <a:latin typeface="Cambria Math" panose="02040503050406030204" pitchFamily="18" charset="0"/>
                      </a:rPr>
                      <m:t>𝑉𝑃</m:t>
                    </m:r>
                    <m:r>
                      <a:rPr lang="es-ES" sz="2400" b="0" i="1" smtClean="0">
                        <a:solidFill>
                          <a:srgbClr val="C00000"/>
                        </a:solidFill>
                        <a:latin typeface="Cambria Math" panose="02040503050406030204" pitchFamily="18" charset="0"/>
                      </a:rPr>
                      <m:t>=</m:t>
                    </m:r>
                    <m:r>
                      <a:rPr lang="es-ES" sz="2400" i="1">
                        <a:solidFill>
                          <a:srgbClr val="C00000"/>
                        </a:solidFill>
                        <a:latin typeface="Cambria Math" panose="02040503050406030204" pitchFamily="18" charset="0"/>
                      </a:rPr>
                      <m:t>𝑉𝑃</m:t>
                    </m:r>
                    <m:sSub>
                      <m:sSubPr>
                        <m:ctrlPr>
                          <a:rPr lang="es-ES" sz="2400" i="1">
                            <a:solidFill>
                              <a:srgbClr val="C00000"/>
                            </a:solidFill>
                            <a:latin typeface="Cambria Math" panose="02040503050406030204" pitchFamily="18" charset="0"/>
                          </a:rPr>
                        </m:ctrlPr>
                      </m:sSubPr>
                      <m:e>
                        <m:d>
                          <m:dPr>
                            <m:ctrlPr>
                              <a:rPr lang="es-ES" sz="2400" i="1">
                                <a:solidFill>
                                  <a:srgbClr val="C00000"/>
                                </a:solidFill>
                                <a:latin typeface="Cambria Math" panose="02040503050406030204" pitchFamily="18" charset="0"/>
                              </a:rPr>
                            </m:ctrlPr>
                          </m:dPr>
                          <m:e>
                            <m:r>
                              <a:rPr lang="es-ES" sz="2400" i="1">
                                <a:solidFill>
                                  <a:srgbClr val="C00000"/>
                                </a:solidFill>
                                <a:latin typeface="Cambria Math" panose="02040503050406030204" pitchFamily="18" charset="0"/>
                              </a:rPr>
                              <m:t>0</m:t>
                            </m:r>
                          </m:e>
                        </m:d>
                      </m:e>
                      <m:sub>
                        <m:r>
                          <a:rPr lang="es-ES" sz="2400" i="1">
                            <a:solidFill>
                              <a:srgbClr val="C00000"/>
                            </a:solidFill>
                            <a:latin typeface="Cambria Math" panose="02040503050406030204" pitchFamily="18" charset="0"/>
                          </a:rPr>
                          <m:t>𝐴𝑟𝑖𝑡𝑚𝑒𝑡𝑖𝑐𝑜</m:t>
                        </m:r>
                      </m:sub>
                    </m:sSub>
                    <m:r>
                      <a:rPr lang="es-ES" sz="2400" b="0" i="1" smtClean="0">
                        <a:solidFill>
                          <a:srgbClr val="C00000"/>
                        </a:solidFill>
                        <a:latin typeface="Cambria Math" panose="02040503050406030204" pitchFamily="18" charset="0"/>
                      </a:rPr>
                      <m:t>+</m:t>
                    </m:r>
                    <m:r>
                      <a:rPr lang="es-ES" sz="2400" i="1">
                        <a:solidFill>
                          <a:srgbClr val="C00000"/>
                        </a:solidFill>
                        <a:latin typeface="Cambria Math" panose="02040503050406030204" pitchFamily="18" charset="0"/>
                      </a:rPr>
                      <m:t>𝑉𝑃</m:t>
                    </m:r>
                    <m:sSub>
                      <m:sSubPr>
                        <m:ctrlPr>
                          <a:rPr lang="es-ES" sz="2400" i="1">
                            <a:solidFill>
                              <a:srgbClr val="C00000"/>
                            </a:solidFill>
                            <a:latin typeface="Cambria Math" panose="02040503050406030204" pitchFamily="18" charset="0"/>
                          </a:rPr>
                        </m:ctrlPr>
                      </m:sSubPr>
                      <m:e>
                        <m:d>
                          <m:dPr>
                            <m:ctrlPr>
                              <a:rPr lang="es-ES" sz="2400" i="1">
                                <a:solidFill>
                                  <a:srgbClr val="C00000"/>
                                </a:solidFill>
                                <a:latin typeface="Cambria Math" panose="02040503050406030204" pitchFamily="18" charset="0"/>
                              </a:rPr>
                            </m:ctrlPr>
                          </m:dPr>
                          <m:e>
                            <m:r>
                              <a:rPr lang="es-ES" sz="2400" i="1">
                                <a:solidFill>
                                  <a:srgbClr val="C00000"/>
                                </a:solidFill>
                                <a:latin typeface="Cambria Math" panose="02040503050406030204" pitchFamily="18" charset="0"/>
                              </a:rPr>
                              <m:t>0</m:t>
                            </m:r>
                          </m:e>
                        </m:d>
                      </m:e>
                      <m:sub>
                        <m:r>
                          <a:rPr lang="es-ES" sz="2400" i="1">
                            <a:solidFill>
                              <a:srgbClr val="C00000"/>
                            </a:solidFill>
                            <a:latin typeface="Cambria Math" panose="02040503050406030204" pitchFamily="18" charset="0"/>
                          </a:rPr>
                          <m:t>𝑢𝑛𝑖𝑓𝑜𝑟𝑚𝑒</m:t>
                        </m:r>
                      </m:sub>
                    </m:sSub>
                    <m:r>
                      <a:rPr lang="es-ES" sz="2400" b="0" i="1" smtClean="0">
                        <a:solidFill>
                          <a:srgbClr val="C00000"/>
                        </a:solidFill>
                        <a:latin typeface="Cambria Math" panose="02040503050406030204" pitchFamily="18" charset="0"/>
                      </a:rPr>
                      <m:t>=$404,55</m:t>
                    </m:r>
                  </m:oMath>
                </a14:m>
                <a:r>
                  <a:rPr lang="es-CO" sz="2400">
                    <a:solidFill>
                      <a:srgbClr val="C00000"/>
                    </a:solidFill>
                  </a:rPr>
                  <a:t> </a:t>
                </a:r>
              </a:p>
            </p:txBody>
          </p:sp>
        </mc:Choice>
        <mc:Fallback xmlns="">
          <p:sp>
            <p:nvSpPr>
              <p:cNvPr id="18" name="CuadroTexto 17">
                <a:extLst>
                  <a:ext uri="{FF2B5EF4-FFF2-40B4-BE49-F238E27FC236}">
                    <a16:creationId xmlns:a16="http://schemas.microsoft.com/office/drawing/2014/main" id="{041C0474-C055-6833-1B9B-BC2ECC8DD674}"/>
                  </a:ext>
                </a:extLst>
              </p:cNvPr>
              <p:cNvSpPr txBox="1">
                <a:spLocks noRot="1" noChangeAspect="1" noMove="1" noResize="1" noEditPoints="1" noAdjustHandles="1" noChangeArrowheads="1" noChangeShapeType="1" noTextEdit="1"/>
              </p:cNvSpPr>
              <p:nvPr/>
            </p:nvSpPr>
            <p:spPr>
              <a:xfrm>
                <a:off x="2761241" y="6193612"/>
                <a:ext cx="6669518" cy="398955"/>
              </a:xfrm>
              <a:prstGeom prst="rect">
                <a:avLst/>
              </a:prstGeom>
              <a:blipFill>
                <a:blip r:embed="rId11"/>
                <a:stretch>
                  <a:fillRect l="-1521" b="-28125"/>
                </a:stretch>
              </a:blipFill>
            </p:spPr>
            <p:txBody>
              <a:bodyPr/>
              <a:lstStyle/>
              <a:p>
                <a:r>
                  <a:rPr lang="es-CO">
                    <a:noFill/>
                  </a:rPr>
                  <a:t> </a:t>
                </a:r>
              </a:p>
            </p:txBody>
          </p:sp>
        </mc:Fallback>
      </mc:AlternateContent>
    </p:spTree>
    <p:extLst>
      <p:ext uri="{BB962C8B-B14F-4D97-AF65-F5344CB8AC3E}">
        <p14:creationId xmlns:p14="http://schemas.microsoft.com/office/powerpoint/2010/main" val="244307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8" grpId="0"/>
      <p:bldP spid="39" grpId="0"/>
      <p:bldP spid="52" grpId="0"/>
      <p:bldP spid="53" grpId="0"/>
      <p:bldP spid="54" grpId="0"/>
      <p:bldP spid="55" grpId="0"/>
      <p:bldP spid="56" grpId="0"/>
      <p:bldP spid="62" grpId="0"/>
      <p:bldP spid="8" grpId="0"/>
      <p:bldP spid="12" grpId="0"/>
      <p:bldP spid="1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normAutofit/>
          </a:bodyPr>
          <a:lstStyle/>
          <a:p>
            <a:pPr marL="0" indent="0" algn="just">
              <a:buNone/>
            </a:pPr>
            <a:r>
              <a:rPr lang="es-ES" sz="2400" b="1"/>
              <a:t>Ejemplo 4:</a:t>
            </a:r>
          </a:p>
          <a:p>
            <a:pPr marL="0" indent="0" algn="just">
              <a:buNone/>
            </a:pPr>
            <a:r>
              <a:rPr lang="es-ES" sz="2400"/>
              <a:t>Usted ha adquirido un nuevo empleo cuyo contrato de un año empieza dentro de 6 meses (su primer sueldo lo recibe en el mes 7). La compañía tiene un sueldo base de 200 por mes y una bonificación por fidelidad de 10 por mes. Es decir, por cada mes que usted labore en la compañía recibirá una bonificación de 10. Así las cosas, en el mes 7 recibirá el sueldo base más 10, en el mes 8 recibirá el sueldo base más 20, etc. </a:t>
            </a:r>
          </a:p>
          <a:p>
            <a:pPr marL="0" indent="0" algn="just">
              <a:buNone/>
            </a:pPr>
            <a:r>
              <a:rPr lang="es-ES" sz="2400"/>
              <a:t>Si el costo de oportunidad es del 0,3% mensual, ¿Cuál es el valor presente de sus ingresos sí usted labora un año?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62</a:t>
            </a:fld>
            <a:endParaRPr lang="en-US"/>
          </a:p>
        </p:txBody>
      </p:sp>
      <p:sp>
        <p:nvSpPr>
          <p:cNvPr id="8" name="Title 1">
            <a:extLst>
              <a:ext uri="{FF2B5EF4-FFF2-40B4-BE49-F238E27FC236}">
                <a16:creationId xmlns:a16="http://schemas.microsoft.com/office/drawing/2014/main" id="{1EC2AA47-D7B9-58CC-D036-7E1E47EFF5A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A5EA0D16-E84F-0586-13CE-25BB8A77457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0BBBBD1F-5BA9-9E92-21F7-5E4957037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5286277-93B5-1D5D-A595-67899353222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2940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Marcador de contenido 2"/>
          <p:cNvSpPr>
            <a:spLocks noGrp="1"/>
          </p:cNvSpPr>
          <p:nvPr>
            <p:ph idx="1"/>
          </p:nvPr>
        </p:nvSpPr>
        <p:spPr>
          <a:xfrm>
            <a:off x="581192" y="2070164"/>
            <a:ext cx="7610476" cy="517795"/>
          </a:xfrm>
        </p:spPr>
        <p:txBody>
          <a:bodyPr>
            <a:normAutofit/>
          </a:bodyPr>
          <a:lstStyle/>
          <a:p>
            <a:pPr marL="0" indent="0">
              <a:buNone/>
            </a:pPr>
            <a:r>
              <a:rPr lang="es-ES" sz="2400"/>
              <a:t>¿Cómo plantearía usted el problema?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63</a:t>
            </a:fld>
            <a:endParaRPr lang="en-US"/>
          </a:p>
        </p:txBody>
      </p:sp>
      <p:cxnSp>
        <p:nvCxnSpPr>
          <p:cNvPr id="5" name="Straight Connector 6"/>
          <p:cNvCxnSpPr/>
          <p:nvPr/>
        </p:nvCxnSpPr>
        <p:spPr>
          <a:xfrm>
            <a:off x="2752522" y="5149872"/>
            <a:ext cx="6387689" cy="1282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a:stCxn id="11" idx="0"/>
          </p:cNvCxnSpPr>
          <p:nvPr/>
        </p:nvCxnSpPr>
        <p:spPr>
          <a:xfrm flipV="1">
            <a:off x="5881921" y="4511179"/>
            <a:ext cx="5176" cy="59986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2688400" y="5131921"/>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8" name="Rectangle 36"/>
          <p:cNvSpPr>
            <a:spLocks/>
          </p:cNvSpPr>
          <p:nvPr/>
        </p:nvSpPr>
        <p:spPr bwMode="auto">
          <a:xfrm>
            <a:off x="3298494" y="51070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37"/>
          <p:cNvSpPr>
            <a:spLocks/>
          </p:cNvSpPr>
          <p:nvPr/>
        </p:nvSpPr>
        <p:spPr bwMode="auto">
          <a:xfrm>
            <a:off x="4307614" y="51070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0" name="Rectangle 38"/>
          <p:cNvSpPr>
            <a:spLocks/>
          </p:cNvSpPr>
          <p:nvPr/>
        </p:nvSpPr>
        <p:spPr bwMode="auto">
          <a:xfrm>
            <a:off x="4973556" y="51078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1" name="Rectangle 39"/>
          <p:cNvSpPr>
            <a:spLocks/>
          </p:cNvSpPr>
          <p:nvPr/>
        </p:nvSpPr>
        <p:spPr bwMode="auto">
          <a:xfrm>
            <a:off x="5713391" y="51110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12" name="Rectangle 35"/>
          <p:cNvSpPr>
            <a:spLocks/>
          </p:cNvSpPr>
          <p:nvPr/>
        </p:nvSpPr>
        <p:spPr bwMode="auto">
          <a:xfrm>
            <a:off x="5693942" y="421119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210</a:t>
            </a:r>
          </a:p>
        </p:txBody>
      </p:sp>
      <p:sp>
        <p:nvSpPr>
          <p:cNvPr id="14" name="Rectangle 35"/>
          <p:cNvSpPr>
            <a:spLocks/>
          </p:cNvSpPr>
          <p:nvPr/>
        </p:nvSpPr>
        <p:spPr bwMode="auto">
          <a:xfrm>
            <a:off x="6438394" y="3902022"/>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220</a:t>
            </a:r>
          </a:p>
        </p:txBody>
      </p:sp>
      <p:sp>
        <p:nvSpPr>
          <p:cNvPr id="15" name="Rectangle 35"/>
          <p:cNvSpPr>
            <a:spLocks/>
          </p:cNvSpPr>
          <p:nvPr/>
        </p:nvSpPr>
        <p:spPr bwMode="auto">
          <a:xfrm>
            <a:off x="7183951" y="361588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230</a:t>
            </a:r>
          </a:p>
        </p:txBody>
      </p:sp>
      <p:cxnSp>
        <p:nvCxnSpPr>
          <p:cNvPr id="16" name="Straight Arrow Connector 9"/>
          <p:cNvCxnSpPr>
            <a:stCxn id="30" idx="0"/>
          </p:cNvCxnSpPr>
          <p:nvPr/>
        </p:nvCxnSpPr>
        <p:spPr>
          <a:xfrm flipV="1">
            <a:off x="6600158" y="4192252"/>
            <a:ext cx="16716" cy="92604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a:stCxn id="31" idx="0"/>
          </p:cNvCxnSpPr>
          <p:nvPr/>
        </p:nvCxnSpPr>
        <p:spPr>
          <a:xfrm flipV="1">
            <a:off x="7357946" y="3906340"/>
            <a:ext cx="18362" cy="121196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36"/>
          <p:cNvSpPr>
            <a:spLocks/>
          </p:cNvSpPr>
          <p:nvPr/>
        </p:nvSpPr>
        <p:spPr bwMode="auto">
          <a:xfrm>
            <a:off x="6431628" y="51183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1" name="Rectangle 37"/>
          <p:cNvSpPr>
            <a:spLocks/>
          </p:cNvSpPr>
          <p:nvPr/>
        </p:nvSpPr>
        <p:spPr bwMode="auto">
          <a:xfrm>
            <a:off x="7189416" y="51183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2" name="Rectangle 38"/>
          <p:cNvSpPr>
            <a:spLocks/>
          </p:cNvSpPr>
          <p:nvPr/>
        </p:nvSpPr>
        <p:spPr bwMode="auto">
          <a:xfrm>
            <a:off x="7855358" y="51190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8" name="CuadroTexto 37"/>
          <p:cNvSpPr txBox="1"/>
          <p:nvPr/>
        </p:nvSpPr>
        <p:spPr>
          <a:xfrm flipH="1">
            <a:off x="3741255" y="5028796"/>
            <a:ext cx="372231" cy="400110"/>
          </a:xfrm>
          <a:prstGeom prst="rect">
            <a:avLst/>
          </a:prstGeom>
          <a:noFill/>
        </p:spPr>
        <p:txBody>
          <a:bodyPr wrap="square" rtlCol="0">
            <a:spAutoFit/>
          </a:bodyPr>
          <a:lstStyle/>
          <a:p>
            <a:pPr algn="ctr"/>
            <a:r>
              <a:rPr lang="es-ES" sz="2000"/>
              <a:t>…</a:t>
            </a:r>
          </a:p>
        </p:txBody>
      </p:sp>
      <p:sp>
        <p:nvSpPr>
          <p:cNvPr id="39" name="CuadroTexto 38"/>
          <p:cNvSpPr txBox="1"/>
          <p:nvPr/>
        </p:nvSpPr>
        <p:spPr>
          <a:xfrm flipH="1">
            <a:off x="8404480" y="5018723"/>
            <a:ext cx="372231" cy="400110"/>
          </a:xfrm>
          <a:prstGeom prst="rect">
            <a:avLst/>
          </a:prstGeom>
          <a:noFill/>
        </p:spPr>
        <p:txBody>
          <a:bodyPr wrap="square" rtlCol="0">
            <a:spAutoFit/>
          </a:bodyPr>
          <a:lstStyle/>
          <a:p>
            <a:pPr algn="ctr"/>
            <a:r>
              <a:rPr lang="es-ES" sz="2000"/>
              <a:t>…</a:t>
            </a:r>
          </a:p>
        </p:txBody>
      </p:sp>
      <p:sp>
        <p:nvSpPr>
          <p:cNvPr id="42" name="Rectangle 35"/>
          <p:cNvSpPr>
            <a:spLocks/>
          </p:cNvSpPr>
          <p:nvPr/>
        </p:nvSpPr>
        <p:spPr bwMode="auto">
          <a:xfrm>
            <a:off x="7810731" y="3279122"/>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240</a:t>
            </a:r>
          </a:p>
        </p:txBody>
      </p:sp>
      <p:cxnSp>
        <p:nvCxnSpPr>
          <p:cNvPr id="47" name="Straight Arrow Connector 9"/>
          <p:cNvCxnSpPr>
            <a:cxnSpLocks/>
          </p:cNvCxnSpPr>
          <p:nvPr/>
        </p:nvCxnSpPr>
        <p:spPr>
          <a:xfrm flipV="1">
            <a:off x="8020028" y="3602909"/>
            <a:ext cx="3860" cy="154689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39"/>
          <p:cNvSpPr>
            <a:spLocks/>
          </p:cNvSpPr>
          <p:nvPr/>
        </p:nvSpPr>
        <p:spPr bwMode="auto">
          <a:xfrm>
            <a:off x="8958452" y="511869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18</a:t>
            </a:r>
          </a:p>
        </p:txBody>
      </p:sp>
      <p:sp>
        <p:nvSpPr>
          <p:cNvPr id="55" name="Rectangle 35"/>
          <p:cNvSpPr>
            <a:spLocks/>
          </p:cNvSpPr>
          <p:nvPr/>
        </p:nvSpPr>
        <p:spPr bwMode="auto">
          <a:xfrm>
            <a:off x="8915542" y="300829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320</a:t>
            </a:r>
          </a:p>
        </p:txBody>
      </p:sp>
      <p:cxnSp>
        <p:nvCxnSpPr>
          <p:cNvPr id="60" name="Straight Arrow Connector 9"/>
          <p:cNvCxnSpPr/>
          <p:nvPr/>
        </p:nvCxnSpPr>
        <p:spPr>
          <a:xfrm flipV="1">
            <a:off x="9101563" y="3285291"/>
            <a:ext cx="0" cy="177992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43201CDC-2EBF-F254-76B8-FF8513B656C9}"/>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8" name="Rectángulo 17">
            <a:extLst>
              <a:ext uri="{FF2B5EF4-FFF2-40B4-BE49-F238E27FC236}">
                <a16:creationId xmlns:a16="http://schemas.microsoft.com/office/drawing/2014/main" id="{11CEFD21-C0AC-A740-125A-BA7D85817D1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E95E2AD1-86E1-9089-12FD-B6E406D504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6B7F535A-6405-613E-9AAC-4A50AA9F23F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1920688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64</a:t>
            </a:fld>
            <a:endParaRPr lang="en-US"/>
          </a:p>
        </p:txBody>
      </p:sp>
      <p:cxnSp>
        <p:nvCxnSpPr>
          <p:cNvPr id="5" name="Straight Connector 6"/>
          <p:cNvCxnSpPr/>
          <p:nvPr/>
        </p:nvCxnSpPr>
        <p:spPr>
          <a:xfrm>
            <a:off x="2507791" y="3988324"/>
            <a:ext cx="6387689" cy="1282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5642366" y="334963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2456493" y="4001151"/>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8" name="Rectangle 36"/>
          <p:cNvSpPr>
            <a:spLocks/>
          </p:cNvSpPr>
          <p:nvPr/>
        </p:nvSpPr>
        <p:spPr bwMode="auto">
          <a:xfrm>
            <a:off x="3053763" y="397632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a:t>
            </a:r>
          </a:p>
        </p:txBody>
      </p:sp>
      <p:sp>
        <p:nvSpPr>
          <p:cNvPr id="9" name="Rectangle 37"/>
          <p:cNvSpPr>
            <a:spLocks/>
          </p:cNvSpPr>
          <p:nvPr/>
        </p:nvSpPr>
        <p:spPr bwMode="auto">
          <a:xfrm>
            <a:off x="4062883" y="397632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5</a:t>
            </a:r>
          </a:p>
        </p:txBody>
      </p:sp>
      <p:sp>
        <p:nvSpPr>
          <p:cNvPr id="10" name="Rectangle 38"/>
          <p:cNvSpPr>
            <a:spLocks/>
          </p:cNvSpPr>
          <p:nvPr/>
        </p:nvSpPr>
        <p:spPr bwMode="auto">
          <a:xfrm>
            <a:off x="4728825" y="397704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6</a:t>
            </a:r>
          </a:p>
        </p:txBody>
      </p:sp>
      <p:sp>
        <p:nvSpPr>
          <p:cNvPr id="11" name="Rectangle 39"/>
          <p:cNvSpPr>
            <a:spLocks/>
          </p:cNvSpPr>
          <p:nvPr/>
        </p:nvSpPr>
        <p:spPr bwMode="auto">
          <a:xfrm>
            <a:off x="5468660" y="398027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7</a:t>
            </a:r>
          </a:p>
        </p:txBody>
      </p:sp>
      <p:sp>
        <p:nvSpPr>
          <p:cNvPr id="12" name="Rectangle 35"/>
          <p:cNvSpPr>
            <a:spLocks/>
          </p:cNvSpPr>
          <p:nvPr/>
        </p:nvSpPr>
        <p:spPr bwMode="auto">
          <a:xfrm>
            <a:off x="5296123" y="3080423"/>
            <a:ext cx="69089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200+ 10</a:t>
            </a:r>
          </a:p>
        </p:txBody>
      </p:sp>
      <p:cxnSp>
        <p:nvCxnSpPr>
          <p:cNvPr id="13" name="Straight Arrow Connector 9"/>
          <p:cNvCxnSpPr/>
          <p:nvPr/>
        </p:nvCxnSpPr>
        <p:spPr>
          <a:xfrm flipV="1">
            <a:off x="6372142" y="332041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5923556" y="2771252"/>
            <a:ext cx="92493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200+ 2(10)</a:t>
            </a:r>
          </a:p>
        </p:txBody>
      </p:sp>
      <p:sp>
        <p:nvSpPr>
          <p:cNvPr id="15" name="Rectangle 35"/>
          <p:cNvSpPr>
            <a:spLocks/>
          </p:cNvSpPr>
          <p:nvPr/>
        </p:nvSpPr>
        <p:spPr bwMode="auto">
          <a:xfrm>
            <a:off x="6697967" y="2485113"/>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200+3(10)</a:t>
            </a:r>
          </a:p>
        </p:txBody>
      </p:sp>
      <p:cxnSp>
        <p:nvCxnSpPr>
          <p:cNvPr id="16" name="Straight Arrow Connector 9"/>
          <p:cNvCxnSpPr/>
          <p:nvPr/>
        </p:nvCxnSpPr>
        <p:spPr>
          <a:xfrm flipV="1">
            <a:off x="6372142" y="303070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9"/>
          <p:cNvCxnSpPr/>
          <p:nvPr/>
        </p:nvCxnSpPr>
        <p:spPr>
          <a:xfrm flipV="1">
            <a:off x="7131577" y="332480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9"/>
          <p:cNvCxnSpPr/>
          <p:nvPr/>
        </p:nvCxnSpPr>
        <p:spPr>
          <a:xfrm flipV="1">
            <a:off x="7131577" y="303509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p:nvPr/>
        </p:nvCxnSpPr>
        <p:spPr>
          <a:xfrm flipV="1">
            <a:off x="7131577" y="274479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9"/>
          <p:cNvCxnSpPr/>
          <p:nvPr/>
        </p:nvCxnSpPr>
        <p:spPr>
          <a:xfrm flipV="1">
            <a:off x="5648146" y="3681108"/>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6372142" y="365880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7136247" y="3670743"/>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4" name="Conector recto 23"/>
          <p:cNvCxnSpPr/>
          <p:nvPr/>
        </p:nvCxnSpPr>
        <p:spPr>
          <a:xfrm>
            <a:off x="5642367" y="3629581"/>
            <a:ext cx="3253113"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30" name="Rectangle 36"/>
          <p:cNvSpPr>
            <a:spLocks/>
          </p:cNvSpPr>
          <p:nvPr/>
        </p:nvSpPr>
        <p:spPr bwMode="auto">
          <a:xfrm>
            <a:off x="6186897" y="398753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8</a:t>
            </a:r>
          </a:p>
        </p:txBody>
      </p:sp>
      <p:sp>
        <p:nvSpPr>
          <p:cNvPr id="31" name="Rectangle 37"/>
          <p:cNvSpPr>
            <a:spLocks/>
          </p:cNvSpPr>
          <p:nvPr/>
        </p:nvSpPr>
        <p:spPr bwMode="auto">
          <a:xfrm>
            <a:off x="6944685" y="398753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9</a:t>
            </a:r>
          </a:p>
        </p:txBody>
      </p:sp>
      <p:sp>
        <p:nvSpPr>
          <p:cNvPr id="32" name="Rectangle 38"/>
          <p:cNvSpPr>
            <a:spLocks/>
          </p:cNvSpPr>
          <p:nvPr/>
        </p:nvSpPr>
        <p:spPr bwMode="auto">
          <a:xfrm>
            <a:off x="7610627" y="398825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10</a:t>
            </a:r>
          </a:p>
        </p:txBody>
      </p:sp>
      <p:sp>
        <p:nvSpPr>
          <p:cNvPr id="38" name="CuadroTexto 37"/>
          <p:cNvSpPr txBox="1"/>
          <p:nvPr/>
        </p:nvSpPr>
        <p:spPr>
          <a:xfrm flipH="1">
            <a:off x="3496524" y="3867248"/>
            <a:ext cx="372231" cy="369332"/>
          </a:xfrm>
          <a:prstGeom prst="rect">
            <a:avLst/>
          </a:prstGeom>
          <a:noFill/>
        </p:spPr>
        <p:txBody>
          <a:bodyPr wrap="square" rtlCol="0">
            <a:spAutoFit/>
          </a:bodyPr>
          <a:lstStyle/>
          <a:p>
            <a:pPr algn="ctr"/>
            <a:r>
              <a:rPr lang="es-ES"/>
              <a:t>…</a:t>
            </a:r>
          </a:p>
        </p:txBody>
      </p:sp>
      <p:sp>
        <p:nvSpPr>
          <p:cNvPr id="39" name="CuadroTexto 38"/>
          <p:cNvSpPr txBox="1"/>
          <p:nvPr/>
        </p:nvSpPr>
        <p:spPr>
          <a:xfrm flipH="1">
            <a:off x="8159749" y="3857175"/>
            <a:ext cx="372231" cy="369332"/>
          </a:xfrm>
          <a:prstGeom prst="rect">
            <a:avLst/>
          </a:prstGeom>
          <a:noFill/>
        </p:spPr>
        <p:txBody>
          <a:bodyPr wrap="square" rtlCol="0">
            <a:spAutoFit/>
          </a:bodyPr>
          <a:lstStyle/>
          <a:p>
            <a:pPr algn="ctr"/>
            <a:r>
              <a:rPr lang="es-ES"/>
              <a:t>…</a:t>
            </a:r>
          </a:p>
        </p:txBody>
      </p:sp>
      <p:sp>
        <p:nvSpPr>
          <p:cNvPr id="42" name="Rectangle 35"/>
          <p:cNvSpPr>
            <a:spLocks/>
          </p:cNvSpPr>
          <p:nvPr/>
        </p:nvSpPr>
        <p:spPr bwMode="auto">
          <a:xfrm>
            <a:off x="7324747" y="2148352"/>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200+4(10)</a:t>
            </a:r>
          </a:p>
        </p:txBody>
      </p:sp>
      <p:cxnSp>
        <p:nvCxnSpPr>
          <p:cNvPr id="43" name="Straight Arrow Connector 9"/>
          <p:cNvCxnSpPr/>
          <p:nvPr/>
        </p:nvCxnSpPr>
        <p:spPr>
          <a:xfrm flipV="1">
            <a:off x="7758357" y="331879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9"/>
          <p:cNvCxnSpPr/>
          <p:nvPr/>
        </p:nvCxnSpPr>
        <p:spPr>
          <a:xfrm flipV="1">
            <a:off x="7758357" y="302908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9"/>
          <p:cNvCxnSpPr/>
          <p:nvPr/>
        </p:nvCxnSpPr>
        <p:spPr>
          <a:xfrm flipV="1">
            <a:off x="7758357" y="273878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9"/>
          <p:cNvCxnSpPr/>
          <p:nvPr/>
        </p:nvCxnSpPr>
        <p:spPr>
          <a:xfrm flipV="1">
            <a:off x="7763027" y="366473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9"/>
          <p:cNvCxnSpPr/>
          <p:nvPr/>
        </p:nvCxnSpPr>
        <p:spPr>
          <a:xfrm flipV="1">
            <a:off x="7752021" y="244136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39"/>
          <p:cNvSpPr>
            <a:spLocks/>
          </p:cNvSpPr>
          <p:nvPr/>
        </p:nvSpPr>
        <p:spPr bwMode="auto">
          <a:xfrm>
            <a:off x="8713721" y="398792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18</a:t>
            </a:r>
          </a:p>
        </p:txBody>
      </p:sp>
      <p:sp>
        <p:nvSpPr>
          <p:cNvPr id="55" name="Rectangle 35"/>
          <p:cNvSpPr>
            <a:spLocks/>
          </p:cNvSpPr>
          <p:nvPr/>
        </p:nvSpPr>
        <p:spPr bwMode="auto">
          <a:xfrm>
            <a:off x="8378263" y="1784240"/>
            <a:ext cx="969816"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200+12(10)</a:t>
            </a:r>
          </a:p>
        </p:txBody>
      </p:sp>
      <p:cxnSp>
        <p:nvCxnSpPr>
          <p:cNvPr id="56" name="Straight Arrow Connector 9"/>
          <p:cNvCxnSpPr/>
          <p:nvPr/>
        </p:nvCxnSpPr>
        <p:spPr>
          <a:xfrm flipV="1">
            <a:off x="8869507" y="331879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8869507" y="302908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8874177" y="366473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9"/>
          <p:cNvCxnSpPr/>
          <p:nvPr/>
        </p:nvCxnSpPr>
        <p:spPr>
          <a:xfrm flipV="1">
            <a:off x="8856832" y="207724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1" name="Straight Arrow Connector 9"/>
          <p:cNvCxnSpPr/>
          <p:nvPr/>
        </p:nvCxnSpPr>
        <p:spPr>
          <a:xfrm flipV="1">
            <a:off x="8863724" y="236194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2" name="Rectangle 35"/>
          <p:cNvSpPr>
            <a:spLocks/>
          </p:cNvSpPr>
          <p:nvPr/>
        </p:nvSpPr>
        <p:spPr bwMode="auto">
          <a:xfrm>
            <a:off x="8061105" y="2626001"/>
            <a:ext cx="1576141" cy="389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1600"/>
              <a:t>.</a:t>
            </a:r>
          </a:p>
          <a:p>
            <a:pPr algn="ctr">
              <a:lnSpc>
                <a:spcPct val="50000"/>
              </a:lnSpc>
            </a:pPr>
            <a:r>
              <a:rPr lang="en-US" sz="1600"/>
              <a:t>.</a:t>
            </a:r>
          </a:p>
          <a:p>
            <a:pPr algn="ctr">
              <a:lnSpc>
                <a:spcPct val="50000"/>
              </a:lnSpc>
            </a:pPr>
            <a:r>
              <a:rPr lang="en-US" sz="1600"/>
              <a:t>.</a:t>
            </a:r>
          </a:p>
        </p:txBody>
      </p:sp>
      <p:cxnSp>
        <p:nvCxnSpPr>
          <p:cNvPr id="102" name="Straight Connector 6"/>
          <p:cNvCxnSpPr/>
          <p:nvPr/>
        </p:nvCxnSpPr>
        <p:spPr>
          <a:xfrm>
            <a:off x="2523462" y="6617098"/>
            <a:ext cx="6387689" cy="1282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Arrow Connector 9"/>
          <p:cNvCxnSpPr/>
          <p:nvPr/>
        </p:nvCxnSpPr>
        <p:spPr>
          <a:xfrm flipV="1">
            <a:off x="5658037" y="6097853"/>
            <a:ext cx="0" cy="481084"/>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sp>
        <p:nvSpPr>
          <p:cNvPr id="104" name="Rectangle 35"/>
          <p:cNvSpPr>
            <a:spLocks/>
          </p:cNvSpPr>
          <p:nvPr/>
        </p:nvSpPr>
        <p:spPr bwMode="auto">
          <a:xfrm>
            <a:off x="2472164" y="6629925"/>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105" name="Rectangle 36"/>
          <p:cNvSpPr>
            <a:spLocks/>
          </p:cNvSpPr>
          <p:nvPr/>
        </p:nvSpPr>
        <p:spPr bwMode="auto">
          <a:xfrm>
            <a:off x="3069434" y="660509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a:t>
            </a:r>
          </a:p>
        </p:txBody>
      </p:sp>
      <p:sp>
        <p:nvSpPr>
          <p:cNvPr id="106" name="Rectangle 37"/>
          <p:cNvSpPr>
            <a:spLocks/>
          </p:cNvSpPr>
          <p:nvPr/>
        </p:nvSpPr>
        <p:spPr bwMode="auto">
          <a:xfrm>
            <a:off x="4078554" y="660509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5</a:t>
            </a:r>
          </a:p>
        </p:txBody>
      </p:sp>
      <p:sp>
        <p:nvSpPr>
          <p:cNvPr id="107" name="Rectangle 38"/>
          <p:cNvSpPr>
            <a:spLocks/>
          </p:cNvSpPr>
          <p:nvPr/>
        </p:nvSpPr>
        <p:spPr bwMode="auto">
          <a:xfrm>
            <a:off x="4744496" y="660582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6</a:t>
            </a:r>
          </a:p>
        </p:txBody>
      </p:sp>
      <p:sp>
        <p:nvSpPr>
          <p:cNvPr id="108" name="Rectangle 39"/>
          <p:cNvSpPr>
            <a:spLocks/>
          </p:cNvSpPr>
          <p:nvPr/>
        </p:nvSpPr>
        <p:spPr bwMode="auto">
          <a:xfrm>
            <a:off x="5484331" y="66090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7</a:t>
            </a:r>
          </a:p>
        </p:txBody>
      </p:sp>
      <p:sp>
        <p:nvSpPr>
          <p:cNvPr id="109" name="Rectangle 35"/>
          <p:cNvSpPr>
            <a:spLocks/>
          </p:cNvSpPr>
          <p:nvPr/>
        </p:nvSpPr>
        <p:spPr bwMode="auto">
          <a:xfrm>
            <a:off x="5503352" y="5709197"/>
            <a:ext cx="30777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a:t>
            </a:r>
          </a:p>
        </p:txBody>
      </p:sp>
      <p:cxnSp>
        <p:nvCxnSpPr>
          <p:cNvPr id="110" name="Straight Arrow Connector 9"/>
          <p:cNvCxnSpPr/>
          <p:nvPr/>
        </p:nvCxnSpPr>
        <p:spPr>
          <a:xfrm flipV="1">
            <a:off x="6387813" y="6068633"/>
            <a:ext cx="0" cy="510304"/>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sp>
        <p:nvSpPr>
          <p:cNvPr id="111" name="Rectangle 35"/>
          <p:cNvSpPr>
            <a:spLocks/>
          </p:cNvSpPr>
          <p:nvPr/>
        </p:nvSpPr>
        <p:spPr bwMode="auto">
          <a:xfrm>
            <a:off x="6056246" y="5400026"/>
            <a:ext cx="69089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210+ 10</a:t>
            </a:r>
          </a:p>
        </p:txBody>
      </p:sp>
      <p:sp>
        <p:nvSpPr>
          <p:cNvPr id="112" name="Rectangle 35"/>
          <p:cNvSpPr>
            <a:spLocks/>
          </p:cNvSpPr>
          <p:nvPr/>
        </p:nvSpPr>
        <p:spPr bwMode="auto">
          <a:xfrm>
            <a:off x="6713638" y="5113887"/>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210+2(10)</a:t>
            </a:r>
          </a:p>
        </p:txBody>
      </p:sp>
      <p:cxnSp>
        <p:nvCxnSpPr>
          <p:cNvPr id="113" name="Straight Arrow Connector 9"/>
          <p:cNvCxnSpPr/>
          <p:nvPr/>
        </p:nvCxnSpPr>
        <p:spPr>
          <a:xfrm flipV="1">
            <a:off x="6387813" y="565947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4" name="Straight Arrow Connector 9"/>
          <p:cNvCxnSpPr/>
          <p:nvPr/>
        </p:nvCxnSpPr>
        <p:spPr>
          <a:xfrm flipV="1">
            <a:off x="7147248" y="6073023"/>
            <a:ext cx="0" cy="505914"/>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115" name="Straight Arrow Connector 9"/>
          <p:cNvCxnSpPr/>
          <p:nvPr/>
        </p:nvCxnSpPr>
        <p:spPr>
          <a:xfrm flipV="1">
            <a:off x="7147248" y="566386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6" name="Straight Arrow Connector 9"/>
          <p:cNvCxnSpPr/>
          <p:nvPr/>
        </p:nvCxnSpPr>
        <p:spPr>
          <a:xfrm flipV="1">
            <a:off x="7147248" y="537356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0" name="Conector recto 119"/>
          <p:cNvCxnSpPr/>
          <p:nvPr/>
        </p:nvCxnSpPr>
        <p:spPr>
          <a:xfrm>
            <a:off x="5658038" y="5980525"/>
            <a:ext cx="3253113"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21" name="Rectangle 36"/>
          <p:cNvSpPr>
            <a:spLocks/>
          </p:cNvSpPr>
          <p:nvPr/>
        </p:nvSpPr>
        <p:spPr bwMode="auto">
          <a:xfrm>
            <a:off x="6202568" y="661630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8</a:t>
            </a:r>
          </a:p>
        </p:txBody>
      </p:sp>
      <p:sp>
        <p:nvSpPr>
          <p:cNvPr id="122" name="Rectangle 37"/>
          <p:cNvSpPr>
            <a:spLocks/>
          </p:cNvSpPr>
          <p:nvPr/>
        </p:nvSpPr>
        <p:spPr bwMode="auto">
          <a:xfrm>
            <a:off x="6960356" y="661630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9</a:t>
            </a:r>
          </a:p>
        </p:txBody>
      </p:sp>
      <p:sp>
        <p:nvSpPr>
          <p:cNvPr id="123" name="Rectangle 38"/>
          <p:cNvSpPr>
            <a:spLocks/>
          </p:cNvSpPr>
          <p:nvPr/>
        </p:nvSpPr>
        <p:spPr bwMode="auto">
          <a:xfrm>
            <a:off x="7626298" y="66170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10</a:t>
            </a:r>
          </a:p>
        </p:txBody>
      </p:sp>
      <p:sp>
        <p:nvSpPr>
          <p:cNvPr id="124" name="CuadroTexto 123"/>
          <p:cNvSpPr txBox="1"/>
          <p:nvPr/>
        </p:nvSpPr>
        <p:spPr>
          <a:xfrm flipH="1">
            <a:off x="3512195" y="6496022"/>
            <a:ext cx="372231" cy="369332"/>
          </a:xfrm>
          <a:prstGeom prst="rect">
            <a:avLst/>
          </a:prstGeom>
          <a:noFill/>
        </p:spPr>
        <p:txBody>
          <a:bodyPr wrap="square" rtlCol="0">
            <a:spAutoFit/>
          </a:bodyPr>
          <a:lstStyle/>
          <a:p>
            <a:pPr algn="ctr"/>
            <a:r>
              <a:rPr lang="es-ES"/>
              <a:t>…</a:t>
            </a:r>
          </a:p>
        </p:txBody>
      </p:sp>
      <p:sp>
        <p:nvSpPr>
          <p:cNvPr id="125" name="CuadroTexto 124"/>
          <p:cNvSpPr txBox="1"/>
          <p:nvPr/>
        </p:nvSpPr>
        <p:spPr>
          <a:xfrm flipH="1">
            <a:off x="8175420" y="6485949"/>
            <a:ext cx="372231" cy="369332"/>
          </a:xfrm>
          <a:prstGeom prst="rect">
            <a:avLst/>
          </a:prstGeom>
          <a:noFill/>
        </p:spPr>
        <p:txBody>
          <a:bodyPr wrap="square" rtlCol="0">
            <a:spAutoFit/>
          </a:bodyPr>
          <a:lstStyle/>
          <a:p>
            <a:pPr algn="ctr"/>
            <a:r>
              <a:rPr lang="es-ES"/>
              <a:t>…</a:t>
            </a:r>
          </a:p>
        </p:txBody>
      </p:sp>
      <p:sp>
        <p:nvSpPr>
          <p:cNvPr id="126" name="Rectangle 35"/>
          <p:cNvSpPr>
            <a:spLocks/>
          </p:cNvSpPr>
          <p:nvPr/>
        </p:nvSpPr>
        <p:spPr bwMode="auto">
          <a:xfrm>
            <a:off x="7340418" y="4777126"/>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210+3(10)</a:t>
            </a:r>
          </a:p>
        </p:txBody>
      </p:sp>
      <p:cxnSp>
        <p:nvCxnSpPr>
          <p:cNvPr id="127" name="Straight Arrow Connector 9"/>
          <p:cNvCxnSpPr/>
          <p:nvPr/>
        </p:nvCxnSpPr>
        <p:spPr>
          <a:xfrm flipV="1">
            <a:off x="7774028" y="6067013"/>
            <a:ext cx="0" cy="511925"/>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128" name="Straight Arrow Connector 9"/>
          <p:cNvCxnSpPr/>
          <p:nvPr/>
        </p:nvCxnSpPr>
        <p:spPr>
          <a:xfrm flipV="1">
            <a:off x="7774028" y="565785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9" name="Straight Arrow Connector 9"/>
          <p:cNvCxnSpPr/>
          <p:nvPr/>
        </p:nvCxnSpPr>
        <p:spPr>
          <a:xfrm flipV="1">
            <a:off x="7774028" y="536755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1" name="Straight Arrow Connector 9"/>
          <p:cNvCxnSpPr/>
          <p:nvPr/>
        </p:nvCxnSpPr>
        <p:spPr>
          <a:xfrm flipV="1">
            <a:off x="7767692" y="507013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2" name="Rectangle 39"/>
          <p:cNvSpPr>
            <a:spLocks/>
          </p:cNvSpPr>
          <p:nvPr/>
        </p:nvSpPr>
        <p:spPr bwMode="auto">
          <a:xfrm>
            <a:off x="8729392" y="661669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18</a:t>
            </a:r>
          </a:p>
        </p:txBody>
      </p:sp>
      <p:sp>
        <p:nvSpPr>
          <p:cNvPr id="133" name="Rectangle 35"/>
          <p:cNvSpPr>
            <a:spLocks/>
          </p:cNvSpPr>
          <p:nvPr/>
        </p:nvSpPr>
        <p:spPr bwMode="auto">
          <a:xfrm>
            <a:off x="8393934" y="4413014"/>
            <a:ext cx="969816"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210+11(10)</a:t>
            </a:r>
          </a:p>
        </p:txBody>
      </p:sp>
      <p:cxnSp>
        <p:nvCxnSpPr>
          <p:cNvPr id="134" name="Straight Arrow Connector 9"/>
          <p:cNvCxnSpPr/>
          <p:nvPr/>
        </p:nvCxnSpPr>
        <p:spPr>
          <a:xfrm flipV="1">
            <a:off x="8885178" y="6067013"/>
            <a:ext cx="0" cy="511925"/>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135" name="Straight Arrow Connector 9"/>
          <p:cNvCxnSpPr/>
          <p:nvPr/>
        </p:nvCxnSpPr>
        <p:spPr>
          <a:xfrm flipV="1">
            <a:off x="8885178" y="565785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7" name="Straight Arrow Connector 9"/>
          <p:cNvCxnSpPr/>
          <p:nvPr/>
        </p:nvCxnSpPr>
        <p:spPr>
          <a:xfrm flipV="1">
            <a:off x="8872503" y="470602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8" name="Straight Arrow Connector 9"/>
          <p:cNvCxnSpPr/>
          <p:nvPr/>
        </p:nvCxnSpPr>
        <p:spPr>
          <a:xfrm flipV="1">
            <a:off x="8879395" y="499072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9" name="Rectangle 35"/>
          <p:cNvSpPr>
            <a:spLocks/>
          </p:cNvSpPr>
          <p:nvPr/>
        </p:nvSpPr>
        <p:spPr bwMode="auto">
          <a:xfrm>
            <a:off x="8076776" y="5254775"/>
            <a:ext cx="1576141" cy="389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1600"/>
              <a:t>.</a:t>
            </a:r>
          </a:p>
          <a:p>
            <a:pPr algn="ctr">
              <a:lnSpc>
                <a:spcPct val="50000"/>
              </a:lnSpc>
            </a:pPr>
            <a:r>
              <a:rPr lang="en-US" sz="1600"/>
              <a:t>.</a:t>
            </a:r>
          </a:p>
          <a:p>
            <a:pPr algn="ctr">
              <a:lnSpc>
                <a:spcPct val="50000"/>
              </a:lnSpc>
            </a:pPr>
            <a:r>
              <a:rPr lang="en-US" sz="1600"/>
              <a:t>.</a:t>
            </a:r>
          </a:p>
        </p:txBody>
      </p:sp>
      <p:sp>
        <p:nvSpPr>
          <p:cNvPr id="25" name="Title 1">
            <a:extLst>
              <a:ext uri="{FF2B5EF4-FFF2-40B4-BE49-F238E27FC236}">
                <a16:creationId xmlns:a16="http://schemas.microsoft.com/office/drawing/2014/main" id="{C4C67B8F-F852-CC57-E494-E6EF51E2E895}"/>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26" name="Rectángulo 25">
            <a:extLst>
              <a:ext uri="{FF2B5EF4-FFF2-40B4-BE49-F238E27FC236}">
                <a16:creationId xmlns:a16="http://schemas.microsoft.com/office/drawing/2014/main" id="{335B6EE0-5422-9CBF-B9CB-BA3EBE2329C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7" name="Picture 2" descr="Clientes y aliados | Centro de Evaluación | Uniandes">
            <a:extLst>
              <a:ext uri="{FF2B5EF4-FFF2-40B4-BE49-F238E27FC236}">
                <a16:creationId xmlns:a16="http://schemas.microsoft.com/office/drawing/2014/main" id="{36F18D0E-BDD3-3843-8177-1BE16CA74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8" name="Rectángulo 27">
            <a:extLst>
              <a:ext uri="{FF2B5EF4-FFF2-40B4-BE49-F238E27FC236}">
                <a16:creationId xmlns:a16="http://schemas.microsoft.com/office/drawing/2014/main" id="{DC94D304-A157-895D-11B2-E651352DB2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38821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5" grpId="0"/>
      <p:bldP spid="106" grpId="0"/>
      <p:bldP spid="107" grpId="0"/>
      <p:bldP spid="108" grpId="0"/>
      <p:bldP spid="109" grpId="0"/>
      <p:bldP spid="111" grpId="0"/>
      <p:bldP spid="112" grpId="0"/>
      <p:bldP spid="121" grpId="0"/>
      <p:bldP spid="122" grpId="0"/>
      <p:bldP spid="123" grpId="0"/>
      <p:bldP spid="124" grpId="0"/>
      <p:bldP spid="125" grpId="0"/>
      <p:bldP spid="126" grpId="0"/>
      <p:bldP spid="132" grpId="0"/>
      <p:bldP spid="133" grpId="0"/>
      <p:bldP spid="13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568719" y="2371042"/>
            <a:ext cx="5176980" cy="559133"/>
          </a:xfrm>
        </p:spPr>
        <p:txBody>
          <a:bodyPr>
            <a:normAutofit/>
          </a:bodyPr>
          <a:lstStyle/>
          <a:p>
            <a:pPr marL="0" indent="0">
              <a:buNone/>
            </a:pPr>
            <a:r>
              <a:rPr lang="es-ES" sz="2000"/>
              <a:t>Utilizando la ecuación del gradiente aritmético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65</a:t>
            </a:fld>
            <a:endParaRPr lang="en-US"/>
          </a:p>
        </p:txBody>
      </p:sp>
      <p:cxnSp>
        <p:nvCxnSpPr>
          <p:cNvPr id="5" name="Straight Connector 6"/>
          <p:cNvCxnSpPr>
            <a:stCxn id="10" idx="0"/>
          </p:cNvCxnSpPr>
          <p:nvPr/>
        </p:nvCxnSpPr>
        <p:spPr>
          <a:xfrm>
            <a:off x="1084868" y="3463875"/>
            <a:ext cx="3998124" cy="548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38"/>
          <p:cNvSpPr>
            <a:spLocks/>
          </p:cNvSpPr>
          <p:nvPr/>
        </p:nvSpPr>
        <p:spPr bwMode="auto">
          <a:xfrm>
            <a:off x="916338" y="346387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1" name="Rectangle 39"/>
          <p:cNvSpPr>
            <a:spLocks/>
          </p:cNvSpPr>
          <p:nvPr/>
        </p:nvSpPr>
        <p:spPr bwMode="auto">
          <a:xfrm>
            <a:off x="1656173" y="34671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14" name="Rectangle 35"/>
          <p:cNvSpPr>
            <a:spLocks/>
          </p:cNvSpPr>
          <p:nvPr/>
        </p:nvSpPr>
        <p:spPr bwMode="auto">
          <a:xfrm>
            <a:off x="2436710" y="292097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5" name="Rectangle 35"/>
          <p:cNvSpPr>
            <a:spLocks/>
          </p:cNvSpPr>
          <p:nvPr/>
        </p:nvSpPr>
        <p:spPr bwMode="auto">
          <a:xfrm>
            <a:off x="3034791" y="2634837"/>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2(10)</a:t>
            </a:r>
          </a:p>
        </p:txBody>
      </p:sp>
      <p:cxnSp>
        <p:nvCxnSpPr>
          <p:cNvPr id="16" name="Straight Arrow Connector 9"/>
          <p:cNvCxnSpPr/>
          <p:nvPr/>
        </p:nvCxnSpPr>
        <p:spPr>
          <a:xfrm flipV="1">
            <a:off x="2551071" y="321120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9"/>
          <p:cNvCxnSpPr/>
          <p:nvPr/>
        </p:nvCxnSpPr>
        <p:spPr>
          <a:xfrm flipV="1">
            <a:off x="3310506" y="32155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p:nvPr/>
        </p:nvCxnSpPr>
        <p:spPr>
          <a:xfrm flipV="1">
            <a:off x="3310506" y="292529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36"/>
          <p:cNvSpPr>
            <a:spLocks/>
          </p:cNvSpPr>
          <p:nvPr/>
        </p:nvSpPr>
        <p:spPr bwMode="auto">
          <a:xfrm>
            <a:off x="2374410" y="347435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25" name="Rectangle 37"/>
          <p:cNvSpPr>
            <a:spLocks/>
          </p:cNvSpPr>
          <p:nvPr/>
        </p:nvSpPr>
        <p:spPr bwMode="auto">
          <a:xfrm>
            <a:off x="3132198" y="347435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26" name="Rectangle 38"/>
          <p:cNvSpPr>
            <a:spLocks/>
          </p:cNvSpPr>
          <p:nvPr/>
        </p:nvSpPr>
        <p:spPr bwMode="auto">
          <a:xfrm>
            <a:off x="3798140" y="347508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28" name="CuadroTexto 27"/>
          <p:cNvSpPr txBox="1"/>
          <p:nvPr/>
        </p:nvSpPr>
        <p:spPr>
          <a:xfrm flipH="1">
            <a:off x="4347262" y="3374779"/>
            <a:ext cx="372231" cy="400110"/>
          </a:xfrm>
          <a:prstGeom prst="rect">
            <a:avLst/>
          </a:prstGeom>
          <a:noFill/>
        </p:spPr>
        <p:txBody>
          <a:bodyPr wrap="square" rtlCol="0">
            <a:spAutoFit/>
          </a:bodyPr>
          <a:lstStyle/>
          <a:p>
            <a:pPr algn="ctr"/>
            <a:r>
              <a:rPr lang="es-ES" sz="2000"/>
              <a:t>…</a:t>
            </a:r>
          </a:p>
        </p:txBody>
      </p:sp>
      <p:sp>
        <p:nvSpPr>
          <p:cNvPr id="29" name="Rectangle 35"/>
          <p:cNvSpPr>
            <a:spLocks/>
          </p:cNvSpPr>
          <p:nvPr/>
        </p:nvSpPr>
        <p:spPr bwMode="auto">
          <a:xfrm>
            <a:off x="3661571" y="2298076"/>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3(10)</a:t>
            </a:r>
          </a:p>
        </p:txBody>
      </p:sp>
      <p:cxnSp>
        <p:nvCxnSpPr>
          <p:cNvPr id="31" name="Straight Arrow Connector 9"/>
          <p:cNvCxnSpPr/>
          <p:nvPr/>
        </p:nvCxnSpPr>
        <p:spPr>
          <a:xfrm flipV="1">
            <a:off x="3937286" y="320958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37286" y="291928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9"/>
          <p:cNvCxnSpPr/>
          <p:nvPr/>
        </p:nvCxnSpPr>
        <p:spPr>
          <a:xfrm flipV="1">
            <a:off x="3930950" y="262186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9"/>
          <p:cNvSpPr>
            <a:spLocks/>
          </p:cNvSpPr>
          <p:nvPr/>
        </p:nvSpPr>
        <p:spPr bwMode="auto">
          <a:xfrm>
            <a:off x="4901234" y="34747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18</a:t>
            </a:r>
          </a:p>
        </p:txBody>
      </p:sp>
      <p:sp>
        <p:nvSpPr>
          <p:cNvPr id="36" name="Rectangle 35"/>
          <p:cNvSpPr>
            <a:spLocks/>
          </p:cNvSpPr>
          <p:nvPr/>
        </p:nvSpPr>
        <p:spPr bwMode="auto">
          <a:xfrm>
            <a:off x="4702262" y="1933964"/>
            <a:ext cx="67967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11(10)</a:t>
            </a:r>
          </a:p>
        </p:txBody>
      </p:sp>
      <p:cxnSp>
        <p:nvCxnSpPr>
          <p:cNvPr id="38" name="Straight Arrow Connector 9"/>
          <p:cNvCxnSpPr/>
          <p:nvPr/>
        </p:nvCxnSpPr>
        <p:spPr>
          <a:xfrm flipV="1">
            <a:off x="5037550" y="318781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9"/>
          <p:cNvCxnSpPr/>
          <p:nvPr/>
        </p:nvCxnSpPr>
        <p:spPr>
          <a:xfrm flipV="1">
            <a:off x="5035761" y="262786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5042653" y="291256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Connector 6"/>
          <p:cNvCxnSpPr>
            <a:stCxn id="47" idx="0"/>
          </p:cNvCxnSpPr>
          <p:nvPr/>
        </p:nvCxnSpPr>
        <p:spPr>
          <a:xfrm>
            <a:off x="1020551" y="4885274"/>
            <a:ext cx="3998124" cy="548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Arrow Connector 9"/>
          <p:cNvCxnSpPr/>
          <p:nvPr/>
        </p:nvCxnSpPr>
        <p:spPr>
          <a:xfrm flipV="1">
            <a:off x="1765562" y="4315094"/>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38"/>
          <p:cNvSpPr>
            <a:spLocks/>
          </p:cNvSpPr>
          <p:nvPr/>
        </p:nvSpPr>
        <p:spPr bwMode="auto">
          <a:xfrm>
            <a:off x="852021" y="48852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8" name="Rectangle 39"/>
          <p:cNvSpPr>
            <a:spLocks/>
          </p:cNvSpPr>
          <p:nvPr/>
        </p:nvSpPr>
        <p:spPr bwMode="auto">
          <a:xfrm>
            <a:off x="1591856" y="48885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49" name="Rectangle 35"/>
          <p:cNvSpPr>
            <a:spLocks/>
          </p:cNvSpPr>
          <p:nvPr/>
        </p:nvSpPr>
        <p:spPr bwMode="auto">
          <a:xfrm>
            <a:off x="3212581" y="3988648"/>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210</a:t>
            </a:r>
          </a:p>
        </p:txBody>
      </p:sp>
      <p:cxnSp>
        <p:nvCxnSpPr>
          <p:cNvPr id="50" name="Straight Arrow Connector 9"/>
          <p:cNvCxnSpPr/>
          <p:nvPr/>
        </p:nvCxnSpPr>
        <p:spPr>
          <a:xfrm flipV="1">
            <a:off x="2495338" y="4285874"/>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3254773" y="4290264"/>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1771342" y="462011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2495338" y="459780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3259443" y="460974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Conector recto 59"/>
          <p:cNvCxnSpPr/>
          <p:nvPr/>
        </p:nvCxnSpPr>
        <p:spPr>
          <a:xfrm>
            <a:off x="1765563" y="4290754"/>
            <a:ext cx="3253113"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1" name="Rectangle 36"/>
          <p:cNvSpPr>
            <a:spLocks/>
          </p:cNvSpPr>
          <p:nvPr/>
        </p:nvSpPr>
        <p:spPr bwMode="auto">
          <a:xfrm>
            <a:off x="2310093" y="48957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62" name="Rectangle 37"/>
          <p:cNvSpPr>
            <a:spLocks/>
          </p:cNvSpPr>
          <p:nvPr/>
        </p:nvSpPr>
        <p:spPr bwMode="auto">
          <a:xfrm>
            <a:off x="3067881" y="48957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63" name="Rectangle 38"/>
          <p:cNvSpPr>
            <a:spLocks/>
          </p:cNvSpPr>
          <p:nvPr/>
        </p:nvSpPr>
        <p:spPr bwMode="auto">
          <a:xfrm>
            <a:off x="3733823" y="48964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64" name="CuadroTexto 63"/>
          <p:cNvSpPr txBox="1"/>
          <p:nvPr/>
        </p:nvSpPr>
        <p:spPr>
          <a:xfrm flipH="1">
            <a:off x="4282945" y="4796178"/>
            <a:ext cx="372231" cy="400110"/>
          </a:xfrm>
          <a:prstGeom prst="rect">
            <a:avLst/>
          </a:prstGeom>
          <a:noFill/>
        </p:spPr>
        <p:txBody>
          <a:bodyPr wrap="square" rtlCol="0">
            <a:spAutoFit/>
          </a:bodyPr>
          <a:lstStyle/>
          <a:p>
            <a:pPr algn="ctr"/>
            <a:r>
              <a:rPr lang="es-ES" sz="2000"/>
              <a:t>…</a:t>
            </a:r>
          </a:p>
        </p:txBody>
      </p:sp>
      <p:cxnSp>
        <p:nvCxnSpPr>
          <p:cNvPr id="66" name="Straight Arrow Connector 9"/>
          <p:cNvCxnSpPr/>
          <p:nvPr/>
        </p:nvCxnSpPr>
        <p:spPr>
          <a:xfrm flipV="1">
            <a:off x="3881553" y="4284253"/>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69" name="Straight Arrow Connector 9"/>
          <p:cNvCxnSpPr/>
          <p:nvPr/>
        </p:nvCxnSpPr>
        <p:spPr>
          <a:xfrm flipV="1">
            <a:off x="3886223" y="460373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71" name="Rectangle 39"/>
          <p:cNvSpPr>
            <a:spLocks/>
          </p:cNvSpPr>
          <p:nvPr/>
        </p:nvSpPr>
        <p:spPr bwMode="auto">
          <a:xfrm>
            <a:off x="4836917" y="48961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18</a:t>
            </a:r>
          </a:p>
        </p:txBody>
      </p:sp>
      <p:cxnSp>
        <p:nvCxnSpPr>
          <p:cNvPr id="73" name="Straight Arrow Connector 9"/>
          <p:cNvCxnSpPr/>
          <p:nvPr/>
        </p:nvCxnSpPr>
        <p:spPr>
          <a:xfrm flipV="1">
            <a:off x="4992703" y="4306022"/>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75" name="Straight Arrow Connector 9"/>
          <p:cNvCxnSpPr/>
          <p:nvPr/>
        </p:nvCxnSpPr>
        <p:spPr>
          <a:xfrm flipV="1">
            <a:off x="4997373" y="4625504"/>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79" name="Marcador de contenido 2"/>
          <p:cNvSpPr txBox="1">
            <a:spLocks/>
          </p:cNvSpPr>
          <p:nvPr/>
        </p:nvSpPr>
        <p:spPr>
          <a:xfrm>
            <a:off x="6083175" y="4290264"/>
            <a:ext cx="5878285" cy="628534"/>
          </a:xfrm>
          <a:prstGeom prst="rect">
            <a:avLst/>
          </a:prstGeom>
        </p:spPr>
        <p:txBody>
          <a:bodyPr vert="horz" lIns="91440" tIns="45720" rIns="91440" bIns="45720" rtlCol="0">
            <a:normAutofit fontScale="92500"/>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None/>
            </a:pPr>
            <a:r>
              <a:rPr lang="es-ES"/>
              <a:t>Utilizando la ecuación de anualidades o cuotas uniformes</a:t>
            </a:r>
          </a:p>
          <a:p>
            <a:endParaRPr lang="es-ES"/>
          </a:p>
        </p:txBody>
      </p:sp>
      <p:sp>
        <p:nvSpPr>
          <p:cNvPr id="51" name="Marcador de contenido 2"/>
          <p:cNvSpPr txBox="1">
            <a:spLocks/>
          </p:cNvSpPr>
          <p:nvPr/>
        </p:nvSpPr>
        <p:spPr>
          <a:xfrm>
            <a:off x="520194" y="5631988"/>
            <a:ext cx="5224007" cy="413762"/>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a:t>Se calcula el valor total en el periodo 6</a:t>
            </a:r>
          </a:p>
        </p:txBody>
      </p:sp>
      <p:pic>
        <p:nvPicPr>
          <p:cNvPr id="12" name="Imagen 11"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0736" y="2954028"/>
            <a:ext cx="2594338" cy="427303"/>
          </a:xfrm>
          <a:prstGeom prst="rect">
            <a:avLst/>
          </a:prstGeom>
        </p:spPr>
      </p:pic>
      <p:pic>
        <p:nvPicPr>
          <p:cNvPr id="13" name="Imagen 1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2324" y="4750823"/>
            <a:ext cx="2797820" cy="413762"/>
          </a:xfrm>
          <a:prstGeom prst="rect">
            <a:avLst/>
          </a:prstGeom>
        </p:spPr>
      </p:pic>
      <p:pic>
        <p:nvPicPr>
          <p:cNvPr id="23" name="Imagen 2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943" y="6199258"/>
            <a:ext cx="4419522" cy="391210"/>
          </a:xfrm>
          <a:prstGeom prst="rect">
            <a:avLst/>
          </a:prstGeom>
        </p:spPr>
      </p:pic>
      <p:pic>
        <p:nvPicPr>
          <p:cNvPr id="27" name="Imagen 26"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0184" y="6056151"/>
            <a:ext cx="3338145" cy="677423"/>
          </a:xfrm>
          <a:prstGeom prst="rect">
            <a:avLst/>
          </a:prstGeom>
        </p:spPr>
      </p:pic>
      <p:sp>
        <p:nvSpPr>
          <p:cNvPr id="8" name="Title 1">
            <a:extLst>
              <a:ext uri="{FF2B5EF4-FFF2-40B4-BE49-F238E27FC236}">
                <a16:creationId xmlns:a16="http://schemas.microsoft.com/office/drawing/2014/main" id="{34B09AC1-78B6-92E4-1484-89B35ED420E6}"/>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A692100A-FA11-732D-F602-D0E25DB43E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EBDA7728-48C2-F3DC-11F7-BD5D23A3EB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DED22A93-0752-4848-AE78-5C6734900BA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Arrow Connector 9">
            <a:extLst>
              <a:ext uri="{FF2B5EF4-FFF2-40B4-BE49-F238E27FC236}">
                <a16:creationId xmlns:a16="http://schemas.microsoft.com/office/drawing/2014/main" id="{D3AC248D-42F9-FA09-0E72-0CF42CB96225}"/>
              </a:ext>
            </a:extLst>
          </p:cNvPr>
          <p:cNvCxnSpPr/>
          <p:nvPr/>
        </p:nvCxnSpPr>
        <p:spPr>
          <a:xfrm flipV="1">
            <a:off x="5035758" y="234483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 name="Rectángulo 5">
            <a:extLst>
              <a:ext uri="{FF2B5EF4-FFF2-40B4-BE49-F238E27FC236}">
                <a16:creationId xmlns:a16="http://schemas.microsoft.com/office/drawing/2014/main" id="{3072DAC7-41DF-24FB-A3E4-08C801DACC2A}"/>
              </a:ext>
            </a:extLst>
          </p:cNvPr>
          <p:cNvSpPr/>
          <p:nvPr/>
        </p:nvSpPr>
        <p:spPr>
          <a:xfrm>
            <a:off x="581191" y="3875539"/>
            <a:ext cx="11030400" cy="75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C2D2D7A4-940B-C43F-353B-5C17500FBFFB}"/>
              </a:ext>
            </a:extLst>
          </p:cNvPr>
          <p:cNvSpPr/>
          <p:nvPr/>
        </p:nvSpPr>
        <p:spPr>
          <a:xfrm>
            <a:off x="581191" y="5432180"/>
            <a:ext cx="11030400" cy="75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53237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66</a:t>
            </a:fld>
            <a:endParaRPr lang="en-US"/>
          </a:p>
        </p:txBody>
      </p:sp>
      <p:cxnSp>
        <p:nvCxnSpPr>
          <p:cNvPr id="5" name="Straight Connector 6"/>
          <p:cNvCxnSpPr>
            <a:stCxn id="15" idx="0"/>
          </p:cNvCxnSpPr>
          <p:nvPr/>
        </p:nvCxnSpPr>
        <p:spPr>
          <a:xfrm>
            <a:off x="3522148" y="3535464"/>
            <a:ext cx="4993456" cy="477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11"/>
          <p:cNvCxnSpPr/>
          <p:nvPr/>
        </p:nvCxnSpPr>
        <p:spPr>
          <a:xfrm flipV="1">
            <a:off x="4597807" y="3038795"/>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2"/>
          <p:cNvCxnSpPr/>
          <p:nvPr/>
        </p:nvCxnSpPr>
        <p:spPr>
          <a:xfrm flipV="1">
            <a:off x="5657281" y="292333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3"/>
          <p:cNvCxnSpPr/>
          <p:nvPr/>
        </p:nvCxnSpPr>
        <p:spPr>
          <a:xfrm flipV="1">
            <a:off x="6663143" y="2756574"/>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3009133" y="3199164"/>
            <a:ext cx="6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endParaRPr lang="en-US" sz="1600"/>
          </a:p>
        </p:txBody>
      </p:sp>
      <p:sp>
        <p:nvSpPr>
          <p:cNvPr id="15" name="Rectangle 36"/>
          <p:cNvSpPr>
            <a:spLocks/>
          </p:cNvSpPr>
          <p:nvPr/>
        </p:nvSpPr>
        <p:spPr bwMode="auto">
          <a:xfrm>
            <a:off x="3353618"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6" name="Rectangle 37"/>
          <p:cNvSpPr>
            <a:spLocks/>
          </p:cNvSpPr>
          <p:nvPr/>
        </p:nvSpPr>
        <p:spPr bwMode="auto">
          <a:xfrm>
            <a:off x="4442106"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7" name="Rectangle 38"/>
          <p:cNvSpPr>
            <a:spLocks/>
          </p:cNvSpPr>
          <p:nvPr/>
        </p:nvSpPr>
        <p:spPr bwMode="auto">
          <a:xfrm>
            <a:off x="5501580"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8" name="Rectangle 39"/>
          <p:cNvSpPr>
            <a:spLocks/>
          </p:cNvSpPr>
          <p:nvPr/>
        </p:nvSpPr>
        <p:spPr bwMode="auto">
          <a:xfrm>
            <a:off x="6507442" y="356587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42"/>
          <p:cNvSpPr>
            <a:spLocks/>
          </p:cNvSpPr>
          <p:nvPr/>
        </p:nvSpPr>
        <p:spPr bwMode="auto">
          <a:xfrm>
            <a:off x="645894" y="1988979"/>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a:solidFill>
                  <a:srgbClr val="800000"/>
                </a:solidFill>
              </a:rPr>
              <a:t>CODENSA</a:t>
            </a:r>
          </a:p>
        </p:txBody>
      </p:sp>
      <p:sp>
        <p:nvSpPr>
          <p:cNvPr id="62" name="Rectangle 35"/>
          <p:cNvSpPr>
            <a:spLocks/>
          </p:cNvSpPr>
          <p:nvPr/>
        </p:nvSpPr>
        <p:spPr bwMode="auto">
          <a:xfrm>
            <a:off x="4418850" y="2743375"/>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0,13</a:t>
            </a:r>
          </a:p>
        </p:txBody>
      </p:sp>
      <p:sp>
        <p:nvSpPr>
          <p:cNvPr id="63" name="Rectangle 35"/>
          <p:cNvSpPr>
            <a:spLocks/>
          </p:cNvSpPr>
          <p:nvPr/>
        </p:nvSpPr>
        <p:spPr bwMode="auto">
          <a:xfrm>
            <a:off x="5475357" y="2620264"/>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0,16</a:t>
            </a:r>
          </a:p>
        </p:txBody>
      </p:sp>
      <p:sp>
        <p:nvSpPr>
          <p:cNvPr id="64" name="Rectangle 35"/>
          <p:cNvSpPr>
            <a:spLocks/>
          </p:cNvSpPr>
          <p:nvPr/>
        </p:nvSpPr>
        <p:spPr bwMode="auto">
          <a:xfrm>
            <a:off x="6478252" y="2482073"/>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0,19</a:t>
            </a:r>
          </a:p>
        </p:txBody>
      </p:sp>
      <p:cxnSp>
        <p:nvCxnSpPr>
          <p:cNvPr id="26" name="Straight Connector 6"/>
          <p:cNvCxnSpPr>
            <a:stCxn id="33" idx="0"/>
          </p:cNvCxnSpPr>
          <p:nvPr/>
        </p:nvCxnSpPr>
        <p:spPr>
          <a:xfrm>
            <a:off x="3512237" y="5525917"/>
            <a:ext cx="4847664" cy="307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11"/>
          <p:cNvCxnSpPr>
            <a:cxnSpLocks/>
          </p:cNvCxnSpPr>
          <p:nvPr/>
        </p:nvCxnSpPr>
        <p:spPr>
          <a:xfrm flipV="1">
            <a:off x="4587896"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12"/>
          <p:cNvCxnSpPr>
            <a:cxnSpLocks/>
          </p:cNvCxnSpPr>
          <p:nvPr/>
        </p:nvCxnSpPr>
        <p:spPr>
          <a:xfrm flipV="1">
            <a:off x="5647370"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13"/>
          <p:cNvCxnSpPr>
            <a:cxnSpLocks/>
          </p:cNvCxnSpPr>
          <p:nvPr/>
        </p:nvCxnSpPr>
        <p:spPr>
          <a:xfrm flipV="1">
            <a:off x="6653232"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36"/>
          <p:cNvSpPr>
            <a:spLocks/>
          </p:cNvSpPr>
          <p:nvPr/>
        </p:nvSpPr>
        <p:spPr bwMode="auto">
          <a:xfrm>
            <a:off x="3343707"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4" name="Rectangle 37"/>
          <p:cNvSpPr>
            <a:spLocks/>
          </p:cNvSpPr>
          <p:nvPr/>
        </p:nvSpPr>
        <p:spPr bwMode="auto">
          <a:xfrm>
            <a:off x="4432195"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5" name="Rectangle 38"/>
          <p:cNvSpPr>
            <a:spLocks/>
          </p:cNvSpPr>
          <p:nvPr/>
        </p:nvSpPr>
        <p:spPr bwMode="auto">
          <a:xfrm>
            <a:off x="5491669" y="55398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6" name="Rectangle 39"/>
          <p:cNvSpPr>
            <a:spLocks/>
          </p:cNvSpPr>
          <p:nvPr/>
        </p:nvSpPr>
        <p:spPr bwMode="auto">
          <a:xfrm>
            <a:off x="6497531" y="55563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8" name="Rectangle 42"/>
          <p:cNvSpPr>
            <a:spLocks/>
          </p:cNvSpPr>
          <p:nvPr/>
        </p:nvSpPr>
        <p:spPr bwMode="auto">
          <a:xfrm>
            <a:off x="641965" y="4004014"/>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a:solidFill>
                  <a:srgbClr val="800000"/>
                </a:solidFill>
              </a:rPr>
              <a:t>Propuesta</a:t>
            </a:r>
          </a:p>
        </p:txBody>
      </p:sp>
      <p:sp>
        <p:nvSpPr>
          <p:cNvPr id="40" name="Rectangle 35"/>
          <p:cNvSpPr>
            <a:spLocks/>
          </p:cNvSpPr>
          <p:nvPr/>
        </p:nvSpPr>
        <p:spPr bwMode="auto">
          <a:xfrm>
            <a:off x="5554687" y="4613684"/>
            <a:ext cx="108262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0,13 + A</a:t>
            </a:r>
          </a:p>
        </p:txBody>
      </p:sp>
      <p:sp>
        <p:nvSpPr>
          <p:cNvPr id="37" name="Rectangle 39"/>
          <p:cNvSpPr>
            <a:spLocks/>
          </p:cNvSpPr>
          <p:nvPr/>
        </p:nvSpPr>
        <p:spPr bwMode="auto">
          <a:xfrm>
            <a:off x="7449375"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41" name="Straight Arrow Connector 13"/>
          <p:cNvCxnSpPr/>
          <p:nvPr/>
        </p:nvCxnSpPr>
        <p:spPr>
          <a:xfrm flipV="1">
            <a:off x="7622241" y="2512851"/>
            <a:ext cx="0" cy="107822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35"/>
          <p:cNvSpPr>
            <a:spLocks/>
          </p:cNvSpPr>
          <p:nvPr/>
        </p:nvSpPr>
        <p:spPr bwMode="auto">
          <a:xfrm>
            <a:off x="7421290" y="2161372"/>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0,22</a:t>
            </a:r>
          </a:p>
        </p:txBody>
      </p:sp>
      <p:cxnSp>
        <p:nvCxnSpPr>
          <p:cNvPr id="43" name="Straight Arrow Connector 13"/>
          <p:cNvCxnSpPr>
            <a:cxnSpLocks/>
          </p:cNvCxnSpPr>
          <p:nvPr/>
        </p:nvCxnSpPr>
        <p:spPr>
          <a:xfrm flipV="1">
            <a:off x="7436544"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39"/>
          <p:cNvSpPr>
            <a:spLocks/>
          </p:cNvSpPr>
          <p:nvPr/>
        </p:nvSpPr>
        <p:spPr bwMode="auto">
          <a:xfrm>
            <a:off x="7250850" y="559059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9" name="Rectangle 39"/>
          <p:cNvSpPr>
            <a:spLocks/>
          </p:cNvSpPr>
          <p:nvPr/>
        </p:nvSpPr>
        <p:spPr bwMode="auto">
          <a:xfrm>
            <a:off x="8269223" y="35494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48" name="Straight Arrow Connector 13"/>
          <p:cNvCxnSpPr/>
          <p:nvPr/>
        </p:nvCxnSpPr>
        <p:spPr>
          <a:xfrm flipV="1">
            <a:off x="8437753" y="2192150"/>
            <a:ext cx="0" cy="13673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9" name="Rectangle 35"/>
          <p:cNvSpPr>
            <a:spLocks/>
          </p:cNvSpPr>
          <p:nvPr/>
        </p:nvSpPr>
        <p:spPr bwMode="auto">
          <a:xfrm>
            <a:off x="8217340" y="1874891"/>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0,25</a:t>
            </a:r>
          </a:p>
        </p:txBody>
      </p:sp>
      <p:sp>
        <p:nvSpPr>
          <p:cNvPr id="50" name="Rectangle 39"/>
          <p:cNvSpPr>
            <a:spLocks/>
          </p:cNvSpPr>
          <p:nvPr/>
        </p:nvSpPr>
        <p:spPr bwMode="auto">
          <a:xfrm>
            <a:off x="8100693" y="55869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51" name="Straight Arrow Connector 13"/>
          <p:cNvCxnSpPr>
            <a:cxnSpLocks/>
          </p:cNvCxnSpPr>
          <p:nvPr/>
        </p:nvCxnSpPr>
        <p:spPr>
          <a:xfrm flipV="1">
            <a:off x="8290296" y="5018533"/>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13"/>
          <p:cNvCxnSpPr>
            <a:cxnSpLocks/>
          </p:cNvCxnSpPr>
          <p:nvPr/>
        </p:nvCxnSpPr>
        <p:spPr>
          <a:xfrm>
            <a:off x="4589780" y="5037826"/>
            <a:ext cx="3700516" cy="0"/>
          </a:xfrm>
          <a:prstGeom prst="straightConnector1">
            <a:avLst/>
          </a:prstGeom>
          <a:ln>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6EA9BBBB-473A-B958-CE5E-AF61DCE35537}"/>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1" name="Rectángulo 10">
            <a:extLst>
              <a:ext uri="{FF2B5EF4-FFF2-40B4-BE49-F238E27FC236}">
                <a16:creationId xmlns:a16="http://schemas.microsoft.com/office/drawing/2014/main" id="{819C6ADD-8278-28D9-2EC0-BA930AB5555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17D56E0-CB67-DA70-93AD-4C62D46EE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9868AF06-2D3A-7E4D-2D44-B39822D6CB3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550272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nodePh="1">
                                  <p:stCondLst>
                                    <p:cond delay="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fade">
                                      <p:cBhvr>
                                        <p:cTn id="40" dur="500"/>
                                        <p:tgtEl>
                                          <p:spTgt spid="6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fade">
                                      <p:cBhvr>
                                        <p:cTn id="43" dur="500"/>
                                        <p:tgtEl>
                                          <p:spTgt spid="6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par>
                                <p:cTn id="53" presetID="10"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5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500"/>
                                        <p:tgtEl>
                                          <p:spTgt spid="3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5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0"/>
                                        <p:tgtEl>
                                          <p:spTgt spid="3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500"/>
                                        <p:tgtEl>
                                          <p:spTgt spid="3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par>
                                <p:cTn id="94" presetID="10" presetClass="entr" presetSubtype="0" fill="hold"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fade">
                                      <p:cBhvr>
                                        <p:cTn id="96" dur="500"/>
                                        <p:tgtEl>
                                          <p:spTgt spid="4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fade">
                                      <p:cBhvr>
                                        <p:cTn id="99" dur="500"/>
                                        <p:tgtEl>
                                          <p:spTgt spid="4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500"/>
                                        <p:tgtEl>
                                          <p:spTgt spid="50"/>
                                        </p:tgtEl>
                                      </p:cBhvr>
                                    </p:animEffect>
                                  </p:childTnLst>
                                </p:cTn>
                              </p:par>
                              <p:par>
                                <p:cTn id="103" presetID="10" presetClass="entr" presetSubtype="0" fill="hold" nodeType="with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500"/>
                                        <p:tgtEl>
                                          <p:spTgt spid="51"/>
                                        </p:tgtEl>
                                      </p:cBhvr>
                                    </p:animEffect>
                                  </p:childTnLst>
                                </p:cTn>
                              </p:par>
                              <p:par>
                                <p:cTn id="106" presetID="10" presetClass="entr" presetSubtype="0" fill="hold" nodeType="withEffect">
                                  <p:stCondLst>
                                    <p:cond delay="0"/>
                                  </p:stCondLst>
                                  <p:childTnLst>
                                    <p:set>
                                      <p:cBhvr>
                                        <p:cTn id="107" dur="1" fill="hold">
                                          <p:stCondLst>
                                            <p:cond delay="0"/>
                                          </p:stCondLst>
                                        </p:cTn>
                                        <p:tgtEl>
                                          <p:spTgt spid="53"/>
                                        </p:tgtEl>
                                        <p:attrNameLst>
                                          <p:attrName>style.visibility</p:attrName>
                                        </p:attrNameLst>
                                      </p:cBhvr>
                                      <p:to>
                                        <p:strVal val="visible"/>
                                      </p:to>
                                    </p:set>
                                    <p:animEffect transition="in" filter="fade">
                                      <p:cBhvr>
                                        <p:cTn id="10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21" grpId="0"/>
      <p:bldP spid="62" grpId="0"/>
      <p:bldP spid="63" grpId="0"/>
      <p:bldP spid="64" grpId="0"/>
      <p:bldP spid="33" grpId="0"/>
      <p:bldP spid="34" grpId="0"/>
      <p:bldP spid="35" grpId="0"/>
      <p:bldP spid="36" grpId="0"/>
      <p:bldP spid="38" grpId="0"/>
      <p:bldP spid="40" grpId="0"/>
      <p:bldP spid="37" grpId="0"/>
      <p:bldP spid="42" grpId="0"/>
      <p:bldP spid="45" grpId="0"/>
      <p:bldP spid="39" grpId="0"/>
      <p:bldP spid="49" grpId="0"/>
      <p:bldP spid="5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38392"/>
            <a:ext cx="11029616" cy="3616272"/>
          </a:xfrm>
        </p:spPr>
        <p:txBody>
          <a:bodyPr>
            <a:normAutofit/>
          </a:bodyPr>
          <a:lstStyle/>
          <a:p>
            <a:pPr marL="0" indent="0" algn="just">
              <a:buNone/>
            </a:pPr>
            <a:r>
              <a:rPr lang="es-ES" sz="2400" b="1"/>
              <a:t>Ejemplo 5:</a:t>
            </a:r>
          </a:p>
          <a:p>
            <a:pPr algn="just">
              <a:buFont typeface="Arial" panose="020B0604020202020204" pitchFamily="34" charset="0"/>
              <a:buChar char="•"/>
            </a:pPr>
            <a:r>
              <a:rPr lang="es-ES" sz="2400"/>
              <a:t>El gobierno ha  establecido una política de fijación de tarifas de servicios públicos para los próximos 5 años. El costo por </a:t>
            </a:r>
            <a:r>
              <a:rPr lang="es-ES" sz="2400" err="1"/>
              <a:t>kwh</a:t>
            </a:r>
            <a:r>
              <a:rPr lang="es-ES" sz="2400"/>
              <a:t> definido para el próximo año es de $0.13. A partir del año 2, CODENSA  quiere aumentar la tarifa de manera anual en $0.03 por </a:t>
            </a:r>
            <a:r>
              <a:rPr lang="es-ES" sz="2400" err="1"/>
              <a:t>kwh</a:t>
            </a:r>
            <a:r>
              <a:rPr lang="es-ES" sz="2400"/>
              <a:t>. Suponga una tasa de descuento del 8% E.A.</a:t>
            </a:r>
          </a:p>
          <a:p>
            <a:pPr algn="just">
              <a:buFont typeface="Arial" panose="020B0604020202020204" pitchFamily="34" charset="0"/>
              <a:buChar char="•"/>
            </a:pPr>
            <a:r>
              <a:rPr lang="es-ES" sz="2400"/>
              <a:t>Usted cree que aumentar la tarifa cada año no es “lo más adecuado políticamente”. En cambio, usted prefiere decretar un único aumento. ¿Cuál debería ser el aumento de la tarifa que es equivalente a la propuesta de CODENSA?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67</a:t>
            </a:fld>
            <a:endParaRPr lang="en-US"/>
          </a:p>
        </p:txBody>
      </p:sp>
      <p:sp>
        <p:nvSpPr>
          <p:cNvPr id="8" name="Title 1">
            <a:extLst>
              <a:ext uri="{FF2B5EF4-FFF2-40B4-BE49-F238E27FC236}">
                <a16:creationId xmlns:a16="http://schemas.microsoft.com/office/drawing/2014/main" id="{EC178220-0C50-BB25-6400-68E8BE0EC96F}"/>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84809751-B0AA-6D6A-C721-7FD5B27DEAF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3AE6FFD0-D2D6-1CBD-80AA-0B7B2CD5E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87C8CCF-2415-41D1-AC55-AA9A0F2684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245708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29486-B14E-1481-53D1-0F920DD245AA}"/>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43D7527-FBA1-27D8-D049-C4DA35B17E30}"/>
              </a:ext>
            </a:extLst>
          </p:cNvPr>
          <p:cNvSpPr>
            <a:spLocks noGrp="1"/>
          </p:cNvSpPr>
          <p:nvPr>
            <p:ph type="sldNum" sz="quarter" idx="12"/>
          </p:nvPr>
        </p:nvSpPr>
        <p:spPr/>
        <p:txBody>
          <a:bodyPr/>
          <a:lstStyle/>
          <a:p>
            <a:fld id="{5E3E23BA-6E79-2442-BA73-D218A5E297C3}" type="slidenum">
              <a:rPr lang="en-US" smtClean="0"/>
              <a:t>68</a:t>
            </a:fld>
            <a:endParaRPr lang="en-US"/>
          </a:p>
        </p:txBody>
      </p:sp>
      <p:cxnSp>
        <p:nvCxnSpPr>
          <p:cNvPr id="5" name="Straight Connector 6">
            <a:extLst>
              <a:ext uri="{FF2B5EF4-FFF2-40B4-BE49-F238E27FC236}">
                <a16:creationId xmlns:a16="http://schemas.microsoft.com/office/drawing/2014/main" id="{2851CCB4-3C49-5DAF-422F-856DAB767C97}"/>
              </a:ext>
            </a:extLst>
          </p:cNvPr>
          <p:cNvCxnSpPr>
            <a:stCxn id="15" idx="0"/>
          </p:cNvCxnSpPr>
          <p:nvPr/>
        </p:nvCxnSpPr>
        <p:spPr>
          <a:xfrm>
            <a:off x="3522148" y="3535464"/>
            <a:ext cx="4993456" cy="477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11">
            <a:extLst>
              <a:ext uri="{FF2B5EF4-FFF2-40B4-BE49-F238E27FC236}">
                <a16:creationId xmlns:a16="http://schemas.microsoft.com/office/drawing/2014/main" id="{BF9BCF05-53B1-056E-EE5C-1AF7E2EC4D39}"/>
              </a:ext>
            </a:extLst>
          </p:cNvPr>
          <p:cNvCxnSpPr/>
          <p:nvPr/>
        </p:nvCxnSpPr>
        <p:spPr>
          <a:xfrm flipV="1">
            <a:off x="4597807" y="3038795"/>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2">
            <a:extLst>
              <a:ext uri="{FF2B5EF4-FFF2-40B4-BE49-F238E27FC236}">
                <a16:creationId xmlns:a16="http://schemas.microsoft.com/office/drawing/2014/main" id="{F1016B88-FE17-AE67-7132-9C2745486846}"/>
              </a:ext>
            </a:extLst>
          </p:cNvPr>
          <p:cNvCxnSpPr/>
          <p:nvPr/>
        </p:nvCxnSpPr>
        <p:spPr>
          <a:xfrm flipV="1">
            <a:off x="5657281" y="292333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3">
            <a:extLst>
              <a:ext uri="{FF2B5EF4-FFF2-40B4-BE49-F238E27FC236}">
                <a16:creationId xmlns:a16="http://schemas.microsoft.com/office/drawing/2014/main" id="{03D4E92A-66C9-7013-CD07-96F33ED04FE0}"/>
              </a:ext>
            </a:extLst>
          </p:cNvPr>
          <p:cNvCxnSpPr/>
          <p:nvPr/>
        </p:nvCxnSpPr>
        <p:spPr>
          <a:xfrm flipV="1">
            <a:off x="6663143" y="2756574"/>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a:extLst>
              <a:ext uri="{FF2B5EF4-FFF2-40B4-BE49-F238E27FC236}">
                <a16:creationId xmlns:a16="http://schemas.microsoft.com/office/drawing/2014/main" id="{1E38313D-76A3-4E40-4F6A-86E3A4F9972A}"/>
              </a:ext>
            </a:extLst>
          </p:cNvPr>
          <p:cNvSpPr>
            <a:spLocks/>
          </p:cNvSpPr>
          <p:nvPr/>
        </p:nvSpPr>
        <p:spPr bwMode="auto">
          <a:xfrm>
            <a:off x="3009133" y="3199164"/>
            <a:ext cx="6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endParaRPr lang="en-US" sz="1600"/>
          </a:p>
        </p:txBody>
      </p:sp>
      <p:sp>
        <p:nvSpPr>
          <p:cNvPr id="15" name="Rectangle 36">
            <a:extLst>
              <a:ext uri="{FF2B5EF4-FFF2-40B4-BE49-F238E27FC236}">
                <a16:creationId xmlns:a16="http://schemas.microsoft.com/office/drawing/2014/main" id="{F7897B28-6ACD-5044-DF2E-299B01637988}"/>
              </a:ext>
            </a:extLst>
          </p:cNvPr>
          <p:cNvSpPr>
            <a:spLocks/>
          </p:cNvSpPr>
          <p:nvPr/>
        </p:nvSpPr>
        <p:spPr bwMode="auto">
          <a:xfrm>
            <a:off x="3353618"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6" name="Rectangle 37">
            <a:extLst>
              <a:ext uri="{FF2B5EF4-FFF2-40B4-BE49-F238E27FC236}">
                <a16:creationId xmlns:a16="http://schemas.microsoft.com/office/drawing/2014/main" id="{63DD4716-D2AD-C7CC-E02C-90695CB5138C}"/>
              </a:ext>
            </a:extLst>
          </p:cNvPr>
          <p:cNvSpPr>
            <a:spLocks/>
          </p:cNvSpPr>
          <p:nvPr/>
        </p:nvSpPr>
        <p:spPr bwMode="auto">
          <a:xfrm>
            <a:off x="4442106"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7" name="Rectangle 38">
            <a:extLst>
              <a:ext uri="{FF2B5EF4-FFF2-40B4-BE49-F238E27FC236}">
                <a16:creationId xmlns:a16="http://schemas.microsoft.com/office/drawing/2014/main" id="{50A3AFE4-281B-92E2-70F5-98968CB8EBA6}"/>
              </a:ext>
            </a:extLst>
          </p:cNvPr>
          <p:cNvSpPr>
            <a:spLocks/>
          </p:cNvSpPr>
          <p:nvPr/>
        </p:nvSpPr>
        <p:spPr bwMode="auto">
          <a:xfrm>
            <a:off x="5501580"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8" name="Rectangle 39">
            <a:extLst>
              <a:ext uri="{FF2B5EF4-FFF2-40B4-BE49-F238E27FC236}">
                <a16:creationId xmlns:a16="http://schemas.microsoft.com/office/drawing/2014/main" id="{BC01B162-017E-402A-0FFB-5049AF6A4480}"/>
              </a:ext>
            </a:extLst>
          </p:cNvPr>
          <p:cNvSpPr>
            <a:spLocks/>
          </p:cNvSpPr>
          <p:nvPr/>
        </p:nvSpPr>
        <p:spPr bwMode="auto">
          <a:xfrm>
            <a:off x="6507442" y="356587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42">
            <a:extLst>
              <a:ext uri="{FF2B5EF4-FFF2-40B4-BE49-F238E27FC236}">
                <a16:creationId xmlns:a16="http://schemas.microsoft.com/office/drawing/2014/main" id="{A0608FF4-C150-A40E-8952-0E7C19B108EB}"/>
              </a:ext>
            </a:extLst>
          </p:cNvPr>
          <p:cNvSpPr>
            <a:spLocks/>
          </p:cNvSpPr>
          <p:nvPr/>
        </p:nvSpPr>
        <p:spPr bwMode="auto">
          <a:xfrm>
            <a:off x="645894" y="1988979"/>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a:solidFill>
                  <a:srgbClr val="800000"/>
                </a:solidFill>
              </a:rPr>
              <a:t>CODENSA</a:t>
            </a:r>
          </a:p>
        </p:txBody>
      </p:sp>
      <p:sp>
        <p:nvSpPr>
          <p:cNvPr id="62" name="Rectangle 35">
            <a:extLst>
              <a:ext uri="{FF2B5EF4-FFF2-40B4-BE49-F238E27FC236}">
                <a16:creationId xmlns:a16="http://schemas.microsoft.com/office/drawing/2014/main" id="{B5C2D908-9C74-2F1D-44DC-AE789E1FD4DC}"/>
              </a:ext>
            </a:extLst>
          </p:cNvPr>
          <p:cNvSpPr>
            <a:spLocks/>
          </p:cNvSpPr>
          <p:nvPr/>
        </p:nvSpPr>
        <p:spPr bwMode="auto">
          <a:xfrm>
            <a:off x="4418850" y="2743375"/>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0,13</a:t>
            </a:r>
          </a:p>
        </p:txBody>
      </p:sp>
      <p:sp>
        <p:nvSpPr>
          <p:cNvPr id="63" name="Rectangle 35">
            <a:extLst>
              <a:ext uri="{FF2B5EF4-FFF2-40B4-BE49-F238E27FC236}">
                <a16:creationId xmlns:a16="http://schemas.microsoft.com/office/drawing/2014/main" id="{4DD6785B-15F2-C584-7C57-53F2DD6379B5}"/>
              </a:ext>
            </a:extLst>
          </p:cNvPr>
          <p:cNvSpPr>
            <a:spLocks/>
          </p:cNvSpPr>
          <p:nvPr/>
        </p:nvSpPr>
        <p:spPr bwMode="auto">
          <a:xfrm>
            <a:off x="5475357" y="2620264"/>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0,16</a:t>
            </a:r>
          </a:p>
        </p:txBody>
      </p:sp>
      <p:sp>
        <p:nvSpPr>
          <p:cNvPr id="64" name="Rectangle 35">
            <a:extLst>
              <a:ext uri="{FF2B5EF4-FFF2-40B4-BE49-F238E27FC236}">
                <a16:creationId xmlns:a16="http://schemas.microsoft.com/office/drawing/2014/main" id="{5F821301-B98E-AECF-E16F-779A76FFF3E1}"/>
              </a:ext>
            </a:extLst>
          </p:cNvPr>
          <p:cNvSpPr>
            <a:spLocks/>
          </p:cNvSpPr>
          <p:nvPr/>
        </p:nvSpPr>
        <p:spPr bwMode="auto">
          <a:xfrm>
            <a:off x="6478252" y="2482073"/>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0,19</a:t>
            </a:r>
          </a:p>
        </p:txBody>
      </p:sp>
      <p:cxnSp>
        <p:nvCxnSpPr>
          <p:cNvPr id="26" name="Straight Connector 6">
            <a:extLst>
              <a:ext uri="{FF2B5EF4-FFF2-40B4-BE49-F238E27FC236}">
                <a16:creationId xmlns:a16="http://schemas.microsoft.com/office/drawing/2014/main" id="{825F335F-8557-F436-1C6B-8B9297891B70}"/>
              </a:ext>
            </a:extLst>
          </p:cNvPr>
          <p:cNvCxnSpPr>
            <a:stCxn id="33" idx="0"/>
          </p:cNvCxnSpPr>
          <p:nvPr/>
        </p:nvCxnSpPr>
        <p:spPr>
          <a:xfrm>
            <a:off x="3512237" y="5525917"/>
            <a:ext cx="4847664" cy="307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11">
            <a:extLst>
              <a:ext uri="{FF2B5EF4-FFF2-40B4-BE49-F238E27FC236}">
                <a16:creationId xmlns:a16="http://schemas.microsoft.com/office/drawing/2014/main" id="{4837BD27-A086-DD0E-37F4-E042B7D4DFEF}"/>
              </a:ext>
            </a:extLst>
          </p:cNvPr>
          <p:cNvCxnSpPr>
            <a:cxnSpLocks/>
          </p:cNvCxnSpPr>
          <p:nvPr/>
        </p:nvCxnSpPr>
        <p:spPr>
          <a:xfrm flipV="1">
            <a:off x="4587896"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12">
            <a:extLst>
              <a:ext uri="{FF2B5EF4-FFF2-40B4-BE49-F238E27FC236}">
                <a16:creationId xmlns:a16="http://schemas.microsoft.com/office/drawing/2014/main" id="{F7F10F60-F89C-5EA0-C450-C2FA1DD596E9}"/>
              </a:ext>
            </a:extLst>
          </p:cNvPr>
          <p:cNvCxnSpPr>
            <a:cxnSpLocks/>
          </p:cNvCxnSpPr>
          <p:nvPr/>
        </p:nvCxnSpPr>
        <p:spPr>
          <a:xfrm flipV="1">
            <a:off x="5647370"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13">
            <a:extLst>
              <a:ext uri="{FF2B5EF4-FFF2-40B4-BE49-F238E27FC236}">
                <a16:creationId xmlns:a16="http://schemas.microsoft.com/office/drawing/2014/main" id="{564C6303-74C2-3C4C-6E77-98A5D76815AE}"/>
              </a:ext>
            </a:extLst>
          </p:cNvPr>
          <p:cNvCxnSpPr>
            <a:cxnSpLocks/>
          </p:cNvCxnSpPr>
          <p:nvPr/>
        </p:nvCxnSpPr>
        <p:spPr>
          <a:xfrm flipV="1">
            <a:off x="6653232"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36">
            <a:extLst>
              <a:ext uri="{FF2B5EF4-FFF2-40B4-BE49-F238E27FC236}">
                <a16:creationId xmlns:a16="http://schemas.microsoft.com/office/drawing/2014/main" id="{DD286C8D-EFB1-E9CC-E445-61CF168791B9}"/>
              </a:ext>
            </a:extLst>
          </p:cNvPr>
          <p:cNvSpPr>
            <a:spLocks/>
          </p:cNvSpPr>
          <p:nvPr/>
        </p:nvSpPr>
        <p:spPr bwMode="auto">
          <a:xfrm>
            <a:off x="3343707"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4" name="Rectangle 37">
            <a:extLst>
              <a:ext uri="{FF2B5EF4-FFF2-40B4-BE49-F238E27FC236}">
                <a16:creationId xmlns:a16="http://schemas.microsoft.com/office/drawing/2014/main" id="{53C16EB0-F9A5-78EB-4C57-F60862EF616F}"/>
              </a:ext>
            </a:extLst>
          </p:cNvPr>
          <p:cNvSpPr>
            <a:spLocks/>
          </p:cNvSpPr>
          <p:nvPr/>
        </p:nvSpPr>
        <p:spPr bwMode="auto">
          <a:xfrm>
            <a:off x="4432195"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5" name="Rectangle 38">
            <a:extLst>
              <a:ext uri="{FF2B5EF4-FFF2-40B4-BE49-F238E27FC236}">
                <a16:creationId xmlns:a16="http://schemas.microsoft.com/office/drawing/2014/main" id="{3CD57D8A-886B-563E-FE30-2FBF1F39EB52}"/>
              </a:ext>
            </a:extLst>
          </p:cNvPr>
          <p:cNvSpPr>
            <a:spLocks/>
          </p:cNvSpPr>
          <p:nvPr/>
        </p:nvSpPr>
        <p:spPr bwMode="auto">
          <a:xfrm>
            <a:off x="5491669" y="55398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6" name="Rectangle 39">
            <a:extLst>
              <a:ext uri="{FF2B5EF4-FFF2-40B4-BE49-F238E27FC236}">
                <a16:creationId xmlns:a16="http://schemas.microsoft.com/office/drawing/2014/main" id="{7D88A005-3AB1-FC02-E3F5-2C4E2BF9238A}"/>
              </a:ext>
            </a:extLst>
          </p:cNvPr>
          <p:cNvSpPr>
            <a:spLocks/>
          </p:cNvSpPr>
          <p:nvPr/>
        </p:nvSpPr>
        <p:spPr bwMode="auto">
          <a:xfrm>
            <a:off x="6497531" y="55563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8" name="Rectangle 42">
            <a:extLst>
              <a:ext uri="{FF2B5EF4-FFF2-40B4-BE49-F238E27FC236}">
                <a16:creationId xmlns:a16="http://schemas.microsoft.com/office/drawing/2014/main" id="{F75C7546-AFB3-3AA5-1901-0EEB22547F34}"/>
              </a:ext>
            </a:extLst>
          </p:cNvPr>
          <p:cNvSpPr>
            <a:spLocks/>
          </p:cNvSpPr>
          <p:nvPr/>
        </p:nvSpPr>
        <p:spPr bwMode="auto">
          <a:xfrm>
            <a:off x="641965" y="4004014"/>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a:solidFill>
                  <a:srgbClr val="800000"/>
                </a:solidFill>
              </a:rPr>
              <a:t>Propuesta</a:t>
            </a:r>
          </a:p>
        </p:txBody>
      </p:sp>
      <p:sp>
        <p:nvSpPr>
          <p:cNvPr id="40" name="Rectangle 35">
            <a:extLst>
              <a:ext uri="{FF2B5EF4-FFF2-40B4-BE49-F238E27FC236}">
                <a16:creationId xmlns:a16="http://schemas.microsoft.com/office/drawing/2014/main" id="{9B110AE2-3128-0DCF-B28D-64DA1E30BA20}"/>
              </a:ext>
            </a:extLst>
          </p:cNvPr>
          <p:cNvSpPr>
            <a:spLocks/>
          </p:cNvSpPr>
          <p:nvPr/>
        </p:nvSpPr>
        <p:spPr bwMode="auto">
          <a:xfrm>
            <a:off x="5554687" y="4613684"/>
            <a:ext cx="108262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0,13 + A</a:t>
            </a:r>
          </a:p>
        </p:txBody>
      </p:sp>
      <p:sp>
        <p:nvSpPr>
          <p:cNvPr id="37" name="Rectangle 39">
            <a:extLst>
              <a:ext uri="{FF2B5EF4-FFF2-40B4-BE49-F238E27FC236}">
                <a16:creationId xmlns:a16="http://schemas.microsoft.com/office/drawing/2014/main" id="{D0C808C1-E4E6-4F78-1D3A-E8EA734D0D3E}"/>
              </a:ext>
            </a:extLst>
          </p:cNvPr>
          <p:cNvSpPr>
            <a:spLocks/>
          </p:cNvSpPr>
          <p:nvPr/>
        </p:nvSpPr>
        <p:spPr bwMode="auto">
          <a:xfrm>
            <a:off x="7449375"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41" name="Straight Arrow Connector 13">
            <a:extLst>
              <a:ext uri="{FF2B5EF4-FFF2-40B4-BE49-F238E27FC236}">
                <a16:creationId xmlns:a16="http://schemas.microsoft.com/office/drawing/2014/main" id="{80792B8A-C1A4-EE49-3CA6-D040679ACA95}"/>
              </a:ext>
            </a:extLst>
          </p:cNvPr>
          <p:cNvCxnSpPr/>
          <p:nvPr/>
        </p:nvCxnSpPr>
        <p:spPr>
          <a:xfrm flipV="1">
            <a:off x="7622241" y="2512851"/>
            <a:ext cx="0" cy="107822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35">
            <a:extLst>
              <a:ext uri="{FF2B5EF4-FFF2-40B4-BE49-F238E27FC236}">
                <a16:creationId xmlns:a16="http://schemas.microsoft.com/office/drawing/2014/main" id="{EA7BF0F1-D843-8B6B-0630-903FED98E32C}"/>
              </a:ext>
            </a:extLst>
          </p:cNvPr>
          <p:cNvSpPr>
            <a:spLocks/>
          </p:cNvSpPr>
          <p:nvPr/>
        </p:nvSpPr>
        <p:spPr bwMode="auto">
          <a:xfrm>
            <a:off x="7421290" y="2161372"/>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0,22</a:t>
            </a:r>
          </a:p>
        </p:txBody>
      </p:sp>
      <p:cxnSp>
        <p:nvCxnSpPr>
          <p:cNvPr id="43" name="Straight Arrow Connector 13">
            <a:extLst>
              <a:ext uri="{FF2B5EF4-FFF2-40B4-BE49-F238E27FC236}">
                <a16:creationId xmlns:a16="http://schemas.microsoft.com/office/drawing/2014/main" id="{F500C98A-61CF-F414-D7E4-F73FF9978A8D}"/>
              </a:ext>
            </a:extLst>
          </p:cNvPr>
          <p:cNvCxnSpPr>
            <a:cxnSpLocks/>
          </p:cNvCxnSpPr>
          <p:nvPr/>
        </p:nvCxnSpPr>
        <p:spPr>
          <a:xfrm flipV="1">
            <a:off x="7436544"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39">
            <a:extLst>
              <a:ext uri="{FF2B5EF4-FFF2-40B4-BE49-F238E27FC236}">
                <a16:creationId xmlns:a16="http://schemas.microsoft.com/office/drawing/2014/main" id="{4758D3BA-2D95-A17B-69C4-F391DEEF9E5F}"/>
              </a:ext>
            </a:extLst>
          </p:cNvPr>
          <p:cNvSpPr>
            <a:spLocks/>
          </p:cNvSpPr>
          <p:nvPr/>
        </p:nvSpPr>
        <p:spPr bwMode="auto">
          <a:xfrm>
            <a:off x="7250850" y="559059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9" name="Rectangle 39">
            <a:extLst>
              <a:ext uri="{FF2B5EF4-FFF2-40B4-BE49-F238E27FC236}">
                <a16:creationId xmlns:a16="http://schemas.microsoft.com/office/drawing/2014/main" id="{F26457FD-8537-83D8-0BB1-A5698127D1AC}"/>
              </a:ext>
            </a:extLst>
          </p:cNvPr>
          <p:cNvSpPr>
            <a:spLocks/>
          </p:cNvSpPr>
          <p:nvPr/>
        </p:nvSpPr>
        <p:spPr bwMode="auto">
          <a:xfrm>
            <a:off x="8269223" y="35494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48" name="Straight Arrow Connector 13">
            <a:extLst>
              <a:ext uri="{FF2B5EF4-FFF2-40B4-BE49-F238E27FC236}">
                <a16:creationId xmlns:a16="http://schemas.microsoft.com/office/drawing/2014/main" id="{9DB003BD-CB0C-DCF9-E5F6-811A435560BE}"/>
              </a:ext>
            </a:extLst>
          </p:cNvPr>
          <p:cNvCxnSpPr/>
          <p:nvPr/>
        </p:nvCxnSpPr>
        <p:spPr>
          <a:xfrm flipV="1">
            <a:off x="8437753" y="2192150"/>
            <a:ext cx="0" cy="13673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9" name="Rectangle 35">
            <a:extLst>
              <a:ext uri="{FF2B5EF4-FFF2-40B4-BE49-F238E27FC236}">
                <a16:creationId xmlns:a16="http://schemas.microsoft.com/office/drawing/2014/main" id="{FB8A75A3-8A7C-F4E9-0B41-27F4DC658620}"/>
              </a:ext>
            </a:extLst>
          </p:cNvPr>
          <p:cNvSpPr>
            <a:spLocks/>
          </p:cNvSpPr>
          <p:nvPr/>
        </p:nvSpPr>
        <p:spPr bwMode="auto">
          <a:xfrm>
            <a:off x="8217340" y="1874891"/>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0,25</a:t>
            </a:r>
          </a:p>
        </p:txBody>
      </p:sp>
      <p:sp>
        <p:nvSpPr>
          <p:cNvPr id="50" name="Rectangle 39">
            <a:extLst>
              <a:ext uri="{FF2B5EF4-FFF2-40B4-BE49-F238E27FC236}">
                <a16:creationId xmlns:a16="http://schemas.microsoft.com/office/drawing/2014/main" id="{C7C9A539-3721-7AA7-78B4-806568018410}"/>
              </a:ext>
            </a:extLst>
          </p:cNvPr>
          <p:cNvSpPr>
            <a:spLocks/>
          </p:cNvSpPr>
          <p:nvPr/>
        </p:nvSpPr>
        <p:spPr bwMode="auto">
          <a:xfrm>
            <a:off x="8100693" y="55869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51" name="Straight Arrow Connector 13">
            <a:extLst>
              <a:ext uri="{FF2B5EF4-FFF2-40B4-BE49-F238E27FC236}">
                <a16:creationId xmlns:a16="http://schemas.microsoft.com/office/drawing/2014/main" id="{F9221792-EC23-E22A-7D40-7F84D5BB2575}"/>
              </a:ext>
            </a:extLst>
          </p:cNvPr>
          <p:cNvCxnSpPr>
            <a:cxnSpLocks/>
          </p:cNvCxnSpPr>
          <p:nvPr/>
        </p:nvCxnSpPr>
        <p:spPr>
          <a:xfrm flipV="1">
            <a:off x="8290296" y="5018533"/>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13">
            <a:extLst>
              <a:ext uri="{FF2B5EF4-FFF2-40B4-BE49-F238E27FC236}">
                <a16:creationId xmlns:a16="http://schemas.microsoft.com/office/drawing/2014/main" id="{F5043FA7-E8B8-5835-D329-E9B37E39E982}"/>
              </a:ext>
            </a:extLst>
          </p:cNvPr>
          <p:cNvCxnSpPr>
            <a:cxnSpLocks/>
          </p:cNvCxnSpPr>
          <p:nvPr/>
        </p:nvCxnSpPr>
        <p:spPr>
          <a:xfrm>
            <a:off x="4589780" y="5037826"/>
            <a:ext cx="3700516" cy="0"/>
          </a:xfrm>
          <a:prstGeom prst="straightConnector1">
            <a:avLst/>
          </a:prstGeom>
          <a:ln>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5CA9610-09BA-8684-E61E-33F6E1B0F8CE}"/>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1" name="Rectángulo 10">
            <a:extLst>
              <a:ext uri="{FF2B5EF4-FFF2-40B4-BE49-F238E27FC236}">
                <a16:creationId xmlns:a16="http://schemas.microsoft.com/office/drawing/2014/main" id="{E1FEDEF0-820D-7570-96F8-D730D3E379C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4F61B0C8-78DB-E929-8E0E-75DA8BF8D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E6F4D3D3-90E0-9EE8-349B-E31CF96D044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9">
            <a:extLst>
              <a:ext uri="{FF2B5EF4-FFF2-40B4-BE49-F238E27FC236}">
                <a16:creationId xmlns:a16="http://schemas.microsoft.com/office/drawing/2014/main" id="{5ADE1BC4-5061-80AA-BC52-140B57A7936F}"/>
              </a:ext>
            </a:extLst>
          </p:cNvPr>
          <p:cNvPicPr>
            <a:picLocks noChangeAspect="1"/>
          </p:cNvPicPr>
          <p:nvPr/>
        </p:nvPicPr>
        <p:blipFill>
          <a:blip r:embed="rId3"/>
          <a:stretch>
            <a:fillRect/>
          </a:stretch>
        </p:blipFill>
        <p:spPr>
          <a:xfrm>
            <a:off x="5479877" y="6245104"/>
            <a:ext cx="1232246" cy="261852"/>
          </a:xfrm>
          <a:prstGeom prst="rect">
            <a:avLst/>
          </a:prstGeom>
        </p:spPr>
      </p:pic>
    </p:spTree>
    <p:extLst>
      <p:ext uri="{BB962C8B-B14F-4D97-AF65-F5344CB8AC3E}">
        <p14:creationId xmlns:p14="http://schemas.microsoft.com/office/powerpoint/2010/main" val="257920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1" y="1853870"/>
            <a:ext cx="11029615" cy="922553"/>
          </a:xfrm>
        </p:spPr>
        <p:txBody>
          <a:bodyPr>
            <a:normAutofit/>
          </a:bodyPr>
          <a:lstStyle/>
          <a:p>
            <a:pPr marL="0" indent="0" algn="just">
              <a:buNone/>
            </a:pPr>
            <a:r>
              <a:rPr lang="es-ES" sz="2400"/>
              <a:t>Ahora que pasaría si los flujos son como los qué se muestran a continuación. ¿Cómo crecen dichos flujos?</a:t>
            </a:r>
          </a:p>
        </p:txBody>
      </p:sp>
      <p:sp>
        <p:nvSpPr>
          <p:cNvPr id="4" name="Slide Number Placeholder 3"/>
          <p:cNvSpPr>
            <a:spLocks noGrp="1"/>
          </p:cNvSpPr>
          <p:nvPr>
            <p:ph type="sldNum" sz="quarter" idx="12"/>
          </p:nvPr>
        </p:nvSpPr>
        <p:spPr/>
        <p:txBody>
          <a:bodyPr/>
          <a:lstStyle/>
          <a:p>
            <a:fld id="{5E3E23BA-6E79-2442-BA73-D218A5E297C3}" type="slidenum">
              <a:rPr lang="en-US" smtClean="0"/>
              <a:t>69</a:t>
            </a:fld>
            <a:endParaRPr lang="en-US"/>
          </a:p>
        </p:txBody>
      </p:sp>
      <p:cxnSp>
        <p:nvCxnSpPr>
          <p:cNvPr id="6" name="Straight Connector 6"/>
          <p:cNvCxnSpPr/>
          <p:nvPr/>
        </p:nvCxnSpPr>
        <p:spPr>
          <a:xfrm flipV="1">
            <a:off x="2959515" y="5169386"/>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8106502" y="485883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895393" y="517666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08678" y="51518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797166" y="51518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856640" y="51657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862502" y="51822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935931" y="51518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7814760" y="4558850"/>
            <a:ext cx="58189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X-4G</a:t>
            </a:r>
          </a:p>
        </p:txBody>
      </p:sp>
      <p:cxnSp>
        <p:nvCxnSpPr>
          <p:cNvPr id="16" name="Straight Arrow Connector 9"/>
          <p:cNvCxnSpPr>
            <a:cxnSpLocks/>
          </p:cNvCxnSpPr>
          <p:nvPr/>
        </p:nvCxnSpPr>
        <p:spPr>
          <a:xfrm flipV="1">
            <a:off x="7015189" y="4935651"/>
            <a:ext cx="0" cy="22789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35"/>
          <p:cNvSpPr>
            <a:spLocks/>
          </p:cNvSpPr>
          <p:nvPr/>
        </p:nvSpPr>
        <p:spPr bwMode="auto">
          <a:xfrm>
            <a:off x="6774527" y="4323058"/>
            <a:ext cx="5763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X-3G</a:t>
            </a:r>
          </a:p>
        </p:txBody>
      </p:sp>
      <p:sp>
        <p:nvSpPr>
          <p:cNvPr id="18" name="Rectangle 35"/>
          <p:cNvSpPr>
            <a:spLocks/>
          </p:cNvSpPr>
          <p:nvPr/>
        </p:nvSpPr>
        <p:spPr bwMode="auto">
          <a:xfrm>
            <a:off x="5731173" y="4008870"/>
            <a:ext cx="58189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X-2G</a:t>
            </a:r>
          </a:p>
        </p:txBody>
      </p:sp>
      <p:sp>
        <p:nvSpPr>
          <p:cNvPr id="19" name="Rectangle 35"/>
          <p:cNvSpPr>
            <a:spLocks/>
          </p:cNvSpPr>
          <p:nvPr/>
        </p:nvSpPr>
        <p:spPr bwMode="auto">
          <a:xfrm>
            <a:off x="4748102" y="3727519"/>
            <a:ext cx="45365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X-G</a:t>
            </a:r>
          </a:p>
        </p:txBody>
      </p:sp>
      <p:sp>
        <p:nvSpPr>
          <p:cNvPr id="20" name="Rectangle 35"/>
          <p:cNvSpPr>
            <a:spLocks/>
          </p:cNvSpPr>
          <p:nvPr/>
        </p:nvSpPr>
        <p:spPr bwMode="auto">
          <a:xfrm>
            <a:off x="3774017" y="3131110"/>
            <a:ext cx="1811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a:t>
            </a:r>
          </a:p>
        </p:txBody>
      </p:sp>
      <p:cxnSp>
        <p:nvCxnSpPr>
          <p:cNvPr id="21" name="Straight Arrow Connector 9"/>
          <p:cNvCxnSpPr>
            <a:cxnSpLocks/>
          </p:cNvCxnSpPr>
          <p:nvPr/>
        </p:nvCxnSpPr>
        <p:spPr>
          <a:xfrm flipV="1">
            <a:off x="7015189" y="464594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6022116" y="487933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6022116" y="45896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9"/>
          <p:cNvCxnSpPr/>
          <p:nvPr/>
        </p:nvCxnSpPr>
        <p:spPr>
          <a:xfrm flipV="1">
            <a:off x="4973424" y="489024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9"/>
          <p:cNvCxnSpPr/>
          <p:nvPr/>
        </p:nvCxnSpPr>
        <p:spPr>
          <a:xfrm flipV="1">
            <a:off x="4973424" y="460053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9"/>
          <p:cNvCxnSpPr/>
          <p:nvPr/>
        </p:nvCxnSpPr>
        <p:spPr>
          <a:xfrm flipV="1">
            <a:off x="4973424" y="431023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973424" y="402052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022116" y="42993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3864587" y="488891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3864587" y="459920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9"/>
          <p:cNvCxnSpPr/>
          <p:nvPr/>
        </p:nvCxnSpPr>
        <p:spPr>
          <a:xfrm flipV="1">
            <a:off x="3864587" y="384687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864587" y="355363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Title 1">
            <a:extLst>
              <a:ext uri="{FF2B5EF4-FFF2-40B4-BE49-F238E27FC236}">
                <a16:creationId xmlns:a16="http://schemas.microsoft.com/office/drawing/2014/main" id="{B63306A4-BCDD-84F6-9D23-ACB253E4848B}"/>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34" name="Rectángulo 33">
            <a:extLst>
              <a:ext uri="{FF2B5EF4-FFF2-40B4-BE49-F238E27FC236}">
                <a16:creationId xmlns:a16="http://schemas.microsoft.com/office/drawing/2014/main" id="{8090B012-1B78-CF49-8156-A867CB5196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6" name="Picture 2" descr="Clientes y aliados | Centro de Evaluación | Uniandes">
            <a:extLst>
              <a:ext uri="{FF2B5EF4-FFF2-40B4-BE49-F238E27FC236}">
                <a16:creationId xmlns:a16="http://schemas.microsoft.com/office/drawing/2014/main" id="{A185A95E-067C-1544-314E-4092F96035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7" name="Rectángulo 36">
            <a:extLst>
              <a:ext uri="{FF2B5EF4-FFF2-40B4-BE49-F238E27FC236}">
                <a16:creationId xmlns:a16="http://schemas.microsoft.com/office/drawing/2014/main" id="{D76B71FB-5D6D-337D-0235-81735901F77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Arrow Connector 9">
            <a:extLst>
              <a:ext uri="{FF2B5EF4-FFF2-40B4-BE49-F238E27FC236}">
                <a16:creationId xmlns:a16="http://schemas.microsoft.com/office/drawing/2014/main" id="{64578C18-2ECE-DB05-6A54-5AC6CD08C727}"/>
              </a:ext>
            </a:extLst>
          </p:cNvPr>
          <p:cNvCxnSpPr/>
          <p:nvPr/>
        </p:nvCxnSpPr>
        <p:spPr>
          <a:xfrm flipV="1">
            <a:off x="3864587" y="439115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 name="Straight Arrow Connector 9">
            <a:extLst>
              <a:ext uri="{FF2B5EF4-FFF2-40B4-BE49-F238E27FC236}">
                <a16:creationId xmlns:a16="http://schemas.microsoft.com/office/drawing/2014/main" id="{1038CCC2-22E5-DC78-B509-F7A7374E64C4}"/>
              </a:ext>
            </a:extLst>
          </p:cNvPr>
          <p:cNvCxnSpPr/>
          <p:nvPr/>
        </p:nvCxnSpPr>
        <p:spPr>
          <a:xfrm flipV="1">
            <a:off x="3864587" y="409792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6134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p:cNvSpPr>
            <a:spLocks noGrp="1"/>
          </p:cNvSpPr>
          <p:nvPr>
            <p:ph idx="1"/>
          </p:nvPr>
        </p:nvSpPr>
        <p:spPr>
          <a:xfrm>
            <a:off x="581191" y="1995238"/>
            <a:ext cx="11029615" cy="922553"/>
          </a:xfrm>
        </p:spPr>
        <p:txBody>
          <a:bodyPr>
            <a:normAutofit/>
          </a:bodyPr>
          <a:lstStyle/>
          <a:p>
            <a:pPr marL="0" indent="0" algn="just">
              <a:buNone/>
            </a:pPr>
            <a:r>
              <a:rPr lang="es-ES" sz="2400"/>
              <a:t>Imagínese unos flujos como los qué se muestran a continuación. ¿Cómo crecen dichos flujos?</a:t>
            </a:r>
          </a:p>
        </p:txBody>
      </p:sp>
      <p:sp>
        <p:nvSpPr>
          <p:cNvPr id="4" name="Slide Number Placeholder 3"/>
          <p:cNvSpPr>
            <a:spLocks noGrp="1"/>
          </p:cNvSpPr>
          <p:nvPr>
            <p:ph type="sldNum" sz="quarter" idx="12"/>
          </p:nvPr>
        </p:nvSpPr>
        <p:spPr/>
        <p:txBody>
          <a:bodyPr/>
          <a:lstStyle/>
          <a:p>
            <a:fld id="{5E3E23BA-6E79-2442-BA73-D218A5E297C3}" type="slidenum">
              <a:rPr lang="en-US" smtClean="0"/>
              <a:t>70</a:t>
            </a:fld>
            <a:endParaRPr lang="en-US"/>
          </a:p>
        </p:txBody>
      </p:sp>
      <p:cxnSp>
        <p:nvCxnSpPr>
          <p:cNvPr id="6" name="Straight Connector 6"/>
          <p:cNvCxnSpPr/>
          <p:nvPr/>
        </p:nvCxnSpPr>
        <p:spPr>
          <a:xfrm flipV="1">
            <a:off x="2864869" y="5365184"/>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7950233" y="506077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800747" y="5372465"/>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614032"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702520"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761994" y="536159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67856" y="537805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841285"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8900759"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7892527" y="4760792"/>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780735" y="4477853"/>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799231" y="4196613"/>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736436" y="3935487"/>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650739" y="3290579"/>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6895096" y="4876568"/>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863174" y="4290486"/>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927470" y="4518067"/>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78978" y="3713109"/>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A14BACFE-A1F6-3253-1D82-7B066E0E166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22" name="Rectángulo 21">
            <a:extLst>
              <a:ext uri="{FF2B5EF4-FFF2-40B4-BE49-F238E27FC236}">
                <a16:creationId xmlns:a16="http://schemas.microsoft.com/office/drawing/2014/main" id="{9AE39C5C-7467-85C8-755E-996E4FF297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23322002-FF40-99BB-D2C8-1057EFC64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24F01E54-9E1B-FD8F-0A86-36972D9A9CE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056352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5DAAE486-E60D-FA41-E977-A17E6968ADBD}"/>
              </a:ext>
            </a:extLst>
          </p:cNvPr>
          <p:cNvSpPr/>
          <p:nvPr/>
        </p:nvSpPr>
        <p:spPr>
          <a:xfrm>
            <a:off x="3964686" y="3623309"/>
            <a:ext cx="4171255" cy="1643610"/>
          </a:xfrm>
          <a:prstGeom prst="rect">
            <a:avLst/>
          </a:prstGeom>
          <a:solidFill>
            <a:schemeClr val="accent1">
              <a:shade val="80000"/>
              <a:alpha val="5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000"/>
          </a:p>
        </p:txBody>
      </p:sp>
      <p:sp>
        <p:nvSpPr>
          <p:cNvPr id="5" name="Triángulo rectángulo 4">
            <a:extLst>
              <a:ext uri="{FF2B5EF4-FFF2-40B4-BE49-F238E27FC236}">
                <a16:creationId xmlns:a16="http://schemas.microsoft.com/office/drawing/2014/main" id="{6DF5B4E1-5843-FBD2-8AB2-22B71641727C}"/>
              </a:ext>
            </a:extLst>
          </p:cNvPr>
          <p:cNvSpPr/>
          <p:nvPr/>
        </p:nvSpPr>
        <p:spPr>
          <a:xfrm rot="10800000">
            <a:off x="3964035" y="3607961"/>
            <a:ext cx="4171904" cy="1406068"/>
          </a:xfrm>
          <a:prstGeom prst="rtTriangle">
            <a:avLst/>
          </a:prstGeom>
          <a:solidFill>
            <a:schemeClr val="accent6">
              <a:shade val="90000"/>
              <a:alpha val="31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sz="2000"/>
          </a:p>
        </p:txBody>
      </p:sp>
      <p:sp>
        <p:nvSpPr>
          <p:cNvPr id="39" name="Content Placeholder 2"/>
          <p:cNvSpPr>
            <a:spLocks noGrp="1"/>
          </p:cNvSpPr>
          <p:nvPr>
            <p:ph idx="1"/>
          </p:nvPr>
        </p:nvSpPr>
        <p:spPr>
          <a:xfrm>
            <a:off x="581191" y="1885608"/>
            <a:ext cx="11029615" cy="922553"/>
          </a:xfrm>
        </p:spPr>
        <p:txBody>
          <a:bodyPr>
            <a:normAutofit/>
          </a:bodyPr>
          <a:lstStyle/>
          <a:p>
            <a:pPr marL="0" indent="0" algn="just">
              <a:buNone/>
            </a:pPr>
            <a:r>
              <a:rPr lang="es-ES" sz="2400"/>
              <a:t>Lo podríamos ver como una serie uniforme a la que le quitamos un gradiente aritmético</a:t>
            </a:r>
          </a:p>
        </p:txBody>
      </p:sp>
      <p:sp>
        <p:nvSpPr>
          <p:cNvPr id="4" name="Slide Number Placeholder 3"/>
          <p:cNvSpPr>
            <a:spLocks noGrp="1"/>
          </p:cNvSpPr>
          <p:nvPr>
            <p:ph type="sldNum" sz="quarter" idx="12"/>
          </p:nvPr>
        </p:nvSpPr>
        <p:spPr/>
        <p:txBody>
          <a:bodyPr/>
          <a:lstStyle/>
          <a:p>
            <a:fld id="{5E3E23BA-6E79-2442-BA73-D218A5E297C3}" type="slidenum">
              <a:rPr lang="en-US" smtClean="0"/>
              <a:t>71</a:t>
            </a:fld>
            <a:endParaRPr lang="en-US"/>
          </a:p>
        </p:txBody>
      </p:sp>
      <p:cxnSp>
        <p:nvCxnSpPr>
          <p:cNvPr id="6" name="Straight Connector 6"/>
          <p:cNvCxnSpPr/>
          <p:nvPr/>
        </p:nvCxnSpPr>
        <p:spPr>
          <a:xfrm flipV="1">
            <a:off x="3049928" y="5255554"/>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8135292" y="495114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85806" y="5262835"/>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99091"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87579"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947053" y="52519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952915" y="52684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8026344"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9085818"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8077586" y="4651162"/>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965793" y="436822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984289" y="408698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947507" y="369327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835797" y="318094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a:cxnSpLocks/>
          </p:cNvCxnSpPr>
          <p:nvPr/>
        </p:nvCxnSpPr>
        <p:spPr>
          <a:xfrm flipV="1">
            <a:off x="7080155" y="4681940"/>
            <a:ext cx="0" cy="58284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a:cxnSpLocks/>
          </p:cNvCxnSpPr>
          <p:nvPr/>
        </p:nvCxnSpPr>
        <p:spPr>
          <a:xfrm flipH="1" flipV="1">
            <a:off x="5019174" y="3970277"/>
            <a:ext cx="16856" cy="130320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a:cxnSpLocks/>
          </p:cNvCxnSpPr>
          <p:nvPr/>
        </p:nvCxnSpPr>
        <p:spPr>
          <a:xfrm flipV="1">
            <a:off x="6112529" y="4363981"/>
            <a:ext cx="0" cy="872442"/>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64037" y="3603479"/>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Title 1">
            <a:extLst>
              <a:ext uri="{FF2B5EF4-FFF2-40B4-BE49-F238E27FC236}">
                <a16:creationId xmlns:a16="http://schemas.microsoft.com/office/drawing/2014/main" id="{6CEAE4E2-A03D-8986-568A-33A21179AEB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24" name="Rectángulo 23">
            <a:extLst>
              <a:ext uri="{FF2B5EF4-FFF2-40B4-BE49-F238E27FC236}">
                <a16:creationId xmlns:a16="http://schemas.microsoft.com/office/drawing/2014/main" id="{A8505A05-2315-9C05-793E-146F8AE824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6" name="Picture 2" descr="Clientes y aliados | Centro de Evaluación | Uniandes">
            <a:extLst>
              <a:ext uri="{FF2B5EF4-FFF2-40B4-BE49-F238E27FC236}">
                <a16:creationId xmlns:a16="http://schemas.microsoft.com/office/drawing/2014/main" id="{6A61B29F-8B92-0D21-0E9F-18BC151C4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9" name="Rectángulo 28">
            <a:extLst>
              <a:ext uri="{FF2B5EF4-FFF2-40B4-BE49-F238E27FC236}">
                <a16:creationId xmlns:a16="http://schemas.microsoft.com/office/drawing/2014/main" id="{4F56511F-58D2-04D4-2237-2D916C94624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56814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5DAAE486-E60D-FA41-E977-A17E6968ADBD}"/>
              </a:ext>
            </a:extLst>
          </p:cNvPr>
          <p:cNvSpPr/>
          <p:nvPr/>
        </p:nvSpPr>
        <p:spPr>
          <a:xfrm>
            <a:off x="3941135" y="2408522"/>
            <a:ext cx="4171255" cy="1643610"/>
          </a:xfrm>
          <a:prstGeom prst="rect">
            <a:avLst/>
          </a:prstGeom>
          <a:solidFill>
            <a:schemeClr val="accent1">
              <a:shade val="80000"/>
              <a:alpha val="5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000"/>
          </a:p>
        </p:txBody>
      </p:sp>
      <p:sp>
        <p:nvSpPr>
          <p:cNvPr id="5" name="Triángulo rectángulo 4">
            <a:extLst>
              <a:ext uri="{FF2B5EF4-FFF2-40B4-BE49-F238E27FC236}">
                <a16:creationId xmlns:a16="http://schemas.microsoft.com/office/drawing/2014/main" id="{6DF5B4E1-5843-FBD2-8AB2-22B71641727C}"/>
              </a:ext>
            </a:extLst>
          </p:cNvPr>
          <p:cNvSpPr/>
          <p:nvPr/>
        </p:nvSpPr>
        <p:spPr>
          <a:xfrm rot="10800000">
            <a:off x="3940484" y="2393174"/>
            <a:ext cx="4171904" cy="1406068"/>
          </a:xfrm>
          <a:prstGeom prst="rtTriangle">
            <a:avLst/>
          </a:prstGeom>
          <a:solidFill>
            <a:schemeClr val="accent6">
              <a:shade val="90000"/>
              <a:alpha val="31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sz="2000"/>
          </a:p>
        </p:txBody>
      </p:sp>
      <p:sp>
        <p:nvSpPr>
          <p:cNvPr id="39" name="Content Placeholder 2"/>
          <p:cNvSpPr>
            <a:spLocks noGrp="1"/>
          </p:cNvSpPr>
          <p:nvPr>
            <p:ph idx="1"/>
          </p:nvPr>
        </p:nvSpPr>
        <p:spPr>
          <a:xfrm>
            <a:off x="611578" y="4759209"/>
            <a:ext cx="10968843" cy="469336"/>
          </a:xfrm>
        </p:spPr>
        <p:txBody>
          <a:bodyPr>
            <a:noAutofit/>
          </a:bodyPr>
          <a:lstStyle/>
          <a:p>
            <a:pPr marL="0" indent="0" algn="ctr">
              <a:buNone/>
            </a:pPr>
            <a:r>
              <a:rPr lang="es-ES" sz="2400"/>
              <a:t>¿Como se vería la expresión del VP(t=0) si tenemos un costo de oportunidad del 5%?</a:t>
            </a:r>
          </a:p>
        </p:txBody>
      </p:sp>
      <p:sp>
        <p:nvSpPr>
          <p:cNvPr id="4" name="Slide Number Placeholder 3"/>
          <p:cNvSpPr>
            <a:spLocks noGrp="1"/>
          </p:cNvSpPr>
          <p:nvPr>
            <p:ph type="sldNum" sz="quarter" idx="12"/>
          </p:nvPr>
        </p:nvSpPr>
        <p:spPr/>
        <p:txBody>
          <a:bodyPr/>
          <a:lstStyle/>
          <a:p>
            <a:fld id="{5E3E23BA-6E79-2442-BA73-D218A5E297C3}" type="slidenum">
              <a:rPr lang="en-US" smtClean="0"/>
              <a:t>72</a:t>
            </a:fld>
            <a:endParaRPr lang="en-US"/>
          </a:p>
        </p:txBody>
      </p:sp>
      <p:cxnSp>
        <p:nvCxnSpPr>
          <p:cNvPr id="6" name="Straight Connector 6"/>
          <p:cNvCxnSpPr/>
          <p:nvPr/>
        </p:nvCxnSpPr>
        <p:spPr>
          <a:xfrm flipV="1">
            <a:off x="3026377" y="4040767"/>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8111741" y="373636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62255" y="4048048"/>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75540"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64028"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923502" y="403717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929364" y="405363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8002793"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9062267"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8054035" y="3436375"/>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942242" y="31534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960738" y="287219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923956" y="247849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812246" y="19661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a:cxnSpLocks/>
          </p:cNvCxnSpPr>
          <p:nvPr/>
        </p:nvCxnSpPr>
        <p:spPr>
          <a:xfrm flipV="1">
            <a:off x="7056604" y="3467153"/>
            <a:ext cx="0" cy="58284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a:cxnSpLocks/>
          </p:cNvCxnSpPr>
          <p:nvPr/>
        </p:nvCxnSpPr>
        <p:spPr>
          <a:xfrm flipH="1" flipV="1">
            <a:off x="4995623" y="2755490"/>
            <a:ext cx="16856" cy="130320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a:cxnSpLocks/>
          </p:cNvCxnSpPr>
          <p:nvPr/>
        </p:nvCxnSpPr>
        <p:spPr>
          <a:xfrm flipV="1">
            <a:off x="6088978" y="3149194"/>
            <a:ext cx="0" cy="872442"/>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40486" y="2388692"/>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CDCCD851-5EA3-1C24-97A4-5EF5466F9111}"/>
                  </a:ext>
                </a:extLst>
              </p:cNvPr>
              <p:cNvSpPr txBox="1"/>
              <p:nvPr/>
            </p:nvSpPr>
            <p:spPr>
              <a:xfrm>
                <a:off x="2204626" y="5557764"/>
                <a:ext cx="7782748" cy="738664"/>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s-CO" sz="2400" i="1">
                          <a:latin typeface="Cambria Math" panose="02040503050406030204" pitchFamily="18" charset="0"/>
                        </a:rPr>
                        <m:t>𝑉𝑃</m:t>
                      </m:r>
                      <m:r>
                        <a:rPr lang="es-CO" sz="2400" i="1">
                          <a:latin typeface="Cambria Math" panose="02040503050406030204" pitchFamily="18" charset="0"/>
                        </a:rPr>
                        <m:t>=</m:t>
                      </m:r>
                      <m:r>
                        <a:rPr lang="es-CO" sz="2400" i="1">
                          <a:latin typeface="Cambria Math" panose="02040503050406030204" pitchFamily="18" charset="0"/>
                        </a:rPr>
                        <m:t>𝑉</m:t>
                      </m:r>
                      <m:sSub>
                        <m:sSubPr>
                          <m:ctrlPr>
                            <a:rPr lang="es-CO" sz="2400" i="1">
                              <a:latin typeface="Cambria Math" panose="02040503050406030204" pitchFamily="18" charset="0"/>
                            </a:rPr>
                          </m:ctrlPr>
                        </m:sSubPr>
                        <m:e>
                          <m:r>
                            <a:rPr lang="es-CO" sz="2400" i="1">
                              <a:latin typeface="Cambria Math" panose="02040503050406030204" pitchFamily="18" charset="0"/>
                            </a:rPr>
                            <m:t>𝑃</m:t>
                          </m:r>
                        </m:e>
                        <m:sub>
                          <m:r>
                            <a:rPr lang="es-CO" sz="2400" i="1">
                              <a:latin typeface="Cambria Math" panose="02040503050406030204" pitchFamily="18" charset="0"/>
                            </a:rPr>
                            <m:t>𝑢𝑛𝑖</m:t>
                          </m:r>
                        </m:sub>
                      </m:sSub>
                      <m:r>
                        <m:rPr>
                          <m:nor/>
                        </m:rPr>
                        <a:rPr lang="es-CO" sz="2400" dirty="0"/>
                        <m:t>(</m:t>
                      </m:r>
                      <m:r>
                        <m:rPr>
                          <m:nor/>
                        </m:rPr>
                        <a:rPr lang="es-CO" sz="2400" dirty="0"/>
                        <m:t>A</m:t>
                      </m:r>
                      <m:r>
                        <m:rPr>
                          <m:nor/>
                        </m:rPr>
                        <a:rPr lang="es-CO" sz="2400" dirty="0"/>
                        <m:t>=25;  </m:t>
                      </m:r>
                      <m:r>
                        <m:rPr>
                          <m:nor/>
                        </m:rPr>
                        <a:rPr lang="es-CO" sz="2400" dirty="0"/>
                        <m:t>n</m:t>
                      </m:r>
                      <m:r>
                        <m:rPr>
                          <m:nor/>
                        </m:rPr>
                        <a:rPr lang="es-CO" sz="2400" dirty="0"/>
                        <m:t>=5;  </m:t>
                      </m:r>
                      <m:r>
                        <m:rPr>
                          <m:nor/>
                        </m:rPr>
                        <a:rPr lang="es-CO" sz="2400" dirty="0"/>
                        <m:t>i</m:t>
                      </m:r>
                      <m:r>
                        <m:rPr>
                          <m:nor/>
                        </m:rPr>
                        <a:rPr lang="es-CO" sz="2400" dirty="0"/>
                        <m:t>=5%)  −</m:t>
                      </m:r>
                      <m:r>
                        <a:rPr lang="es-CO" sz="2400" i="1" dirty="0">
                          <a:latin typeface="Cambria Math" panose="02040503050406030204" pitchFamily="18" charset="0"/>
                        </a:rPr>
                        <m:t>  </m:t>
                      </m:r>
                      <m:r>
                        <a:rPr lang="es-CO" sz="2400" i="1">
                          <a:latin typeface="Cambria Math" panose="02040503050406030204" pitchFamily="18" charset="0"/>
                        </a:rPr>
                        <m:t>𝑉</m:t>
                      </m:r>
                      <m:sSub>
                        <m:sSubPr>
                          <m:ctrlPr>
                            <a:rPr lang="es-CO" sz="2400" i="1">
                              <a:latin typeface="Cambria Math" panose="02040503050406030204" pitchFamily="18" charset="0"/>
                            </a:rPr>
                          </m:ctrlPr>
                        </m:sSubPr>
                        <m:e>
                          <m:r>
                            <a:rPr lang="es-CO" sz="2400" i="1">
                              <a:latin typeface="Cambria Math" panose="02040503050406030204" pitchFamily="18" charset="0"/>
                            </a:rPr>
                            <m:t>𝑃</m:t>
                          </m:r>
                        </m:e>
                        <m:sub>
                          <m:r>
                            <a:rPr lang="es-CO" sz="2400" i="1">
                              <a:latin typeface="Cambria Math" panose="02040503050406030204" pitchFamily="18" charset="0"/>
                            </a:rPr>
                            <m:t>𝑎𝑟𝑖𝑡</m:t>
                          </m:r>
                        </m:sub>
                      </m:sSub>
                      <m:r>
                        <m:rPr>
                          <m:nor/>
                        </m:rPr>
                        <a:rPr lang="es-CO" sz="2400" dirty="0"/>
                        <m:t>(</m:t>
                      </m:r>
                      <m:r>
                        <m:rPr>
                          <m:nor/>
                        </m:rPr>
                        <a:rPr lang="es-CO" sz="2400" dirty="0"/>
                        <m:t>G</m:t>
                      </m:r>
                      <m:r>
                        <m:rPr>
                          <m:nor/>
                        </m:rPr>
                        <a:rPr lang="es-CO" sz="2400" dirty="0"/>
                        <m:t>=5;  </m:t>
                      </m:r>
                      <m:r>
                        <m:rPr>
                          <m:nor/>
                        </m:rPr>
                        <a:rPr lang="es-CO" sz="2400" dirty="0"/>
                        <m:t>n</m:t>
                      </m:r>
                      <m:r>
                        <m:rPr>
                          <m:nor/>
                        </m:rPr>
                        <a:rPr lang="es-CO" sz="2400" dirty="0"/>
                        <m:t>=5;  </m:t>
                      </m:r>
                      <m:r>
                        <m:rPr>
                          <m:nor/>
                        </m:rPr>
                        <a:rPr lang="es-CO" sz="2400" dirty="0"/>
                        <m:t>i</m:t>
                      </m:r>
                      <m:r>
                        <m:rPr>
                          <m:nor/>
                        </m:rPr>
                        <a:rPr lang="es-CO" sz="2400" dirty="0"/>
                        <m:t>=5%)</m:t>
                      </m:r>
                    </m:oMath>
                  </m:oMathPara>
                </a14:m>
                <a:endParaRPr lang="es-CO" sz="2400"/>
              </a:p>
              <a:p>
                <a:pPr algn="ctr"/>
                <a:endParaRPr lang="es-CO" sz="2400"/>
              </a:p>
            </p:txBody>
          </p:sp>
        </mc:Choice>
        <mc:Fallback xmlns="">
          <p:sp>
            <p:nvSpPr>
              <p:cNvPr id="23" name="CuadroTexto 22">
                <a:extLst>
                  <a:ext uri="{FF2B5EF4-FFF2-40B4-BE49-F238E27FC236}">
                    <a16:creationId xmlns:a16="http://schemas.microsoft.com/office/drawing/2014/main" id="{CDCCD851-5EA3-1C24-97A4-5EF5466F9111}"/>
                  </a:ext>
                </a:extLst>
              </p:cNvPr>
              <p:cNvSpPr txBox="1">
                <a:spLocks noRot="1" noChangeAspect="1" noMove="1" noResize="1" noEditPoints="1" noAdjustHandles="1" noChangeArrowheads="1" noChangeShapeType="1" noTextEdit="1"/>
              </p:cNvSpPr>
              <p:nvPr/>
            </p:nvSpPr>
            <p:spPr>
              <a:xfrm>
                <a:off x="2204626" y="5557764"/>
                <a:ext cx="7782748" cy="738664"/>
              </a:xfrm>
              <a:prstGeom prst="rect">
                <a:avLst/>
              </a:prstGeom>
              <a:blipFill>
                <a:blip r:embed="rId3"/>
                <a:stretch>
                  <a:fillRect l="-326" t="-8475" r="-814"/>
                </a:stretch>
              </a:blipFill>
            </p:spPr>
            <p:txBody>
              <a:bodyPr/>
              <a:lstStyle/>
              <a:p>
                <a:r>
                  <a:rPr lang="es-CO">
                    <a:noFill/>
                  </a:rPr>
                  <a:t> </a:t>
                </a:r>
              </a:p>
            </p:txBody>
          </p:sp>
        </mc:Fallback>
      </mc:AlternateContent>
      <p:sp>
        <p:nvSpPr>
          <p:cNvPr id="24" name="Title 1">
            <a:extLst>
              <a:ext uri="{FF2B5EF4-FFF2-40B4-BE49-F238E27FC236}">
                <a16:creationId xmlns:a16="http://schemas.microsoft.com/office/drawing/2014/main" id="{95654B1A-6929-2E2F-80F6-341B5F264D38}"/>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25" name="Rectángulo 24">
            <a:extLst>
              <a:ext uri="{FF2B5EF4-FFF2-40B4-BE49-F238E27FC236}">
                <a16:creationId xmlns:a16="http://schemas.microsoft.com/office/drawing/2014/main" id="{9FCD23B9-B9A6-E2EC-6EB2-9F22E586AF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9" name="Picture 2" descr="Clientes y aliados | Centro de Evaluación | Uniandes">
            <a:extLst>
              <a:ext uri="{FF2B5EF4-FFF2-40B4-BE49-F238E27FC236}">
                <a16:creationId xmlns:a16="http://schemas.microsoft.com/office/drawing/2014/main" id="{AEE6EDA9-FB2F-8459-2A24-C8CB59ED14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C9EF0CFA-55A8-D2D0-1F38-D1209A5DC98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7172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F90E-D3F8-EB97-E211-9D1DEF6CFD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9CB9D7-44ED-2FD2-5F58-14EDF392AC20}"/>
              </a:ext>
            </a:extLst>
          </p:cNvPr>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II</a:t>
            </a:r>
            <a:r>
              <a:rPr lang="es-CO" sz="4000" dirty="0"/>
              <a:t>)</a:t>
            </a:r>
          </a:p>
        </p:txBody>
      </p:sp>
      <p:sp>
        <p:nvSpPr>
          <p:cNvPr id="8" name="Rectángulo 7">
            <a:extLst>
              <a:ext uri="{FF2B5EF4-FFF2-40B4-BE49-F238E27FC236}">
                <a16:creationId xmlns:a16="http://schemas.microsoft.com/office/drawing/2014/main" id="{F79108AE-0665-95C8-458A-17EC9470033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729495A2-6326-D32C-DB74-367A173EC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634204E2-DA82-C304-2BE7-7210417785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854F530B-4A7F-A399-7BC2-44439914B39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89641F2-FC51-89BD-B278-294429C555D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2370276018"/>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9c0f78d-6fc1-47c2-b059-fed23358a506}" enabled="1" method="Standard" siteId="{1b779eaf-dae5-4983-b600-0da6174a3c82}" contentBits="0" removed="0"/>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1105</TotalTime>
  <Words>4234</Words>
  <Application>Microsoft Macintosh PowerPoint</Application>
  <PresentationFormat>Widescreen</PresentationFormat>
  <Paragraphs>1272</Paragraphs>
  <Slides>73</Slides>
  <Notes>46</Notes>
  <HiddenSlides>7</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3" baseType="lpstr">
      <vt:lpstr>MS Mincho</vt:lpstr>
      <vt:lpstr>Arial</vt:lpstr>
      <vt:lpstr>Calibri</vt:lpstr>
      <vt:lpstr>Cambria Math</vt:lpstr>
      <vt:lpstr>Century Gothic</vt:lpstr>
      <vt:lpstr>Gill Sans MT</vt:lpstr>
      <vt:lpstr>Wingdings 2</vt:lpstr>
      <vt:lpstr>Zapf Dingbats</vt:lpstr>
      <vt:lpstr>Dividendo</vt:lpstr>
      <vt:lpstr>Document</vt:lpstr>
      <vt:lpstr>Relaciones de equivalencia (parte i)</vt:lpstr>
      <vt:lpstr>RELACIONES DE EQUIVALENCIA</vt:lpstr>
      <vt:lpstr>AGENDA PROPUESTA</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Relaciones de equivalencia (PARTE II)</vt:lpstr>
      <vt:lpstr>AGENDA PROPUESTA</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Series uniformes / anualidades</vt:lpstr>
      <vt:lpstr>AGENDA PROPUESTA</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Relaciones de equivalencia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17</cp:revision>
  <dcterms:created xsi:type="dcterms:W3CDTF">2019-06-20T04:25:04Z</dcterms:created>
  <dcterms:modified xsi:type="dcterms:W3CDTF">2026-02-10T02:39:43Z</dcterms:modified>
</cp:coreProperties>
</file>