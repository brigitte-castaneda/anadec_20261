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6" r:id="rId1"/>
  </p:sldMasterIdLst>
  <p:notesMasterIdLst>
    <p:notesMasterId r:id="rId60"/>
  </p:notesMasterIdLst>
  <p:handoutMasterIdLst>
    <p:handoutMasterId r:id="rId61"/>
  </p:handoutMasterIdLst>
  <p:sldIdLst>
    <p:sldId id="398" r:id="rId2"/>
    <p:sldId id="354" r:id="rId3"/>
    <p:sldId id="509" r:id="rId4"/>
    <p:sldId id="438" r:id="rId5"/>
    <p:sldId id="439" r:id="rId6"/>
    <p:sldId id="503" r:id="rId7"/>
    <p:sldId id="328" r:id="rId8"/>
    <p:sldId id="511" r:id="rId9"/>
    <p:sldId id="507" r:id="rId10"/>
    <p:sldId id="387" r:id="rId11"/>
    <p:sldId id="389" r:id="rId12"/>
    <p:sldId id="491" r:id="rId13"/>
    <p:sldId id="492" r:id="rId14"/>
    <p:sldId id="493" r:id="rId15"/>
    <p:sldId id="494" r:id="rId16"/>
    <p:sldId id="393" r:id="rId17"/>
    <p:sldId id="516" r:id="rId18"/>
    <p:sldId id="510" r:id="rId19"/>
    <p:sldId id="394" r:id="rId20"/>
    <p:sldId id="395" r:id="rId21"/>
    <p:sldId id="520" r:id="rId22"/>
    <p:sldId id="495" r:id="rId23"/>
    <p:sldId id="512" r:id="rId24"/>
    <p:sldId id="508" r:id="rId25"/>
    <p:sldId id="514" r:id="rId26"/>
    <p:sldId id="442" r:id="rId27"/>
    <p:sldId id="496" r:id="rId28"/>
    <p:sldId id="444" r:id="rId29"/>
    <p:sldId id="446" r:id="rId30"/>
    <p:sldId id="447" r:id="rId31"/>
    <p:sldId id="448" r:id="rId32"/>
    <p:sldId id="449" r:id="rId33"/>
    <p:sldId id="450" r:id="rId34"/>
    <p:sldId id="451" r:id="rId35"/>
    <p:sldId id="513" r:id="rId36"/>
    <p:sldId id="452" r:id="rId37"/>
    <p:sldId id="462" r:id="rId38"/>
    <p:sldId id="498" r:id="rId39"/>
    <p:sldId id="464" r:id="rId40"/>
    <p:sldId id="465" r:id="rId41"/>
    <p:sldId id="466" r:id="rId42"/>
    <p:sldId id="467" r:id="rId43"/>
    <p:sldId id="468" r:id="rId44"/>
    <p:sldId id="469" r:id="rId45"/>
    <p:sldId id="515" r:id="rId46"/>
    <p:sldId id="481" r:id="rId47"/>
    <p:sldId id="500" r:id="rId48"/>
    <p:sldId id="483" r:id="rId49"/>
    <p:sldId id="484" r:id="rId50"/>
    <p:sldId id="485" r:id="rId51"/>
    <p:sldId id="486" r:id="rId52"/>
    <p:sldId id="487" r:id="rId53"/>
    <p:sldId id="488" r:id="rId54"/>
    <p:sldId id="501" r:id="rId55"/>
    <p:sldId id="517" r:id="rId56"/>
    <p:sldId id="518" r:id="rId57"/>
    <p:sldId id="519" r:id="rId58"/>
    <p:sldId id="403"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D7A700"/>
    <a:srgbClr val="FFD579"/>
    <a:srgbClr val="945200"/>
    <a:srgbClr val="C00000"/>
    <a:srgbClr val="6666FF"/>
    <a:srgbClr val="002F90"/>
    <a:srgbClr val="FF5050"/>
    <a:srgbClr val="FFF4E6"/>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E46441-CF87-47E8-A53C-00F3370EE0FD}" v="12" dt="2026-02-22T23:42:57.34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82"/>
  </p:normalViewPr>
  <p:slideViewPr>
    <p:cSldViewPr snapToGrid="0">
      <p:cViewPr varScale="1">
        <p:scale>
          <a:sx n="90" d="100"/>
          <a:sy n="90" d="100"/>
        </p:scale>
        <p:origin x="29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Yohana Cortes Mojica" userId="3b47afde-b427-4a15-a20d-d0a4df45be35" providerId="ADAL" clId="{301344BA-98AF-57C8-8621-F88E4D1A30F3}"/>
    <pc:docChg chg="undo custSel modSld">
      <pc:chgData name="Andrea Yohana Cortes Mojica" userId="3b47afde-b427-4a15-a20d-d0a4df45be35" providerId="ADAL" clId="{301344BA-98AF-57C8-8621-F88E4D1A30F3}" dt="2026-02-21T20:43:00.673" v="213"/>
      <pc:docMkLst>
        <pc:docMk/>
      </pc:docMkLst>
      <pc:sldChg chg="addSp delSp modSp mod">
        <pc:chgData name="Andrea Yohana Cortes Mojica" userId="3b47afde-b427-4a15-a20d-d0a4df45be35" providerId="ADAL" clId="{301344BA-98AF-57C8-8621-F88E4D1A30F3}" dt="2026-02-21T20:10:57.904" v="13"/>
        <pc:sldMkLst>
          <pc:docMk/>
          <pc:sldMk cId="0" sldId="328"/>
        </pc:sldMkLst>
        <pc:spChg chg="add mod">
          <ac:chgData name="Andrea Yohana Cortes Mojica" userId="3b47afde-b427-4a15-a20d-d0a4df45be35" providerId="ADAL" clId="{301344BA-98AF-57C8-8621-F88E4D1A30F3}" dt="2026-02-21T20:10:57.904" v="13"/>
          <ac:spMkLst>
            <pc:docMk/>
            <pc:sldMk cId="0" sldId="328"/>
            <ac:spMk id="5" creationId="{A1A67A14-7D41-306D-182B-A8AA24B55028}"/>
          </ac:spMkLst>
        </pc:spChg>
        <pc:spChg chg="del">
          <ac:chgData name="Andrea Yohana Cortes Mojica" userId="3b47afde-b427-4a15-a20d-d0a4df45be35" providerId="ADAL" clId="{301344BA-98AF-57C8-8621-F88E4D1A30F3}" dt="2026-02-21T20:10:57.319" v="12" actId="478"/>
          <ac:spMkLst>
            <pc:docMk/>
            <pc:sldMk cId="0" sldId="328"/>
            <ac:spMk id="7" creationId="{F553CD8B-FE97-4C09-A324-94DB09007276}"/>
          </ac:spMkLst>
        </pc:spChg>
      </pc:sldChg>
      <pc:sldChg chg="modSp mod">
        <pc:chgData name="Andrea Yohana Cortes Mojica" userId="3b47afde-b427-4a15-a20d-d0a4df45be35" providerId="ADAL" clId="{301344BA-98AF-57C8-8621-F88E4D1A30F3}" dt="2026-02-21T20:10:24.721" v="1" actId="255"/>
        <pc:sldMkLst>
          <pc:docMk/>
          <pc:sldMk cId="3254971150" sldId="354"/>
        </pc:sldMkLst>
        <pc:spChg chg="mod">
          <ac:chgData name="Andrea Yohana Cortes Mojica" userId="3b47afde-b427-4a15-a20d-d0a4df45be35" providerId="ADAL" clId="{301344BA-98AF-57C8-8621-F88E4D1A30F3}" dt="2026-02-21T20:10:24.721" v="1" actId="255"/>
          <ac:spMkLst>
            <pc:docMk/>
            <pc:sldMk cId="3254971150" sldId="354"/>
            <ac:spMk id="4" creationId="{00000000-0000-0000-0000-000000000000}"/>
          </ac:spMkLst>
        </pc:spChg>
      </pc:sldChg>
      <pc:sldChg chg="addSp delSp modSp mod">
        <pc:chgData name="Andrea Yohana Cortes Mojica" userId="3b47afde-b427-4a15-a20d-d0a4df45be35" providerId="ADAL" clId="{301344BA-98AF-57C8-8621-F88E4D1A30F3}" dt="2026-02-21T20:11:39.131" v="19"/>
        <pc:sldMkLst>
          <pc:docMk/>
          <pc:sldMk cId="1810173317" sldId="387"/>
        </pc:sldMkLst>
        <pc:spChg chg="add mod">
          <ac:chgData name="Andrea Yohana Cortes Mojica" userId="3b47afde-b427-4a15-a20d-d0a4df45be35" providerId="ADAL" clId="{301344BA-98AF-57C8-8621-F88E4D1A30F3}" dt="2026-02-21T20:11:39.131" v="19"/>
          <ac:spMkLst>
            <pc:docMk/>
            <pc:sldMk cId="1810173317" sldId="387"/>
            <ac:spMk id="5" creationId="{264AF598-CAB0-DCE6-5ED2-9C82D43B8346}"/>
          </ac:spMkLst>
        </pc:spChg>
        <pc:spChg chg="del">
          <ac:chgData name="Andrea Yohana Cortes Mojica" userId="3b47afde-b427-4a15-a20d-d0a4df45be35" providerId="ADAL" clId="{301344BA-98AF-57C8-8621-F88E4D1A30F3}" dt="2026-02-21T20:11:36.920" v="18" actId="478"/>
          <ac:spMkLst>
            <pc:docMk/>
            <pc:sldMk cId="1810173317" sldId="387"/>
            <ac:spMk id="12" creationId="{CD9D01C1-FD8B-4F65-AB52-C28D2D80D048}"/>
          </ac:spMkLst>
        </pc:spChg>
      </pc:sldChg>
      <pc:sldChg chg="addSp delSp modSp mod">
        <pc:chgData name="Andrea Yohana Cortes Mojica" userId="3b47afde-b427-4a15-a20d-d0a4df45be35" providerId="ADAL" clId="{301344BA-98AF-57C8-8621-F88E4D1A30F3}" dt="2026-02-21T20:13:52.208" v="81"/>
        <pc:sldMkLst>
          <pc:docMk/>
          <pc:sldMk cId="2372496529" sldId="389"/>
        </pc:sldMkLst>
        <pc:spChg chg="add mod">
          <ac:chgData name="Andrea Yohana Cortes Mojica" userId="3b47afde-b427-4a15-a20d-d0a4df45be35" providerId="ADAL" clId="{301344BA-98AF-57C8-8621-F88E4D1A30F3}" dt="2026-02-21T20:13:52.208" v="81"/>
          <ac:spMkLst>
            <pc:docMk/>
            <pc:sldMk cId="2372496529" sldId="389"/>
            <ac:spMk id="5" creationId="{C4239568-0CC9-A4D8-54E8-D939DF30C54E}"/>
          </ac:spMkLst>
        </pc:spChg>
        <pc:spChg chg="del">
          <ac:chgData name="Andrea Yohana Cortes Mojica" userId="3b47afde-b427-4a15-a20d-d0a4df45be35" providerId="ADAL" clId="{301344BA-98AF-57C8-8621-F88E4D1A30F3}" dt="2026-02-21T20:11:44.819" v="20" actId="478"/>
          <ac:spMkLst>
            <pc:docMk/>
            <pc:sldMk cId="2372496529" sldId="389"/>
            <ac:spMk id="8" creationId="{4E0410C4-EA5E-48E9-ABBF-9D59234E77BA}"/>
          </ac:spMkLst>
        </pc:spChg>
        <pc:spChg chg="mod">
          <ac:chgData name="Andrea Yohana Cortes Mojica" userId="3b47afde-b427-4a15-a20d-d0a4df45be35" providerId="ADAL" clId="{301344BA-98AF-57C8-8621-F88E4D1A30F3}" dt="2026-02-21T20:11:54.083" v="24" actId="1076"/>
          <ac:spMkLst>
            <pc:docMk/>
            <pc:sldMk cId="2372496529" sldId="389"/>
            <ac:spMk id="18" creationId="{00000000-0000-0000-0000-000000000000}"/>
          </ac:spMkLst>
        </pc:spChg>
        <pc:graphicFrameChg chg="modGraphic">
          <ac:chgData name="Andrea Yohana Cortes Mojica" userId="3b47afde-b427-4a15-a20d-d0a4df45be35" providerId="ADAL" clId="{301344BA-98AF-57C8-8621-F88E4D1A30F3}" dt="2026-02-21T20:12:43.876" v="68" actId="20577"/>
          <ac:graphicFrameMkLst>
            <pc:docMk/>
            <pc:sldMk cId="2372496529" sldId="389"/>
            <ac:graphicFrameMk id="17" creationId="{00000000-0000-0000-0000-000000000000}"/>
          </ac:graphicFrameMkLst>
        </pc:graphicFrameChg>
      </pc:sldChg>
      <pc:sldChg chg="addSp delSp modSp mod">
        <pc:chgData name="Andrea Yohana Cortes Mojica" userId="3b47afde-b427-4a15-a20d-d0a4df45be35" providerId="ADAL" clId="{301344BA-98AF-57C8-8621-F88E4D1A30F3}" dt="2026-02-21T20:14:37.400" v="95"/>
        <pc:sldMkLst>
          <pc:docMk/>
          <pc:sldMk cId="952099313" sldId="393"/>
        </pc:sldMkLst>
        <pc:spChg chg="add mod">
          <ac:chgData name="Andrea Yohana Cortes Mojica" userId="3b47afde-b427-4a15-a20d-d0a4df45be35" providerId="ADAL" clId="{301344BA-98AF-57C8-8621-F88E4D1A30F3}" dt="2026-02-21T20:14:37.400" v="95"/>
          <ac:spMkLst>
            <pc:docMk/>
            <pc:sldMk cId="952099313" sldId="393"/>
            <ac:spMk id="5" creationId="{D0B00453-F2C0-05C3-DDD2-C04602FC16C2}"/>
          </ac:spMkLst>
        </pc:spChg>
        <pc:spChg chg="del">
          <ac:chgData name="Andrea Yohana Cortes Mojica" userId="3b47afde-b427-4a15-a20d-d0a4df45be35" providerId="ADAL" clId="{301344BA-98AF-57C8-8621-F88E4D1A30F3}" dt="2026-02-21T20:14:36.511" v="94" actId="478"/>
          <ac:spMkLst>
            <pc:docMk/>
            <pc:sldMk cId="952099313" sldId="393"/>
            <ac:spMk id="10" creationId="{CF5E53D0-7312-4E2C-ABAE-8796CB6A7017}"/>
          </ac:spMkLst>
        </pc:spChg>
      </pc:sldChg>
      <pc:sldChg chg="addSp delSp modSp mod">
        <pc:chgData name="Andrea Yohana Cortes Mojica" userId="3b47afde-b427-4a15-a20d-d0a4df45be35" providerId="ADAL" clId="{301344BA-98AF-57C8-8621-F88E4D1A30F3}" dt="2026-02-21T20:15:17.576" v="104"/>
        <pc:sldMkLst>
          <pc:docMk/>
          <pc:sldMk cId="4286639858" sldId="394"/>
        </pc:sldMkLst>
        <pc:spChg chg="add mod">
          <ac:chgData name="Andrea Yohana Cortes Mojica" userId="3b47afde-b427-4a15-a20d-d0a4df45be35" providerId="ADAL" clId="{301344BA-98AF-57C8-8621-F88E4D1A30F3}" dt="2026-02-21T20:15:17.576" v="104"/>
          <ac:spMkLst>
            <pc:docMk/>
            <pc:sldMk cId="4286639858" sldId="394"/>
            <ac:spMk id="5" creationId="{AD3B044C-E265-DD2C-5F56-2DDFC754A1A2}"/>
          </ac:spMkLst>
        </pc:spChg>
        <pc:spChg chg="del">
          <ac:chgData name="Andrea Yohana Cortes Mojica" userId="3b47afde-b427-4a15-a20d-d0a4df45be35" providerId="ADAL" clId="{301344BA-98AF-57C8-8621-F88E4D1A30F3}" dt="2026-02-21T20:15:16.875" v="103" actId="478"/>
          <ac:spMkLst>
            <pc:docMk/>
            <pc:sldMk cId="4286639858" sldId="394"/>
            <ac:spMk id="10" creationId="{98FCBAB3-6B3F-4CBA-AE84-2EDEBF68193D}"/>
          </ac:spMkLst>
        </pc:spChg>
      </pc:sldChg>
      <pc:sldChg chg="addSp delSp modSp mod">
        <pc:chgData name="Andrea Yohana Cortes Mojica" userId="3b47afde-b427-4a15-a20d-d0a4df45be35" providerId="ADAL" clId="{301344BA-98AF-57C8-8621-F88E4D1A30F3}" dt="2026-02-21T20:15:27.826" v="106"/>
        <pc:sldMkLst>
          <pc:docMk/>
          <pc:sldMk cId="126428997" sldId="395"/>
        </pc:sldMkLst>
        <pc:spChg chg="add mod">
          <ac:chgData name="Andrea Yohana Cortes Mojica" userId="3b47afde-b427-4a15-a20d-d0a4df45be35" providerId="ADAL" clId="{301344BA-98AF-57C8-8621-F88E4D1A30F3}" dt="2026-02-21T20:15:27.826" v="106"/>
          <ac:spMkLst>
            <pc:docMk/>
            <pc:sldMk cId="126428997" sldId="395"/>
            <ac:spMk id="4" creationId="{E6C0A1FD-8D6D-1599-4871-ED5346A29C7E}"/>
          </ac:spMkLst>
        </pc:spChg>
        <pc:spChg chg="del">
          <ac:chgData name="Andrea Yohana Cortes Mojica" userId="3b47afde-b427-4a15-a20d-d0a4df45be35" providerId="ADAL" clId="{301344BA-98AF-57C8-8621-F88E4D1A30F3}" dt="2026-02-21T20:15:27.008" v="105" actId="478"/>
          <ac:spMkLst>
            <pc:docMk/>
            <pc:sldMk cId="126428997" sldId="395"/>
            <ac:spMk id="8" creationId="{03474489-7183-42DC-95C3-D2FB53174D62}"/>
          </ac:spMkLst>
        </pc:spChg>
      </pc:sldChg>
      <pc:sldChg chg="addSp delSp modSp mod">
        <pc:chgData name="Andrea Yohana Cortes Mojica" userId="3b47afde-b427-4a15-a20d-d0a4df45be35" providerId="ADAL" clId="{301344BA-98AF-57C8-8621-F88E4D1A30F3}" dt="2026-02-21T20:10:42.563" v="7"/>
        <pc:sldMkLst>
          <pc:docMk/>
          <pc:sldMk cId="1329311864" sldId="438"/>
        </pc:sldMkLst>
        <pc:spChg chg="mod">
          <ac:chgData name="Andrea Yohana Cortes Mojica" userId="3b47afde-b427-4a15-a20d-d0a4df45be35" providerId="ADAL" clId="{301344BA-98AF-57C8-8621-F88E4D1A30F3}" dt="2026-02-21T20:10:39.522" v="5" actId="123"/>
          <ac:spMkLst>
            <pc:docMk/>
            <pc:sldMk cId="1329311864" sldId="438"/>
            <ac:spMk id="3" creationId="{00000000-0000-0000-0000-000000000000}"/>
          </ac:spMkLst>
        </pc:spChg>
        <pc:spChg chg="del">
          <ac:chgData name="Andrea Yohana Cortes Mojica" userId="3b47afde-b427-4a15-a20d-d0a4df45be35" providerId="ADAL" clId="{301344BA-98AF-57C8-8621-F88E4D1A30F3}" dt="2026-02-21T20:10:41.754" v="6" actId="478"/>
          <ac:spMkLst>
            <pc:docMk/>
            <pc:sldMk cId="1329311864" sldId="438"/>
            <ac:spMk id="4" creationId="{00000000-0000-0000-0000-000000000000}"/>
          </ac:spMkLst>
        </pc:spChg>
        <pc:spChg chg="add mod">
          <ac:chgData name="Andrea Yohana Cortes Mojica" userId="3b47afde-b427-4a15-a20d-d0a4df45be35" providerId="ADAL" clId="{301344BA-98AF-57C8-8621-F88E4D1A30F3}" dt="2026-02-21T20:10:42.563" v="7"/>
          <ac:spMkLst>
            <pc:docMk/>
            <pc:sldMk cId="1329311864" sldId="438"/>
            <ac:spMk id="6" creationId="{215131BC-3F62-E892-B39D-C606D2BB4623}"/>
          </ac:spMkLst>
        </pc:spChg>
      </pc:sldChg>
      <pc:sldChg chg="addSp delSp modSp mod">
        <pc:chgData name="Andrea Yohana Cortes Mojica" userId="3b47afde-b427-4a15-a20d-d0a4df45be35" providerId="ADAL" clId="{301344BA-98AF-57C8-8621-F88E4D1A30F3}" dt="2026-02-21T20:10:46.838" v="9"/>
        <pc:sldMkLst>
          <pc:docMk/>
          <pc:sldMk cId="3003474993" sldId="439"/>
        </pc:sldMkLst>
        <pc:spChg chg="add mod">
          <ac:chgData name="Andrea Yohana Cortes Mojica" userId="3b47afde-b427-4a15-a20d-d0a4df45be35" providerId="ADAL" clId="{301344BA-98AF-57C8-8621-F88E4D1A30F3}" dt="2026-02-21T20:10:46.838" v="9"/>
          <ac:spMkLst>
            <pc:docMk/>
            <pc:sldMk cId="3003474993" sldId="439"/>
            <ac:spMk id="2" creationId="{1D2F32D2-128E-283C-4FB1-D529D6934FBF}"/>
          </ac:spMkLst>
        </pc:spChg>
        <pc:spChg chg="del">
          <ac:chgData name="Andrea Yohana Cortes Mojica" userId="3b47afde-b427-4a15-a20d-d0a4df45be35" providerId="ADAL" clId="{301344BA-98AF-57C8-8621-F88E4D1A30F3}" dt="2026-02-21T20:10:46.345" v="8" actId="478"/>
          <ac:spMkLst>
            <pc:docMk/>
            <pc:sldMk cId="3003474993" sldId="439"/>
            <ac:spMk id="4" creationId="{00000000-0000-0000-0000-000000000000}"/>
          </ac:spMkLst>
        </pc:spChg>
      </pc:sldChg>
      <pc:sldChg chg="addSp delSp modSp mod">
        <pc:chgData name="Andrea Yohana Cortes Mojica" userId="3b47afde-b427-4a15-a20d-d0a4df45be35" providerId="ADAL" clId="{301344BA-98AF-57C8-8621-F88E4D1A30F3}" dt="2026-02-21T20:16:06.581" v="121"/>
        <pc:sldMkLst>
          <pc:docMk/>
          <pc:sldMk cId="774529626" sldId="442"/>
        </pc:sldMkLst>
        <pc:spChg chg="add mod">
          <ac:chgData name="Andrea Yohana Cortes Mojica" userId="3b47afde-b427-4a15-a20d-d0a4df45be35" providerId="ADAL" clId="{301344BA-98AF-57C8-8621-F88E4D1A30F3}" dt="2026-02-21T20:16:06.581" v="121"/>
          <ac:spMkLst>
            <pc:docMk/>
            <pc:sldMk cId="774529626" sldId="442"/>
            <ac:spMk id="4" creationId="{D1195507-11DF-C842-83D5-D598F9A5D3AB}"/>
          </ac:spMkLst>
        </pc:spChg>
        <pc:spChg chg="del">
          <ac:chgData name="Andrea Yohana Cortes Mojica" userId="3b47afde-b427-4a15-a20d-d0a4df45be35" providerId="ADAL" clId="{301344BA-98AF-57C8-8621-F88E4D1A30F3}" dt="2026-02-21T20:16:05.756" v="120" actId="478"/>
          <ac:spMkLst>
            <pc:docMk/>
            <pc:sldMk cId="774529626" sldId="442"/>
            <ac:spMk id="34" creationId="{4D0B5C13-6A66-4C53-A69A-A0DF10F43798}"/>
          </ac:spMkLst>
        </pc:spChg>
      </pc:sldChg>
      <pc:sldChg chg="addSp delSp modSp mod">
        <pc:chgData name="Andrea Yohana Cortes Mojica" userId="3b47afde-b427-4a15-a20d-d0a4df45be35" providerId="ADAL" clId="{301344BA-98AF-57C8-8621-F88E4D1A30F3}" dt="2026-02-21T20:16:15.378" v="125"/>
        <pc:sldMkLst>
          <pc:docMk/>
          <pc:sldMk cId="3533856438" sldId="444"/>
        </pc:sldMkLst>
        <pc:spChg chg="del">
          <ac:chgData name="Andrea Yohana Cortes Mojica" userId="3b47afde-b427-4a15-a20d-d0a4df45be35" providerId="ADAL" clId="{301344BA-98AF-57C8-8621-F88E4D1A30F3}" dt="2026-02-21T20:16:14.800" v="124" actId="478"/>
          <ac:spMkLst>
            <pc:docMk/>
            <pc:sldMk cId="3533856438" sldId="444"/>
            <ac:spMk id="4" creationId="{00000000-0000-0000-0000-000000000000}"/>
          </ac:spMkLst>
        </pc:spChg>
        <pc:spChg chg="add mod">
          <ac:chgData name="Andrea Yohana Cortes Mojica" userId="3b47afde-b427-4a15-a20d-d0a4df45be35" providerId="ADAL" clId="{301344BA-98AF-57C8-8621-F88E4D1A30F3}" dt="2026-02-21T20:16:15.378" v="125"/>
          <ac:spMkLst>
            <pc:docMk/>
            <pc:sldMk cId="3533856438" sldId="444"/>
            <ac:spMk id="7" creationId="{41ACB62D-8329-99D3-8C2A-EA4D92FA13BA}"/>
          </ac:spMkLst>
        </pc:spChg>
      </pc:sldChg>
      <pc:sldChg chg="addSp delSp modSp mod">
        <pc:chgData name="Andrea Yohana Cortes Mojica" userId="3b47afde-b427-4a15-a20d-d0a4df45be35" providerId="ADAL" clId="{301344BA-98AF-57C8-8621-F88E4D1A30F3}" dt="2026-02-21T20:16:19.048" v="127"/>
        <pc:sldMkLst>
          <pc:docMk/>
          <pc:sldMk cId="1115124240" sldId="446"/>
        </pc:sldMkLst>
        <pc:spChg chg="add mod">
          <ac:chgData name="Andrea Yohana Cortes Mojica" userId="3b47afde-b427-4a15-a20d-d0a4df45be35" providerId="ADAL" clId="{301344BA-98AF-57C8-8621-F88E4D1A30F3}" dt="2026-02-21T20:16:19.048" v="127"/>
          <ac:spMkLst>
            <pc:docMk/>
            <pc:sldMk cId="1115124240" sldId="446"/>
            <ac:spMk id="3" creationId="{0192476A-8464-FA88-56D7-ADD0103F308D}"/>
          </ac:spMkLst>
        </pc:spChg>
        <pc:spChg chg="del">
          <ac:chgData name="Andrea Yohana Cortes Mojica" userId="3b47afde-b427-4a15-a20d-d0a4df45be35" providerId="ADAL" clId="{301344BA-98AF-57C8-8621-F88E4D1A30F3}" dt="2026-02-21T20:16:18.338" v="126" actId="478"/>
          <ac:spMkLst>
            <pc:docMk/>
            <pc:sldMk cId="1115124240" sldId="446"/>
            <ac:spMk id="5" creationId="{218DB2B3-51A7-412C-9416-AE21FE0D96CF}"/>
          </ac:spMkLst>
        </pc:spChg>
      </pc:sldChg>
      <pc:sldChg chg="addSp delSp modSp mod">
        <pc:chgData name="Andrea Yohana Cortes Mojica" userId="3b47afde-b427-4a15-a20d-d0a4df45be35" providerId="ADAL" clId="{301344BA-98AF-57C8-8621-F88E4D1A30F3}" dt="2026-02-21T20:16:22.591" v="129"/>
        <pc:sldMkLst>
          <pc:docMk/>
          <pc:sldMk cId="1423118811" sldId="447"/>
        </pc:sldMkLst>
        <pc:spChg chg="add mod">
          <ac:chgData name="Andrea Yohana Cortes Mojica" userId="3b47afde-b427-4a15-a20d-d0a4df45be35" providerId="ADAL" clId="{301344BA-98AF-57C8-8621-F88E4D1A30F3}" dt="2026-02-21T20:16:22.591" v="129"/>
          <ac:spMkLst>
            <pc:docMk/>
            <pc:sldMk cId="1423118811" sldId="447"/>
            <ac:spMk id="3" creationId="{4B9DC1B9-ADA9-D98B-644A-7FE166B516DC}"/>
          </ac:spMkLst>
        </pc:spChg>
        <pc:spChg chg="del">
          <ac:chgData name="Andrea Yohana Cortes Mojica" userId="3b47afde-b427-4a15-a20d-d0a4df45be35" providerId="ADAL" clId="{301344BA-98AF-57C8-8621-F88E4D1A30F3}" dt="2026-02-21T20:16:22.074" v="128" actId="478"/>
          <ac:spMkLst>
            <pc:docMk/>
            <pc:sldMk cId="1423118811" sldId="447"/>
            <ac:spMk id="5" creationId="{DAA16C0F-E204-4F31-BFA2-96CA907B3F78}"/>
          </ac:spMkLst>
        </pc:spChg>
      </pc:sldChg>
      <pc:sldChg chg="addSp delSp modSp mod">
        <pc:chgData name="Andrea Yohana Cortes Mojica" userId="3b47afde-b427-4a15-a20d-d0a4df45be35" providerId="ADAL" clId="{301344BA-98AF-57C8-8621-F88E4D1A30F3}" dt="2026-02-21T20:16:27.484" v="131"/>
        <pc:sldMkLst>
          <pc:docMk/>
          <pc:sldMk cId="1448348314" sldId="448"/>
        </pc:sldMkLst>
        <pc:spChg chg="add mod">
          <ac:chgData name="Andrea Yohana Cortes Mojica" userId="3b47afde-b427-4a15-a20d-d0a4df45be35" providerId="ADAL" clId="{301344BA-98AF-57C8-8621-F88E4D1A30F3}" dt="2026-02-21T20:16:27.484" v="131"/>
          <ac:spMkLst>
            <pc:docMk/>
            <pc:sldMk cId="1448348314" sldId="448"/>
            <ac:spMk id="3" creationId="{CB04AD93-AEA9-3051-75A6-0B4938CEB615}"/>
          </ac:spMkLst>
        </pc:spChg>
        <pc:spChg chg="del">
          <ac:chgData name="Andrea Yohana Cortes Mojica" userId="3b47afde-b427-4a15-a20d-d0a4df45be35" providerId="ADAL" clId="{301344BA-98AF-57C8-8621-F88E4D1A30F3}" dt="2026-02-21T20:16:26.911" v="130" actId="478"/>
          <ac:spMkLst>
            <pc:docMk/>
            <pc:sldMk cId="1448348314" sldId="448"/>
            <ac:spMk id="5" creationId="{AD4EFEDC-D736-4908-9012-14A356EF604C}"/>
          </ac:spMkLst>
        </pc:spChg>
      </pc:sldChg>
      <pc:sldChg chg="addSp delSp modSp mod">
        <pc:chgData name="Andrea Yohana Cortes Mojica" userId="3b47afde-b427-4a15-a20d-d0a4df45be35" providerId="ADAL" clId="{301344BA-98AF-57C8-8621-F88E4D1A30F3}" dt="2026-02-21T20:16:33.085" v="133"/>
        <pc:sldMkLst>
          <pc:docMk/>
          <pc:sldMk cId="4201200748" sldId="449"/>
        </pc:sldMkLst>
        <pc:spChg chg="add mod">
          <ac:chgData name="Andrea Yohana Cortes Mojica" userId="3b47afde-b427-4a15-a20d-d0a4df45be35" providerId="ADAL" clId="{301344BA-98AF-57C8-8621-F88E4D1A30F3}" dt="2026-02-21T20:16:33.085" v="133"/>
          <ac:spMkLst>
            <pc:docMk/>
            <pc:sldMk cId="4201200748" sldId="449"/>
            <ac:spMk id="3" creationId="{B9ECEAB9-2792-5A19-D37D-7E375CDF8CE8}"/>
          </ac:spMkLst>
        </pc:spChg>
        <pc:spChg chg="del">
          <ac:chgData name="Andrea Yohana Cortes Mojica" userId="3b47afde-b427-4a15-a20d-d0a4df45be35" providerId="ADAL" clId="{301344BA-98AF-57C8-8621-F88E4D1A30F3}" dt="2026-02-21T20:16:32.512" v="132" actId="478"/>
          <ac:spMkLst>
            <pc:docMk/>
            <pc:sldMk cId="4201200748" sldId="449"/>
            <ac:spMk id="5" creationId="{3F47FD91-3C3E-4384-83CA-5A671E19673C}"/>
          </ac:spMkLst>
        </pc:spChg>
      </pc:sldChg>
      <pc:sldChg chg="addSp delSp modSp mod">
        <pc:chgData name="Andrea Yohana Cortes Mojica" userId="3b47afde-b427-4a15-a20d-d0a4df45be35" providerId="ADAL" clId="{301344BA-98AF-57C8-8621-F88E4D1A30F3}" dt="2026-02-21T20:16:42.115" v="135"/>
        <pc:sldMkLst>
          <pc:docMk/>
          <pc:sldMk cId="888706913" sldId="450"/>
        </pc:sldMkLst>
        <pc:spChg chg="add mod">
          <ac:chgData name="Andrea Yohana Cortes Mojica" userId="3b47afde-b427-4a15-a20d-d0a4df45be35" providerId="ADAL" clId="{301344BA-98AF-57C8-8621-F88E4D1A30F3}" dt="2026-02-21T20:16:42.115" v="135"/>
          <ac:spMkLst>
            <pc:docMk/>
            <pc:sldMk cId="888706913" sldId="450"/>
            <ac:spMk id="3" creationId="{8F45C22A-C799-26A8-1AA3-505C19D1E030}"/>
          </ac:spMkLst>
        </pc:spChg>
        <pc:spChg chg="del">
          <ac:chgData name="Andrea Yohana Cortes Mojica" userId="3b47afde-b427-4a15-a20d-d0a4df45be35" providerId="ADAL" clId="{301344BA-98AF-57C8-8621-F88E4D1A30F3}" dt="2026-02-21T20:16:41.753" v="134" actId="478"/>
          <ac:spMkLst>
            <pc:docMk/>
            <pc:sldMk cId="888706913" sldId="450"/>
            <ac:spMk id="5" creationId="{534B9BC3-D4D0-4F41-B3CB-3870B1E1ADB2}"/>
          </ac:spMkLst>
        </pc:spChg>
      </pc:sldChg>
      <pc:sldChg chg="addSp delSp modSp mod">
        <pc:chgData name="Andrea Yohana Cortes Mojica" userId="3b47afde-b427-4a15-a20d-d0a4df45be35" providerId="ADAL" clId="{301344BA-98AF-57C8-8621-F88E4D1A30F3}" dt="2026-02-21T20:16:46.158" v="137"/>
        <pc:sldMkLst>
          <pc:docMk/>
          <pc:sldMk cId="3458545885" sldId="451"/>
        </pc:sldMkLst>
        <pc:spChg chg="add mod">
          <ac:chgData name="Andrea Yohana Cortes Mojica" userId="3b47afde-b427-4a15-a20d-d0a4df45be35" providerId="ADAL" clId="{301344BA-98AF-57C8-8621-F88E4D1A30F3}" dt="2026-02-21T20:16:46.158" v="137"/>
          <ac:spMkLst>
            <pc:docMk/>
            <pc:sldMk cId="3458545885" sldId="451"/>
            <ac:spMk id="3" creationId="{D6C3FAEB-D451-E3EE-7DF5-B50800D5D57F}"/>
          </ac:spMkLst>
        </pc:spChg>
        <pc:spChg chg="del">
          <ac:chgData name="Andrea Yohana Cortes Mojica" userId="3b47afde-b427-4a15-a20d-d0a4df45be35" providerId="ADAL" clId="{301344BA-98AF-57C8-8621-F88E4D1A30F3}" dt="2026-02-21T20:16:45.728" v="136" actId="478"/>
          <ac:spMkLst>
            <pc:docMk/>
            <pc:sldMk cId="3458545885" sldId="451"/>
            <ac:spMk id="5" creationId="{469ACEE9-99C6-4EC5-BFD8-C55B5692F0B9}"/>
          </ac:spMkLst>
        </pc:spChg>
      </pc:sldChg>
      <pc:sldChg chg="addSp delSp modSp mod">
        <pc:chgData name="Andrea Yohana Cortes Mojica" userId="3b47afde-b427-4a15-a20d-d0a4df45be35" providerId="ADAL" clId="{301344BA-98AF-57C8-8621-F88E4D1A30F3}" dt="2026-02-21T20:38:22.526" v="141"/>
        <pc:sldMkLst>
          <pc:docMk/>
          <pc:sldMk cId="3275581744" sldId="452"/>
        </pc:sldMkLst>
        <pc:spChg chg="add mod">
          <ac:chgData name="Andrea Yohana Cortes Mojica" userId="3b47afde-b427-4a15-a20d-d0a4df45be35" providerId="ADAL" clId="{301344BA-98AF-57C8-8621-F88E4D1A30F3}" dt="2026-02-21T20:38:22.526" v="141"/>
          <ac:spMkLst>
            <pc:docMk/>
            <pc:sldMk cId="3275581744" sldId="452"/>
            <ac:spMk id="4" creationId="{4373B064-D529-6050-F035-D9B5832AB603}"/>
          </ac:spMkLst>
        </pc:spChg>
        <pc:spChg chg="del">
          <ac:chgData name="Andrea Yohana Cortes Mojica" userId="3b47afde-b427-4a15-a20d-d0a4df45be35" providerId="ADAL" clId="{301344BA-98AF-57C8-8621-F88E4D1A30F3}" dt="2026-02-21T20:38:21.591" v="140" actId="478"/>
          <ac:spMkLst>
            <pc:docMk/>
            <pc:sldMk cId="3275581744" sldId="452"/>
            <ac:spMk id="20" creationId="{844BA275-DC0C-487A-AA6A-9046936FA473}"/>
          </ac:spMkLst>
        </pc:spChg>
      </pc:sldChg>
      <pc:sldChg chg="addSp delSp modSp mod">
        <pc:chgData name="Andrea Yohana Cortes Mojica" userId="3b47afde-b427-4a15-a20d-d0a4df45be35" providerId="ADAL" clId="{301344BA-98AF-57C8-8621-F88E4D1A30F3}" dt="2026-02-21T20:38:26.902" v="143"/>
        <pc:sldMkLst>
          <pc:docMk/>
          <pc:sldMk cId="2503969378" sldId="462"/>
        </pc:sldMkLst>
        <pc:spChg chg="add mod">
          <ac:chgData name="Andrea Yohana Cortes Mojica" userId="3b47afde-b427-4a15-a20d-d0a4df45be35" providerId="ADAL" clId="{301344BA-98AF-57C8-8621-F88E4D1A30F3}" dt="2026-02-21T20:38:26.902" v="143"/>
          <ac:spMkLst>
            <pc:docMk/>
            <pc:sldMk cId="2503969378" sldId="462"/>
            <ac:spMk id="3" creationId="{71F290C9-BC27-CC3A-FC4F-F8638F204A64}"/>
          </ac:spMkLst>
        </pc:spChg>
        <pc:spChg chg="del">
          <ac:chgData name="Andrea Yohana Cortes Mojica" userId="3b47afde-b427-4a15-a20d-d0a4df45be35" providerId="ADAL" clId="{301344BA-98AF-57C8-8621-F88E4D1A30F3}" dt="2026-02-21T20:38:26.206" v="142" actId="478"/>
          <ac:spMkLst>
            <pc:docMk/>
            <pc:sldMk cId="2503969378" sldId="462"/>
            <ac:spMk id="11" creationId="{C4DC21E2-4DB8-421E-97AD-7C8C25A1FBB5}"/>
          </ac:spMkLst>
        </pc:spChg>
      </pc:sldChg>
      <pc:sldChg chg="addSp delSp modSp mod">
        <pc:chgData name="Andrea Yohana Cortes Mojica" userId="3b47afde-b427-4a15-a20d-d0a4df45be35" providerId="ADAL" clId="{301344BA-98AF-57C8-8621-F88E4D1A30F3}" dt="2026-02-21T20:39:25.666" v="147"/>
        <pc:sldMkLst>
          <pc:docMk/>
          <pc:sldMk cId="3970519044" sldId="464"/>
        </pc:sldMkLst>
        <pc:spChg chg="add mod">
          <ac:chgData name="Andrea Yohana Cortes Mojica" userId="3b47afde-b427-4a15-a20d-d0a4df45be35" providerId="ADAL" clId="{301344BA-98AF-57C8-8621-F88E4D1A30F3}" dt="2026-02-21T20:39:25.666" v="147"/>
          <ac:spMkLst>
            <pc:docMk/>
            <pc:sldMk cId="3970519044" sldId="464"/>
            <ac:spMk id="3" creationId="{8140341D-6701-65FA-7DAE-36A089804BC6}"/>
          </ac:spMkLst>
        </pc:spChg>
        <pc:spChg chg="del">
          <ac:chgData name="Andrea Yohana Cortes Mojica" userId="3b47afde-b427-4a15-a20d-d0a4df45be35" providerId="ADAL" clId="{301344BA-98AF-57C8-8621-F88E4D1A30F3}" dt="2026-02-21T20:39:24.348" v="146" actId="478"/>
          <ac:spMkLst>
            <pc:docMk/>
            <pc:sldMk cId="3970519044" sldId="464"/>
            <ac:spMk id="6" creationId="{0AD25EE5-6524-4E30-9507-FBE540BAB119}"/>
          </ac:spMkLst>
        </pc:spChg>
      </pc:sldChg>
      <pc:sldChg chg="addSp delSp modSp mod">
        <pc:chgData name="Andrea Yohana Cortes Mojica" userId="3b47afde-b427-4a15-a20d-d0a4df45be35" providerId="ADAL" clId="{301344BA-98AF-57C8-8621-F88E4D1A30F3}" dt="2026-02-21T20:39:29.995" v="149"/>
        <pc:sldMkLst>
          <pc:docMk/>
          <pc:sldMk cId="1970519075" sldId="465"/>
        </pc:sldMkLst>
        <pc:spChg chg="add mod">
          <ac:chgData name="Andrea Yohana Cortes Mojica" userId="3b47afde-b427-4a15-a20d-d0a4df45be35" providerId="ADAL" clId="{301344BA-98AF-57C8-8621-F88E4D1A30F3}" dt="2026-02-21T20:39:29.995" v="149"/>
          <ac:spMkLst>
            <pc:docMk/>
            <pc:sldMk cId="1970519075" sldId="465"/>
            <ac:spMk id="3" creationId="{3D8F5001-886D-D962-F027-ACDD2AFDC97C}"/>
          </ac:spMkLst>
        </pc:spChg>
        <pc:spChg chg="del">
          <ac:chgData name="Andrea Yohana Cortes Mojica" userId="3b47afde-b427-4a15-a20d-d0a4df45be35" providerId="ADAL" clId="{301344BA-98AF-57C8-8621-F88E4D1A30F3}" dt="2026-02-21T20:39:29.357" v="148" actId="478"/>
          <ac:spMkLst>
            <pc:docMk/>
            <pc:sldMk cId="1970519075" sldId="465"/>
            <ac:spMk id="6" creationId="{07E55486-261F-4487-9991-6D1A8DD063E6}"/>
          </ac:spMkLst>
        </pc:spChg>
      </pc:sldChg>
      <pc:sldChg chg="addSp delSp modSp mod">
        <pc:chgData name="Andrea Yohana Cortes Mojica" userId="3b47afde-b427-4a15-a20d-d0a4df45be35" providerId="ADAL" clId="{301344BA-98AF-57C8-8621-F88E4D1A30F3}" dt="2026-02-21T20:39:35.694" v="151"/>
        <pc:sldMkLst>
          <pc:docMk/>
          <pc:sldMk cId="1711100265" sldId="466"/>
        </pc:sldMkLst>
        <pc:spChg chg="add mod">
          <ac:chgData name="Andrea Yohana Cortes Mojica" userId="3b47afde-b427-4a15-a20d-d0a4df45be35" providerId="ADAL" clId="{301344BA-98AF-57C8-8621-F88E4D1A30F3}" dt="2026-02-21T20:39:35.694" v="151"/>
          <ac:spMkLst>
            <pc:docMk/>
            <pc:sldMk cId="1711100265" sldId="466"/>
            <ac:spMk id="3" creationId="{77EFCB3D-62AE-8813-2211-A0A588FD8A95}"/>
          </ac:spMkLst>
        </pc:spChg>
        <pc:spChg chg="del">
          <ac:chgData name="Andrea Yohana Cortes Mojica" userId="3b47afde-b427-4a15-a20d-d0a4df45be35" providerId="ADAL" clId="{301344BA-98AF-57C8-8621-F88E4D1A30F3}" dt="2026-02-21T20:39:34.522" v="150" actId="478"/>
          <ac:spMkLst>
            <pc:docMk/>
            <pc:sldMk cId="1711100265" sldId="466"/>
            <ac:spMk id="6" creationId="{CEF44DA4-83C1-449E-B734-A2F2FB983FCF}"/>
          </ac:spMkLst>
        </pc:spChg>
      </pc:sldChg>
      <pc:sldChg chg="addSp delSp modSp mod">
        <pc:chgData name="Andrea Yohana Cortes Mojica" userId="3b47afde-b427-4a15-a20d-d0a4df45be35" providerId="ADAL" clId="{301344BA-98AF-57C8-8621-F88E4D1A30F3}" dt="2026-02-21T20:39:42.940" v="153"/>
        <pc:sldMkLst>
          <pc:docMk/>
          <pc:sldMk cId="3355960904" sldId="467"/>
        </pc:sldMkLst>
        <pc:spChg chg="add mod">
          <ac:chgData name="Andrea Yohana Cortes Mojica" userId="3b47afde-b427-4a15-a20d-d0a4df45be35" providerId="ADAL" clId="{301344BA-98AF-57C8-8621-F88E4D1A30F3}" dt="2026-02-21T20:39:42.940" v="153"/>
          <ac:spMkLst>
            <pc:docMk/>
            <pc:sldMk cId="3355960904" sldId="467"/>
            <ac:spMk id="3" creationId="{391C9437-A15F-D7BB-7422-BBA4B9DFDE1F}"/>
          </ac:spMkLst>
        </pc:spChg>
        <pc:spChg chg="del">
          <ac:chgData name="Andrea Yohana Cortes Mojica" userId="3b47afde-b427-4a15-a20d-d0a4df45be35" providerId="ADAL" clId="{301344BA-98AF-57C8-8621-F88E4D1A30F3}" dt="2026-02-21T20:39:42.244" v="152" actId="478"/>
          <ac:spMkLst>
            <pc:docMk/>
            <pc:sldMk cId="3355960904" sldId="467"/>
            <ac:spMk id="6" creationId="{E12C9E59-ECF4-49AE-BBC7-45386A9C0800}"/>
          </ac:spMkLst>
        </pc:spChg>
      </pc:sldChg>
      <pc:sldChg chg="addSp delSp modSp mod">
        <pc:chgData name="Andrea Yohana Cortes Mojica" userId="3b47afde-b427-4a15-a20d-d0a4df45be35" providerId="ADAL" clId="{301344BA-98AF-57C8-8621-F88E4D1A30F3}" dt="2026-02-21T20:39:46.528" v="155"/>
        <pc:sldMkLst>
          <pc:docMk/>
          <pc:sldMk cId="754207909" sldId="468"/>
        </pc:sldMkLst>
        <pc:spChg chg="add mod">
          <ac:chgData name="Andrea Yohana Cortes Mojica" userId="3b47afde-b427-4a15-a20d-d0a4df45be35" providerId="ADAL" clId="{301344BA-98AF-57C8-8621-F88E4D1A30F3}" dt="2026-02-21T20:39:46.528" v="155"/>
          <ac:spMkLst>
            <pc:docMk/>
            <pc:sldMk cId="754207909" sldId="468"/>
            <ac:spMk id="3" creationId="{7C5DF7E7-95FB-685A-C940-B8F8F5EC3CC9}"/>
          </ac:spMkLst>
        </pc:spChg>
        <pc:spChg chg="del">
          <ac:chgData name="Andrea Yohana Cortes Mojica" userId="3b47afde-b427-4a15-a20d-d0a4df45be35" providerId="ADAL" clId="{301344BA-98AF-57C8-8621-F88E4D1A30F3}" dt="2026-02-21T20:39:45.884" v="154" actId="478"/>
          <ac:spMkLst>
            <pc:docMk/>
            <pc:sldMk cId="754207909" sldId="468"/>
            <ac:spMk id="6" creationId="{BE3CC8E2-5732-4B8B-B464-E36E8C7D0E95}"/>
          </ac:spMkLst>
        </pc:spChg>
      </pc:sldChg>
      <pc:sldChg chg="addSp delSp modSp mod">
        <pc:chgData name="Andrea Yohana Cortes Mojica" userId="3b47afde-b427-4a15-a20d-d0a4df45be35" providerId="ADAL" clId="{301344BA-98AF-57C8-8621-F88E4D1A30F3}" dt="2026-02-21T20:39:52.172" v="157"/>
        <pc:sldMkLst>
          <pc:docMk/>
          <pc:sldMk cId="1102535756" sldId="469"/>
        </pc:sldMkLst>
        <pc:spChg chg="add mod">
          <ac:chgData name="Andrea Yohana Cortes Mojica" userId="3b47afde-b427-4a15-a20d-d0a4df45be35" providerId="ADAL" clId="{301344BA-98AF-57C8-8621-F88E4D1A30F3}" dt="2026-02-21T20:39:52.172" v="157"/>
          <ac:spMkLst>
            <pc:docMk/>
            <pc:sldMk cId="1102535756" sldId="469"/>
            <ac:spMk id="3" creationId="{8561749F-E60F-38C1-25FD-84737B458CE4}"/>
          </ac:spMkLst>
        </pc:spChg>
        <pc:spChg chg="del">
          <ac:chgData name="Andrea Yohana Cortes Mojica" userId="3b47afde-b427-4a15-a20d-d0a4df45be35" providerId="ADAL" clId="{301344BA-98AF-57C8-8621-F88E4D1A30F3}" dt="2026-02-21T20:39:50.699" v="156" actId="478"/>
          <ac:spMkLst>
            <pc:docMk/>
            <pc:sldMk cId="1102535756" sldId="469"/>
            <ac:spMk id="6" creationId="{AC6DA536-FEBA-436D-86B0-89F89488F7B7}"/>
          </ac:spMkLst>
        </pc:spChg>
      </pc:sldChg>
      <pc:sldChg chg="addSp delSp modSp mod">
        <pc:chgData name="Andrea Yohana Cortes Mojica" userId="3b47afde-b427-4a15-a20d-d0a4df45be35" providerId="ADAL" clId="{301344BA-98AF-57C8-8621-F88E4D1A30F3}" dt="2026-02-21T20:40:01.735" v="161"/>
        <pc:sldMkLst>
          <pc:docMk/>
          <pc:sldMk cId="547098525" sldId="481"/>
        </pc:sldMkLst>
        <pc:spChg chg="add mod">
          <ac:chgData name="Andrea Yohana Cortes Mojica" userId="3b47afde-b427-4a15-a20d-d0a4df45be35" providerId="ADAL" clId="{301344BA-98AF-57C8-8621-F88E4D1A30F3}" dt="2026-02-21T20:40:01.735" v="161"/>
          <ac:spMkLst>
            <pc:docMk/>
            <pc:sldMk cId="547098525" sldId="481"/>
            <ac:spMk id="3" creationId="{891A8984-93E9-1AD0-6629-8FAEA2B37099}"/>
          </ac:spMkLst>
        </pc:spChg>
        <pc:spChg chg="del">
          <ac:chgData name="Andrea Yohana Cortes Mojica" userId="3b47afde-b427-4a15-a20d-d0a4df45be35" providerId="ADAL" clId="{301344BA-98AF-57C8-8621-F88E4D1A30F3}" dt="2026-02-21T20:40:01.108" v="160" actId="478"/>
          <ac:spMkLst>
            <pc:docMk/>
            <pc:sldMk cId="547098525" sldId="481"/>
            <ac:spMk id="12" creationId="{6D2F556C-F1D7-4A27-BABF-ED7ACCD0E761}"/>
          </ac:spMkLst>
        </pc:spChg>
      </pc:sldChg>
      <pc:sldChg chg="addSp delSp modSp mod">
        <pc:chgData name="Andrea Yohana Cortes Mojica" userId="3b47afde-b427-4a15-a20d-d0a4df45be35" providerId="ADAL" clId="{301344BA-98AF-57C8-8621-F88E4D1A30F3}" dt="2026-02-21T20:40:09.542" v="165"/>
        <pc:sldMkLst>
          <pc:docMk/>
          <pc:sldMk cId="2206600462" sldId="483"/>
        </pc:sldMkLst>
        <pc:spChg chg="add mod">
          <ac:chgData name="Andrea Yohana Cortes Mojica" userId="3b47afde-b427-4a15-a20d-d0a4df45be35" providerId="ADAL" clId="{301344BA-98AF-57C8-8621-F88E4D1A30F3}" dt="2026-02-21T20:40:09.542" v="165"/>
          <ac:spMkLst>
            <pc:docMk/>
            <pc:sldMk cId="2206600462" sldId="483"/>
            <ac:spMk id="3" creationId="{22C3E58B-CCC1-F4AB-CCB7-BB189572A55B}"/>
          </ac:spMkLst>
        </pc:spChg>
        <pc:spChg chg="del">
          <ac:chgData name="Andrea Yohana Cortes Mojica" userId="3b47afde-b427-4a15-a20d-d0a4df45be35" providerId="ADAL" clId="{301344BA-98AF-57C8-8621-F88E4D1A30F3}" dt="2026-02-21T20:40:09.067" v="164" actId="478"/>
          <ac:spMkLst>
            <pc:docMk/>
            <pc:sldMk cId="2206600462" sldId="483"/>
            <ac:spMk id="6" creationId="{E8890B20-FCFB-43CA-9B46-152CF359C50C}"/>
          </ac:spMkLst>
        </pc:spChg>
      </pc:sldChg>
      <pc:sldChg chg="addSp delSp modSp mod">
        <pc:chgData name="Andrea Yohana Cortes Mojica" userId="3b47afde-b427-4a15-a20d-d0a4df45be35" providerId="ADAL" clId="{301344BA-98AF-57C8-8621-F88E4D1A30F3}" dt="2026-02-21T20:40:14.183" v="167"/>
        <pc:sldMkLst>
          <pc:docMk/>
          <pc:sldMk cId="4248783877" sldId="484"/>
        </pc:sldMkLst>
        <pc:spChg chg="add mod">
          <ac:chgData name="Andrea Yohana Cortes Mojica" userId="3b47afde-b427-4a15-a20d-d0a4df45be35" providerId="ADAL" clId="{301344BA-98AF-57C8-8621-F88E4D1A30F3}" dt="2026-02-21T20:40:14.183" v="167"/>
          <ac:spMkLst>
            <pc:docMk/>
            <pc:sldMk cId="4248783877" sldId="484"/>
            <ac:spMk id="3" creationId="{7E3B008C-9C67-C78D-E7AD-5237902CB116}"/>
          </ac:spMkLst>
        </pc:spChg>
        <pc:spChg chg="del">
          <ac:chgData name="Andrea Yohana Cortes Mojica" userId="3b47afde-b427-4a15-a20d-d0a4df45be35" providerId="ADAL" clId="{301344BA-98AF-57C8-8621-F88E4D1A30F3}" dt="2026-02-21T20:40:13.530" v="166" actId="478"/>
          <ac:spMkLst>
            <pc:docMk/>
            <pc:sldMk cId="4248783877" sldId="484"/>
            <ac:spMk id="6" creationId="{7FC7B9B3-08A2-4DED-8C61-375827FFAF6A}"/>
          </ac:spMkLst>
        </pc:spChg>
      </pc:sldChg>
      <pc:sldChg chg="addSp delSp modSp mod">
        <pc:chgData name="Andrea Yohana Cortes Mojica" userId="3b47afde-b427-4a15-a20d-d0a4df45be35" providerId="ADAL" clId="{301344BA-98AF-57C8-8621-F88E4D1A30F3}" dt="2026-02-21T20:40:19.088" v="169"/>
        <pc:sldMkLst>
          <pc:docMk/>
          <pc:sldMk cId="2018705665" sldId="485"/>
        </pc:sldMkLst>
        <pc:spChg chg="add mod">
          <ac:chgData name="Andrea Yohana Cortes Mojica" userId="3b47afde-b427-4a15-a20d-d0a4df45be35" providerId="ADAL" clId="{301344BA-98AF-57C8-8621-F88E4D1A30F3}" dt="2026-02-21T20:40:19.088" v="169"/>
          <ac:spMkLst>
            <pc:docMk/>
            <pc:sldMk cId="2018705665" sldId="485"/>
            <ac:spMk id="3" creationId="{2ED91138-F707-8B76-86E2-B8D5C57AD707}"/>
          </ac:spMkLst>
        </pc:spChg>
        <pc:spChg chg="del">
          <ac:chgData name="Andrea Yohana Cortes Mojica" userId="3b47afde-b427-4a15-a20d-d0a4df45be35" providerId="ADAL" clId="{301344BA-98AF-57C8-8621-F88E4D1A30F3}" dt="2026-02-21T20:40:17.405" v="168" actId="478"/>
          <ac:spMkLst>
            <pc:docMk/>
            <pc:sldMk cId="2018705665" sldId="485"/>
            <ac:spMk id="6" creationId="{ADEE5E2B-E03C-4E1F-8921-74B780D7472C}"/>
          </ac:spMkLst>
        </pc:spChg>
      </pc:sldChg>
      <pc:sldChg chg="addSp delSp modSp mod">
        <pc:chgData name="Andrea Yohana Cortes Mojica" userId="3b47afde-b427-4a15-a20d-d0a4df45be35" providerId="ADAL" clId="{301344BA-98AF-57C8-8621-F88E4D1A30F3}" dt="2026-02-21T20:40:24.031" v="171"/>
        <pc:sldMkLst>
          <pc:docMk/>
          <pc:sldMk cId="3726230392" sldId="486"/>
        </pc:sldMkLst>
        <pc:spChg chg="add mod">
          <ac:chgData name="Andrea Yohana Cortes Mojica" userId="3b47afde-b427-4a15-a20d-d0a4df45be35" providerId="ADAL" clId="{301344BA-98AF-57C8-8621-F88E4D1A30F3}" dt="2026-02-21T20:40:24.031" v="171"/>
          <ac:spMkLst>
            <pc:docMk/>
            <pc:sldMk cId="3726230392" sldId="486"/>
            <ac:spMk id="3" creationId="{8F38C2FE-6BD4-B434-1443-4257B6B45D02}"/>
          </ac:spMkLst>
        </pc:spChg>
        <pc:spChg chg="del">
          <ac:chgData name="Andrea Yohana Cortes Mojica" userId="3b47afde-b427-4a15-a20d-d0a4df45be35" providerId="ADAL" clId="{301344BA-98AF-57C8-8621-F88E4D1A30F3}" dt="2026-02-21T20:40:23.190" v="170" actId="478"/>
          <ac:spMkLst>
            <pc:docMk/>
            <pc:sldMk cId="3726230392" sldId="486"/>
            <ac:spMk id="6" creationId="{93EF122E-6134-4A09-A2A8-4425F319CB5D}"/>
          </ac:spMkLst>
        </pc:spChg>
      </pc:sldChg>
      <pc:sldChg chg="addSp delSp modSp mod">
        <pc:chgData name="Andrea Yohana Cortes Mojica" userId="3b47afde-b427-4a15-a20d-d0a4df45be35" providerId="ADAL" clId="{301344BA-98AF-57C8-8621-F88E4D1A30F3}" dt="2026-02-21T20:40:31.824" v="175"/>
        <pc:sldMkLst>
          <pc:docMk/>
          <pc:sldMk cId="1289351618" sldId="487"/>
        </pc:sldMkLst>
        <pc:spChg chg="add mod">
          <ac:chgData name="Andrea Yohana Cortes Mojica" userId="3b47afde-b427-4a15-a20d-d0a4df45be35" providerId="ADAL" clId="{301344BA-98AF-57C8-8621-F88E4D1A30F3}" dt="2026-02-21T20:40:31.824" v="175"/>
          <ac:spMkLst>
            <pc:docMk/>
            <pc:sldMk cId="1289351618" sldId="487"/>
            <ac:spMk id="3" creationId="{2E61C80E-60D5-9754-555F-D14DEE9B2D66}"/>
          </ac:spMkLst>
        </pc:spChg>
        <pc:spChg chg="del">
          <ac:chgData name="Andrea Yohana Cortes Mojica" userId="3b47afde-b427-4a15-a20d-d0a4df45be35" providerId="ADAL" clId="{301344BA-98AF-57C8-8621-F88E4D1A30F3}" dt="2026-02-21T20:40:31.180" v="174" actId="478"/>
          <ac:spMkLst>
            <pc:docMk/>
            <pc:sldMk cId="1289351618" sldId="487"/>
            <ac:spMk id="6" creationId="{1FABEE1F-80B5-47D8-93B8-C26373C3EBC7}"/>
          </ac:spMkLst>
        </pc:spChg>
      </pc:sldChg>
      <pc:sldChg chg="addSp delSp modSp mod">
        <pc:chgData name="Andrea Yohana Cortes Mojica" userId="3b47afde-b427-4a15-a20d-d0a4df45be35" providerId="ADAL" clId="{301344BA-98AF-57C8-8621-F88E4D1A30F3}" dt="2026-02-21T20:40:27.934" v="173"/>
        <pc:sldMkLst>
          <pc:docMk/>
          <pc:sldMk cId="123657268" sldId="488"/>
        </pc:sldMkLst>
        <pc:spChg chg="add mod">
          <ac:chgData name="Andrea Yohana Cortes Mojica" userId="3b47afde-b427-4a15-a20d-d0a4df45be35" providerId="ADAL" clId="{301344BA-98AF-57C8-8621-F88E4D1A30F3}" dt="2026-02-21T20:40:27.934" v="173"/>
          <ac:spMkLst>
            <pc:docMk/>
            <pc:sldMk cId="123657268" sldId="488"/>
            <ac:spMk id="4" creationId="{1C78F462-FB0A-E6CD-2CC5-BA4B79BEFE84}"/>
          </ac:spMkLst>
        </pc:spChg>
        <pc:spChg chg="del">
          <ac:chgData name="Andrea Yohana Cortes Mojica" userId="3b47afde-b427-4a15-a20d-d0a4df45be35" providerId="ADAL" clId="{301344BA-98AF-57C8-8621-F88E4D1A30F3}" dt="2026-02-21T20:40:27.476" v="172" actId="478"/>
          <ac:spMkLst>
            <pc:docMk/>
            <pc:sldMk cId="123657268" sldId="488"/>
            <ac:spMk id="6" creationId="{D6F18684-6D5D-4E19-ABBC-C62DB0299141}"/>
          </ac:spMkLst>
        </pc:spChg>
      </pc:sldChg>
      <pc:sldChg chg="addSp delSp modSp mod">
        <pc:chgData name="Andrea Yohana Cortes Mojica" userId="3b47afde-b427-4a15-a20d-d0a4df45be35" providerId="ADAL" clId="{301344BA-98AF-57C8-8621-F88E4D1A30F3}" dt="2026-02-21T20:14:06.352" v="84" actId="2711"/>
        <pc:sldMkLst>
          <pc:docMk/>
          <pc:sldMk cId="1215104907" sldId="491"/>
        </pc:sldMkLst>
        <pc:spChg chg="mod">
          <ac:chgData name="Andrea Yohana Cortes Mojica" userId="3b47afde-b427-4a15-a20d-d0a4df45be35" providerId="ADAL" clId="{301344BA-98AF-57C8-8621-F88E4D1A30F3}" dt="2026-02-21T20:14:06.352" v="84" actId="2711"/>
          <ac:spMkLst>
            <pc:docMk/>
            <pc:sldMk cId="1215104907" sldId="491"/>
            <ac:spMk id="2" creationId="{38EEBFCB-9FEF-3820-79BB-46CB9E06E31F}"/>
          </ac:spMkLst>
        </pc:spChg>
        <pc:spChg chg="add mod">
          <ac:chgData name="Andrea Yohana Cortes Mojica" userId="3b47afde-b427-4a15-a20d-d0a4df45be35" providerId="ADAL" clId="{301344BA-98AF-57C8-8621-F88E4D1A30F3}" dt="2026-02-21T20:13:07.014" v="71"/>
          <ac:spMkLst>
            <pc:docMk/>
            <pc:sldMk cId="1215104907" sldId="491"/>
            <ac:spMk id="5" creationId="{848FC3AE-6F88-7CC6-504D-24FE2534FEA7}"/>
          </ac:spMkLst>
        </pc:spChg>
        <pc:spChg chg="add mod">
          <ac:chgData name="Andrea Yohana Cortes Mojica" userId="3b47afde-b427-4a15-a20d-d0a4df45be35" providerId="ADAL" clId="{301344BA-98AF-57C8-8621-F88E4D1A30F3}" dt="2026-02-21T20:13:58.858" v="83"/>
          <ac:spMkLst>
            <pc:docMk/>
            <pc:sldMk cId="1215104907" sldId="491"/>
            <ac:spMk id="6" creationId="{ECF0A92C-5C48-6839-7FE6-AFE94FD273EC}"/>
          </ac:spMkLst>
        </pc:spChg>
        <pc:spChg chg="del">
          <ac:chgData name="Andrea Yohana Cortes Mojica" userId="3b47afde-b427-4a15-a20d-d0a4df45be35" providerId="ADAL" clId="{301344BA-98AF-57C8-8621-F88E4D1A30F3}" dt="2026-02-21T20:13:58.121" v="82" actId="478"/>
          <ac:spMkLst>
            <pc:docMk/>
            <pc:sldMk cId="1215104907" sldId="491"/>
            <ac:spMk id="8" creationId="{91075797-1E1C-4A18-9849-C55C1263C3F7}"/>
          </ac:spMkLst>
        </pc:spChg>
        <pc:spChg chg="del">
          <ac:chgData name="Andrea Yohana Cortes Mojica" userId="3b47afde-b427-4a15-a20d-d0a4df45be35" providerId="ADAL" clId="{301344BA-98AF-57C8-8621-F88E4D1A30F3}" dt="2026-02-21T20:13:01.910" v="70" actId="478"/>
          <ac:spMkLst>
            <pc:docMk/>
            <pc:sldMk cId="1215104907" sldId="491"/>
            <ac:spMk id="18" creationId="{00000000-0000-0000-0000-000000000000}"/>
          </ac:spMkLst>
        </pc:spChg>
        <pc:graphicFrameChg chg="mod">
          <ac:chgData name="Andrea Yohana Cortes Mojica" userId="3b47afde-b427-4a15-a20d-d0a4df45be35" providerId="ADAL" clId="{301344BA-98AF-57C8-8621-F88E4D1A30F3}" dt="2026-02-21T20:12:57.848" v="69"/>
          <ac:graphicFrameMkLst>
            <pc:docMk/>
            <pc:sldMk cId="1215104907" sldId="491"/>
            <ac:graphicFrameMk id="17" creationId="{00000000-0000-0000-0000-000000000000}"/>
          </ac:graphicFrameMkLst>
        </pc:graphicFrameChg>
      </pc:sldChg>
      <pc:sldChg chg="addSp delSp modSp mod">
        <pc:chgData name="Andrea Yohana Cortes Mojica" userId="3b47afde-b427-4a15-a20d-d0a4df45be35" providerId="ADAL" clId="{301344BA-98AF-57C8-8621-F88E4D1A30F3}" dt="2026-02-21T20:14:15.591" v="87" actId="2711"/>
        <pc:sldMkLst>
          <pc:docMk/>
          <pc:sldMk cId="2841725032" sldId="492"/>
        </pc:sldMkLst>
        <pc:spChg chg="mod">
          <ac:chgData name="Andrea Yohana Cortes Mojica" userId="3b47afde-b427-4a15-a20d-d0a4df45be35" providerId="ADAL" clId="{301344BA-98AF-57C8-8621-F88E4D1A30F3}" dt="2026-02-21T20:14:15.591" v="87" actId="2711"/>
          <ac:spMkLst>
            <pc:docMk/>
            <pc:sldMk cId="2841725032" sldId="492"/>
            <ac:spMk id="3" creationId="{F8C9BDB8-FE70-2F4B-F4B6-F8264B312D9D}"/>
          </ac:spMkLst>
        </pc:spChg>
        <pc:spChg chg="add mod">
          <ac:chgData name="Andrea Yohana Cortes Mojica" userId="3b47afde-b427-4a15-a20d-d0a4df45be35" providerId="ADAL" clId="{301344BA-98AF-57C8-8621-F88E4D1A30F3}" dt="2026-02-21T20:13:12.861" v="73"/>
          <ac:spMkLst>
            <pc:docMk/>
            <pc:sldMk cId="2841725032" sldId="492"/>
            <ac:spMk id="5" creationId="{38A7E13E-2710-4FE1-6370-FD275FF9B7AB}"/>
          </ac:spMkLst>
        </pc:spChg>
        <pc:spChg chg="add mod">
          <ac:chgData name="Andrea Yohana Cortes Mojica" userId="3b47afde-b427-4a15-a20d-d0a4df45be35" providerId="ADAL" clId="{301344BA-98AF-57C8-8621-F88E4D1A30F3}" dt="2026-02-21T20:14:11.850" v="86"/>
          <ac:spMkLst>
            <pc:docMk/>
            <pc:sldMk cId="2841725032" sldId="492"/>
            <ac:spMk id="6" creationId="{B3DDF5B6-7952-9CF4-9286-33086EB19450}"/>
          </ac:spMkLst>
        </pc:spChg>
        <pc:spChg chg="del">
          <ac:chgData name="Andrea Yohana Cortes Mojica" userId="3b47afde-b427-4a15-a20d-d0a4df45be35" providerId="ADAL" clId="{301344BA-98AF-57C8-8621-F88E4D1A30F3}" dt="2026-02-21T20:14:11.165" v="85" actId="478"/>
          <ac:spMkLst>
            <pc:docMk/>
            <pc:sldMk cId="2841725032" sldId="492"/>
            <ac:spMk id="8" creationId="{7C318C56-A264-4E7A-91C5-9523957E35A4}"/>
          </ac:spMkLst>
        </pc:spChg>
        <pc:spChg chg="del">
          <ac:chgData name="Andrea Yohana Cortes Mojica" userId="3b47afde-b427-4a15-a20d-d0a4df45be35" providerId="ADAL" clId="{301344BA-98AF-57C8-8621-F88E4D1A30F3}" dt="2026-02-21T20:13:12.258" v="72" actId="478"/>
          <ac:spMkLst>
            <pc:docMk/>
            <pc:sldMk cId="2841725032" sldId="492"/>
            <ac:spMk id="18" creationId="{00000000-0000-0000-0000-000000000000}"/>
          </ac:spMkLst>
        </pc:spChg>
        <pc:graphicFrameChg chg="mod">
          <ac:chgData name="Andrea Yohana Cortes Mojica" userId="3b47afde-b427-4a15-a20d-d0a4df45be35" providerId="ADAL" clId="{301344BA-98AF-57C8-8621-F88E4D1A30F3}" dt="2026-02-21T20:13:36.527" v="78"/>
          <ac:graphicFrameMkLst>
            <pc:docMk/>
            <pc:sldMk cId="2841725032" sldId="492"/>
            <ac:graphicFrameMk id="17" creationId="{00000000-0000-0000-0000-000000000000}"/>
          </ac:graphicFrameMkLst>
        </pc:graphicFrameChg>
      </pc:sldChg>
      <pc:sldChg chg="addSp delSp modSp mod">
        <pc:chgData name="Andrea Yohana Cortes Mojica" userId="3b47afde-b427-4a15-a20d-d0a4df45be35" providerId="ADAL" clId="{301344BA-98AF-57C8-8621-F88E4D1A30F3}" dt="2026-02-21T20:14:23.100" v="90"/>
        <pc:sldMkLst>
          <pc:docMk/>
          <pc:sldMk cId="4040541984" sldId="493"/>
        </pc:sldMkLst>
        <pc:spChg chg="mod">
          <ac:chgData name="Andrea Yohana Cortes Mojica" userId="3b47afde-b427-4a15-a20d-d0a4df45be35" providerId="ADAL" clId="{301344BA-98AF-57C8-8621-F88E4D1A30F3}" dt="2026-02-21T20:14:20.606" v="88" actId="2711"/>
          <ac:spMkLst>
            <pc:docMk/>
            <pc:sldMk cId="4040541984" sldId="493"/>
            <ac:spMk id="3" creationId="{AB5E6985-AA26-C2C1-6513-BAB67655FC7C}"/>
          </ac:spMkLst>
        </pc:spChg>
        <pc:spChg chg="add mod">
          <ac:chgData name="Andrea Yohana Cortes Mojica" userId="3b47afde-b427-4a15-a20d-d0a4df45be35" providerId="ADAL" clId="{301344BA-98AF-57C8-8621-F88E4D1A30F3}" dt="2026-02-21T20:13:17.099" v="75"/>
          <ac:spMkLst>
            <pc:docMk/>
            <pc:sldMk cId="4040541984" sldId="493"/>
            <ac:spMk id="5" creationId="{3EE969BA-F30C-2CB6-C84B-5797D42A890B}"/>
          </ac:spMkLst>
        </pc:spChg>
        <pc:spChg chg="add mod">
          <ac:chgData name="Andrea Yohana Cortes Mojica" userId="3b47afde-b427-4a15-a20d-d0a4df45be35" providerId="ADAL" clId="{301344BA-98AF-57C8-8621-F88E4D1A30F3}" dt="2026-02-21T20:14:23.100" v="90"/>
          <ac:spMkLst>
            <pc:docMk/>
            <pc:sldMk cId="4040541984" sldId="493"/>
            <ac:spMk id="6" creationId="{EBA30F23-1D68-DCCF-AD6A-65702EA3FF70}"/>
          </ac:spMkLst>
        </pc:spChg>
        <pc:spChg chg="del">
          <ac:chgData name="Andrea Yohana Cortes Mojica" userId="3b47afde-b427-4a15-a20d-d0a4df45be35" providerId="ADAL" clId="{301344BA-98AF-57C8-8621-F88E4D1A30F3}" dt="2026-02-21T20:14:22.320" v="89" actId="478"/>
          <ac:spMkLst>
            <pc:docMk/>
            <pc:sldMk cId="4040541984" sldId="493"/>
            <ac:spMk id="9" creationId="{3AAA736E-BCB1-4A2B-A969-49175F13FAAE}"/>
          </ac:spMkLst>
        </pc:spChg>
        <pc:spChg chg="del">
          <ac:chgData name="Andrea Yohana Cortes Mojica" userId="3b47afde-b427-4a15-a20d-d0a4df45be35" providerId="ADAL" clId="{301344BA-98AF-57C8-8621-F88E4D1A30F3}" dt="2026-02-21T20:13:16.309" v="74" actId="478"/>
          <ac:spMkLst>
            <pc:docMk/>
            <pc:sldMk cId="4040541984" sldId="493"/>
            <ac:spMk id="18" creationId="{00000000-0000-0000-0000-000000000000}"/>
          </ac:spMkLst>
        </pc:spChg>
        <pc:graphicFrameChg chg="mod">
          <ac:chgData name="Andrea Yohana Cortes Mojica" userId="3b47afde-b427-4a15-a20d-d0a4df45be35" providerId="ADAL" clId="{301344BA-98AF-57C8-8621-F88E4D1A30F3}" dt="2026-02-21T20:13:41.958" v="79"/>
          <ac:graphicFrameMkLst>
            <pc:docMk/>
            <pc:sldMk cId="4040541984" sldId="493"/>
            <ac:graphicFrameMk id="17" creationId="{00000000-0000-0000-0000-000000000000}"/>
          </ac:graphicFrameMkLst>
        </pc:graphicFrameChg>
      </pc:sldChg>
      <pc:sldChg chg="addSp delSp modSp mod">
        <pc:chgData name="Andrea Yohana Cortes Mojica" userId="3b47afde-b427-4a15-a20d-d0a4df45be35" providerId="ADAL" clId="{301344BA-98AF-57C8-8621-F88E4D1A30F3}" dt="2026-02-21T20:14:32.110" v="93"/>
        <pc:sldMkLst>
          <pc:docMk/>
          <pc:sldMk cId="1057933380" sldId="494"/>
        </pc:sldMkLst>
        <pc:spChg chg="mod">
          <ac:chgData name="Andrea Yohana Cortes Mojica" userId="3b47afde-b427-4a15-a20d-d0a4df45be35" providerId="ADAL" clId="{301344BA-98AF-57C8-8621-F88E4D1A30F3}" dt="2026-02-21T20:14:29.581" v="91" actId="2711"/>
          <ac:spMkLst>
            <pc:docMk/>
            <pc:sldMk cId="1057933380" sldId="494"/>
            <ac:spMk id="2" creationId="{568ABD02-E0B7-D5CE-8DA6-5CEC1EC78838}"/>
          </ac:spMkLst>
        </pc:spChg>
        <pc:spChg chg="add mod">
          <ac:chgData name="Andrea Yohana Cortes Mojica" userId="3b47afde-b427-4a15-a20d-d0a4df45be35" providerId="ADAL" clId="{301344BA-98AF-57C8-8621-F88E4D1A30F3}" dt="2026-02-21T20:13:21.176" v="77"/>
          <ac:spMkLst>
            <pc:docMk/>
            <pc:sldMk cId="1057933380" sldId="494"/>
            <ac:spMk id="5" creationId="{AA6C3C6C-F0DF-07E4-3B7A-EE0FEBCD5E49}"/>
          </ac:spMkLst>
        </pc:spChg>
        <pc:spChg chg="add mod">
          <ac:chgData name="Andrea Yohana Cortes Mojica" userId="3b47afde-b427-4a15-a20d-d0a4df45be35" providerId="ADAL" clId="{301344BA-98AF-57C8-8621-F88E4D1A30F3}" dt="2026-02-21T20:14:32.110" v="93"/>
          <ac:spMkLst>
            <pc:docMk/>
            <pc:sldMk cId="1057933380" sldId="494"/>
            <ac:spMk id="6" creationId="{8C3EBB6B-FD9D-9D59-3ABA-55B6AC2E0F77}"/>
          </ac:spMkLst>
        </pc:spChg>
        <pc:spChg chg="del">
          <ac:chgData name="Andrea Yohana Cortes Mojica" userId="3b47afde-b427-4a15-a20d-d0a4df45be35" providerId="ADAL" clId="{301344BA-98AF-57C8-8621-F88E4D1A30F3}" dt="2026-02-21T20:14:31.270" v="92" actId="478"/>
          <ac:spMkLst>
            <pc:docMk/>
            <pc:sldMk cId="1057933380" sldId="494"/>
            <ac:spMk id="7" creationId="{93DA89ED-4DA8-4994-9DB3-3E31CDA23C84}"/>
          </ac:spMkLst>
        </pc:spChg>
        <pc:spChg chg="del">
          <ac:chgData name="Andrea Yohana Cortes Mojica" userId="3b47afde-b427-4a15-a20d-d0a4df45be35" providerId="ADAL" clId="{301344BA-98AF-57C8-8621-F88E4D1A30F3}" dt="2026-02-21T20:13:20.598" v="76" actId="478"/>
          <ac:spMkLst>
            <pc:docMk/>
            <pc:sldMk cId="1057933380" sldId="494"/>
            <ac:spMk id="18" creationId="{00000000-0000-0000-0000-000000000000}"/>
          </ac:spMkLst>
        </pc:spChg>
        <pc:graphicFrameChg chg="mod">
          <ac:chgData name="Andrea Yohana Cortes Mojica" userId="3b47afde-b427-4a15-a20d-d0a4df45be35" providerId="ADAL" clId="{301344BA-98AF-57C8-8621-F88E4D1A30F3}" dt="2026-02-21T20:13:46.866" v="80"/>
          <ac:graphicFrameMkLst>
            <pc:docMk/>
            <pc:sldMk cId="1057933380" sldId="494"/>
            <ac:graphicFrameMk id="17" creationId="{00000000-0000-0000-0000-000000000000}"/>
          </ac:graphicFrameMkLst>
        </pc:graphicFrameChg>
      </pc:sldChg>
      <pc:sldChg chg="addSp delSp modSp mod">
        <pc:chgData name="Andrea Yohana Cortes Mojica" userId="3b47afde-b427-4a15-a20d-d0a4df45be35" providerId="ADAL" clId="{301344BA-98AF-57C8-8621-F88E4D1A30F3}" dt="2026-02-21T20:15:48.880" v="113" actId="14100"/>
        <pc:sldMkLst>
          <pc:docMk/>
          <pc:sldMk cId="353815107" sldId="495"/>
        </pc:sldMkLst>
        <pc:spChg chg="add mod">
          <ac:chgData name="Andrea Yohana Cortes Mojica" userId="3b47afde-b427-4a15-a20d-d0a4df45be35" providerId="ADAL" clId="{301344BA-98AF-57C8-8621-F88E4D1A30F3}" dt="2026-02-21T20:15:36.936" v="110"/>
          <ac:spMkLst>
            <pc:docMk/>
            <pc:sldMk cId="353815107" sldId="495"/>
            <ac:spMk id="2" creationId="{8B2F6629-095B-4EE5-A0FE-A4028CABBD45}"/>
          </ac:spMkLst>
        </pc:spChg>
        <pc:spChg chg="del">
          <ac:chgData name="Andrea Yohana Cortes Mojica" userId="3b47afde-b427-4a15-a20d-d0a4df45be35" providerId="ADAL" clId="{301344BA-98AF-57C8-8621-F88E4D1A30F3}" dt="2026-02-21T20:15:36.467" v="109" actId="478"/>
          <ac:spMkLst>
            <pc:docMk/>
            <pc:sldMk cId="353815107" sldId="495"/>
            <ac:spMk id="8" creationId="{04E2F0CC-3EB1-4ACE-885B-F471F10AEC32}"/>
          </ac:spMkLst>
        </pc:spChg>
        <pc:picChg chg="mod">
          <ac:chgData name="Andrea Yohana Cortes Mojica" userId="3b47afde-b427-4a15-a20d-d0a4df45be35" providerId="ADAL" clId="{301344BA-98AF-57C8-8621-F88E4D1A30F3}" dt="2026-02-21T20:15:48.880" v="113" actId="14100"/>
          <ac:picMkLst>
            <pc:docMk/>
            <pc:sldMk cId="353815107" sldId="495"/>
            <ac:picMk id="3076" creationId="{9AA9A530-7F8B-4534-0043-446703AC5293}"/>
          </ac:picMkLst>
        </pc:picChg>
        <pc:picChg chg="mod">
          <ac:chgData name="Andrea Yohana Cortes Mojica" userId="3b47afde-b427-4a15-a20d-d0a4df45be35" providerId="ADAL" clId="{301344BA-98AF-57C8-8621-F88E4D1A30F3}" dt="2026-02-21T20:15:44.346" v="112" actId="14100"/>
          <ac:picMkLst>
            <pc:docMk/>
            <pc:sldMk cId="353815107" sldId="495"/>
            <ac:picMk id="3078" creationId="{90920567-054E-16E1-E596-67922BCECA4B}"/>
          </ac:picMkLst>
        </pc:picChg>
        <pc:picChg chg="mod">
          <ac:chgData name="Andrea Yohana Cortes Mojica" userId="3b47afde-b427-4a15-a20d-d0a4df45be35" providerId="ADAL" clId="{301344BA-98AF-57C8-8621-F88E4D1A30F3}" dt="2026-02-21T20:15:40.561" v="111" actId="14100"/>
          <ac:picMkLst>
            <pc:docMk/>
            <pc:sldMk cId="353815107" sldId="495"/>
            <ac:picMk id="3080" creationId="{5835E495-EDFC-A51D-51FC-E85BCF6C13DF}"/>
          </ac:picMkLst>
        </pc:picChg>
      </pc:sldChg>
      <pc:sldChg chg="addSp delSp modSp mod">
        <pc:chgData name="Andrea Yohana Cortes Mojica" userId="3b47afde-b427-4a15-a20d-d0a4df45be35" providerId="ADAL" clId="{301344BA-98AF-57C8-8621-F88E4D1A30F3}" dt="2026-02-21T20:16:10.694" v="123"/>
        <pc:sldMkLst>
          <pc:docMk/>
          <pc:sldMk cId="3508036718" sldId="496"/>
        </pc:sldMkLst>
        <pc:spChg chg="del">
          <ac:chgData name="Andrea Yohana Cortes Mojica" userId="3b47afde-b427-4a15-a20d-d0a4df45be35" providerId="ADAL" clId="{301344BA-98AF-57C8-8621-F88E4D1A30F3}" dt="2026-02-21T20:16:10.220" v="122" actId="478"/>
          <ac:spMkLst>
            <pc:docMk/>
            <pc:sldMk cId="3508036718" sldId="496"/>
            <ac:spMk id="4" creationId="{00000000-0000-0000-0000-000000000000}"/>
          </ac:spMkLst>
        </pc:spChg>
        <pc:spChg chg="add mod">
          <ac:chgData name="Andrea Yohana Cortes Mojica" userId="3b47afde-b427-4a15-a20d-d0a4df45be35" providerId="ADAL" clId="{301344BA-98AF-57C8-8621-F88E4D1A30F3}" dt="2026-02-21T20:16:10.694" v="123"/>
          <ac:spMkLst>
            <pc:docMk/>
            <pc:sldMk cId="3508036718" sldId="496"/>
            <ac:spMk id="5" creationId="{F092AC87-4562-74FD-E34B-9F3635784E17}"/>
          </ac:spMkLst>
        </pc:spChg>
      </pc:sldChg>
      <pc:sldChg chg="addSp delSp modSp mod">
        <pc:chgData name="Andrea Yohana Cortes Mojica" userId="3b47afde-b427-4a15-a20d-d0a4df45be35" providerId="ADAL" clId="{301344BA-98AF-57C8-8621-F88E4D1A30F3}" dt="2026-02-21T20:38:32.165" v="145"/>
        <pc:sldMkLst>
          <pc:docMk/>
          <pc:sldMk cId="3177048236" sldId="498"/>
        </pc:sldMkLst>
        <pc:spChg chg="add mod">
          <ac:chgData name="Andrea Yohana Cortes Mojica" userId="3b47afde-b427-4a15-a20d-d0a4df45be35" providerId="ADAL" clId="{301344BA-98AF-57C8-8621-F88E4D1A30F3}" dt="2026-02-21T20:38:32.165" v="145"/>
          <ac:spMkLst>
            <pc:docMk/>
            <pc:sldMk cId="3177048236" sldId="498"/>
            <ac:spMk id="4" creationId="{654B8F63-0781-38CD-E33B-B306334EC023}"/>
          </ac:spMkLst>
        </pc:spChg>
        <pc:spChg chg="del">
          <ac:chgData name="Andrea Yohana Cortes Mojica" userId="3b47afde-b427-4a15-a20d-d0a4df45be35" providerId="ADAL" clId="{301344BA-98AF-57C8-8621-F88E4D1A30F3}" dt="2026-02-21T20:38:31.096" v="144" actId="478"/>
          <ac:spMkLst>
            <pc:docMk/>
            <pc:sldMk cId="3177048236" sldId="498"/>
            <ac:spMk id="9" creationId="{8D49668F-06D9-4DA4-A4EF-3232F46F6816}"/>
          </ac:spMkLst>
        </pc:spChg>
      </pc:sldChg>
      <pc:sldChg chg="addSp delSp modSp mod">
        <pc:chgData name="Andrea Yohana Cortes Mojica" userId="3b47afde-b427-4a15-a20d-d0a4df45be35" providerId="ADAL" clId="{301344BA-98AF-57C8-8621-F88E4D1A30F3}" dt="2026-02-21T20:40:05.056" v="163"/>
        <pc:sldMkLst>
          <pc:docMk/>
          <pc:sldMk cId="4208673763" sldId="500"/>
        </pc:sldMkLst>
        <pc:spChg chg="add mod">
          <ac:chgData name="Andrea Yohana Cortes Mojica" userId="3b47afde-b427-4a15-a20d-d0a4df45be35" providerId="ADAL" clId="{301344BA-98AF-57C8-8621-F88E4D1A30F3}" dt="2026-02-21T20:40:05.056" v="163"/>
          <ac:spMkLst>
            <pc:docMk/>
            <pc:sldMk cId="4208673763" sldId="500"/>
            <ac:spMk id="4" creationId="{71DAC49D-581A-CB5F-97A1-3B81AE248F4A}"/>
          </ac:spMkLst>
        </pc:spChg>
        <pc:spChg chg="del">
          <ac:chgData name="Andrea Yohana Cortes Mojica" userId="3b47afde-b427-4a15-a20d-d0a4df45be35" providerId="ADAL" clId="{301344BA-98AF-57C8-8621-F88E4D1A30F3}" dt="2026-02-21T20:40:04.514" v="162" actId="478"/>
          <ac:spMkLst>
            <pc:docMk/>
            <pc:sldMk cId="4208673763" sldId="500"/>
            <ac:spMk id="10" creationId="{94A736A9-F234-4C86-A909-D093C88394CA}"/>
          </ac:spMkLst>
        </pc:spChg>
      </pc:sldChg>
      <pc:sldChg chg="addSp delSp modSp mod">
        <pc:chgData name="Andrea Yohana Cortes Mojica" userId="3b47afde-b427-4a15-a20d-d0a4df45be35" providerId="ADAL" clId="{301344BA-98AF-57C8-8621-F88E4D1A30F3}" dt="2026-02-21T20:40:49.842" v="177"/>
        <pc:sldMkLst>
          <pc:docMk/>
          <pc:sldMk cId="568816214" sldId="501"/>
        </pc:sldMkLst>
        <pc:spChg chg="add mod">
          <ac:chgData name="Andrea Yohana Cortes Mojica" userId="3b47afde-b427-4a15-a20d-d0a4df45be35" providerId="ADAL" clId="{301344BA-98AF-57C8-8621-F88E4D1A30F3}" dt="2026-02-21T20:40:49.842" v="177"/>
          <ac:spMkLst>
            <pc:docMk/>
            <pc:sldMk cId="568816214" sldId="501"/>
            <ac:spMk id="3" creationId="{B3E97F12-5CD6-7EC4-C15A-74F531BE3D8B}"/>
          </ac:spMkLst>
        </pc:spChg>
        <pc:spChg chg="del">
          <ac:chgData name="Andrea Yohana Cortes Mojica" userId="3b47afde-b427-4a15-a20d-d0a4df45be35" providerId="ADAL" clId="{301344BA-98AF-57C8-8621-F88E4D1A30F3}" dt="2026-02-21T20:40:49.059" v="176" actId="478"/>
          <ac:spMkLst>
            <pc:docMk/>
            <pc:sldMk cId="568816214" sldId="501"/>
            <ac:spMk id="7" creationId="{91432515-65D0-4CE8-93E3-E89095C33C19}"/>
          </ac:spMkLst>
        </pc:spChg>
      </pc:sldChg>
      <pc:sldChg chg="addSp delSp modSp mod">
        <pc:chgData name="Andrea Yohana Cortes Mojica" userId="3b47afde-b427-4a15-a20d-d0a4df45be35" providerId="ADAL" clId="{301344BA-98AF-57C8-8621-F88E4D1A30F3}" dt="2026-02-21T20:10:52.095" v="11"/>
        <pc:sldMkLst>
          <pc:docMk/>
          <pc:sldMk cId="786595117" sldId="503"/>
        </pc:sldMkLst>
        <pc:spChg chg="add mod">
          <ac:chgData name="Andrea Yohana Cortes Mojica" userId="3b47afde-b427-4a15-a20d-d0a4df45be35" providerId="ADAL" clId="{301344BA-98AF-57C8-8621-F88E4D1A30F3}" dt="2026-02-21T20:10:52.095" v="11"/>
          <ac:spMkLst>
            <pc:docMk/>
            <pc:sldMk cId="786595117" sldId="503"/>
            <ac:spMk id="3" creationId="{58F67F33-102A-F070-9980-39B47A9304AC}"/>
          </ac:spMkLst>
        </pc:spChg>
        <pc:spChg chg="del">
          <ac:chgData name="Andrea Yohana Cortes Mojica" userId="3b47afde-b427-4a15-a20d-d0a4df45be35" providerId="ADAL" clId="{301344BA-98AF-57C8-8621-F88E4D1A30F3}" dt="2026-02-21T20:10:51.647" v="10" actId="478"/>
          <ac:spMkLst>
            <pc:docMk/>
            <pc:sldMk cId="786595117" sldId="503"/>
            <ac:spMk id="4" creationId="{00000000-0000-0000-0000-000000000000}"/>
          </ac:spMkLst>
        </pc:spChg>
      </pc:sldChg>
      <pc:sldChg chg="addSp delSp modSp mod">
        <pc:chgData name="Andrea Yohana Cortes Mojica" userId="3b47afde-b427-4a15-a20d-d0a4df45be35" providerId="ADAL" clId="{301344BA-98AF-57C8-8621-F88E4D1A30F3}" dt="2026-02-21T20:11:31.471" v="17"/>
        <pc:sldMkLst>
          <pc:docMk/>
          <pc:sldMk cId="1550970832" sldId="507"/>
        </pc:sldMkLst>
        <pc:spChg chg="del">
          <ac:chgData name="Andrea Yohana Cortes Mojica" userId="3b47afde-b427-4a15-a20d-d0a4df45be35" providerId="ADAL" clId="{301344BA-98AF-57C8-8621-F88E4D1A30F3}" dt="2026-02-21T20:11:30.615" v="16" actId="478"/>
          <ac:spMkLst>
            <pc:docMk/>
            <pc:sldMk cId="1550970832" sldId="507"/>
            <ac:spMk id="4" creationId="{95C1F513-9DBD-4027-B9B3-ED7C08CC26D6}"/>
          </ac:spMkLst>
        </pc:spChg>
        <pc:spChg chg="add mod">
          <ac:chgData name="Andrea Yohana Cortes Mojica" userId="3b47afde-b427-4a15-a20d-d0a4df45be35" providerId="ADAL" clId="{301344BA-98AF-57C8-8621-F88E4D1A30F3}" dt="2026-02-21T20:11:31.471" v="17"/>
          <ac:spMkLst>
            <pc:docMk/>
            <pc:sldMk cId="1550970832" sldId="507"/>
            <ac:spMk id="5" creationId="{559BD263-4E47-FC5D-D96C-D0659A8F6955}"/>
          </ac:spMkLst>
        </pc:spChg>
      </pc:sldChg>
      <pc:sldChg chg="addSp delSp modSp mod">
        <pc:chgData name="Andrea Yohana Cortes Mojica" userId="3b47afde-b427-4a15-a20d-d0a4df45be35" providerId="ADAL" clId="{301344BA-98AF-57C8-8621-F88E4D1A30F3}" dt="2026-02-21T20:15:59.116" v="117"/>
        <pc:sldMkLst>
          <pc:docMk/>
          <pc:sldMk cId="482004157" sldId="508"/>
        </pc:sldMkLst>
        <pc:spChg chg="add mod">
          <ac:chgData name="Andrea Yohana Cortes Mojica" userId="3b47afde-b427-4a15-a20d-d0a4df45be35" providerId="ADAL" clId="{301344BA-98AF-57C8-8621-F88E4D1A30F3}" dt="2026-02-21T20:15:59.116" v="117"/>
          <ac:spMkLst>
            <pc:docMk/>
            <pc:sldMk cId="482004157" sldId="508"/>
            <ac:spMk id="4" creationId="{0637DD5A-D959-CE91-297C-E0EF8265F90F}"/>
          </ac:spMkLst>
        </pc:spChg>
        <pc:spChg chg="del">
          <ac:chgData name="Andrea Yohana Cortes Mojica" userId="3b47afde-b427-4a15-a20d-d0a4df45be35" providerId="ADAL" clId="{301344BA-98AF-57C8-8621-F88E4D1A30F3}" dt="2026-02-21T20:15:58.687" v="116" actId="478"/>
          <ac:spMkLst>
            <pc:docMk/>
            <pc:sldMk cId="482004157" sldId="508"/>
            <ac:spMk id="8" creationId="{1DDFFC8A-9438-4008-90D0-8EAF2A95A10F}"/>
          </ac:spMkLst>
        </pc:spChg>
      </pc:sldChg>
      <pc:sldChg chg="addSp delSp modSp mod">
        <pc:chgData name="Andrea Yohana Cortes Mojica" userId="3b47afde-b427-4a15-a20d-d0a4df45be35" providerId="ADAL" clId="{301344BA-98AF-57C8-8621-F88E4D1A30F3}" dt="2026-02-21T20:10:30.506" v="3"/>
        <pc:sldMkLst>
          <pc:docMk/>
          <pc:sldMk cId="2559594239" sldId="509"/>
        </pc:sldMkLst>
        <pc:spChg chg="del">
          <ac:chgData name="Andrea Yohana Cortes Mojica" userId="3b47afde-b427-4a15-a20d-d0a4df45be35" providerId="ADAL" clId="{301344BA-98AF-57C8-8621-F88E4D1A30F3}" dt="2026-02-21T20:10:29.836" v="2" actId="478"/>
          <ac:spMkLst>
            <pc:docMk/>
            <pc:sldMk cId="2559594239" sldId="509"/>
            <ac:spMk id="4" creationId="{00000000-0000-0000-0000-000000000000}"/>
          </ac:spMkLst>
        </pc:spChg>
        <pc:spChg chg="add mod">
          <ac:chgData name="Andrea Yohana Cortes Mojica" userId="3b47afde-b427-4a15-a20d-d0a4df45be35" providerId="ADAL" clId="{301344BA-98AF-57C8-8621-F88E4D1A30F3}" dt="2026-02-21T20:10:30.506" v="3"/>
          <ac:spMkLst>
            <pc:docMk/>
            <pc:sldMk cId="2559594239" sldId="509"/>
            <ac:spMk id="5" creationId="{85B7F689-FE77-08D8-BD13-1F74512A3E9F}"/>
          </ac:spMkLst>
        </pc:spChg>
      </pc:sldChg>
      <pc:sldChg chg="addSp delSp modSp mod">
        <pc:chgData name="Andrea Yohana Cortes Mojica" userId="3b47afde-b427-4a15-a20d-d0a4df45be35" providerId="ADAL" clId="{301344BA-98AF-57C8-8621-F88E4D1A30F3}" dt="2026-02-21T20:14:46.682" v="99"/>
        <pc:sldMkLst>
          <pc:docMk/>
          <pc:sldMk cId="1401012838" sldId="510"/>
        </pc:sldMkLst>
        <pc:spChg chg="del">
          <ac:chgData name="Andrea Yohana Cortes Mojica" userId="3b47afde-b427-4a15-a20d-d0a4df45be35" providerId="ADAL" clId="{301344BA-98AF-57C8-8621-F88E4D1A30F3}" dt="2026-02-21T20:14:46.073" v="98" actId="478"/>
          <ac:spMkLst>
            <pc:docMk/>
            <pc:sldMk cId="1401012838" sldId="510"/>
            <ac:spMk id="4" creationId="{00000000-0000-0000-0000-000000000000}"/>
          </ac:spMkLst>
        </pc:spChg>
        <pc:spChg chg="add mod">
          <ac:chgData name="Andrea Yohana Cortes Mojica" userId="3b47afde-b427-4a15-a20d-d0a4df45be35" providerId="ADAL" clId="{301344BA-98AF-57C8-8621-F88E4D1A30F3}" dt="2026-02-21T20:14:46.682" v="99"/>
          <ac:spMkLst>
            <pc:docMk/>
            <pc:sldMk cId="1401012838" sldId="510"/>
            <ac:spMk id="5" creationId="{75686363-8A1C-759F-0F23-929A6525D059}"/>
          </ac:spMkLst>
        </pc:spChg>
      </pc:sldChg>
      <pc:sldChg chg="addSp delSp modSp mod">
        <pc:chgData name="Andrea Yohana Cortes Mojica" userId="3b47afde-b427-4a15-a20d-d0a4df45be35" providerId="ADAL" clId="{301344BA-98AF-57C8-8621-F88E4D1A30F3}" dt="2026-02-21T20:11:05.152" v="15"/>
        <pc:sldMkLst>
          <pc:docMk/>
          <pc:sldMk cId="1402717956" sldId="511"/>
        </pc:sldMkLst>
        <pc:spChg chg="del">
          <ac:chgData name="Andrea Yohana Cortes Mojica" userId="3b47afde-b427-4a15-a20d-d0a4df45be35" providerId="ADAL" clId="{301344BA-98AF-57C8-8621-F88E4D1A30F3}" dt="2026-02-21T20:11:04.702" v="14" actId="478"/>
          <ac:spMkLst>
            <pc:docMk/>
            <pc:sldMk cId="1402717956" sldId="511"/>
            <ac:spMk id="4" creationId="{00000000-0000-0000-0000-000000000000}"/>
          </ac:spMkLst>
        </pc:spChg>
        <pc:spChg chg="add mod">
          <ac:chgData name="Andrea Yohana Cortes Mojica" userId="3b47afde-b427-4a15-a20d-d0a4df45be35" providerId="ADAL" clId="{301344BA-98AF-57C8-8621-F88E4D1A30F3}" dt="2026-02-21T20:11:05.152" v="15"/>
          <ac:spMkLst>
            <pc:docMk/>
            <pc:sldMk cId="1402717956" sldId="511"/>
            <ac:spMk id="5" creationId="{1566A99C-B60A-7C28-A336-DB00F33DC8B5}"/>
          </ac:spMkLst>
        </pc:spChg>
      </pc:sldChg>
      <pc:sldChg chg="addSp delSp modSp mod">
        <pc:chgData name="Andrea Yohana Cortes Mojica" userId="3b47afde-b427-4a15-a20d-d0a4df45be35" providerId="ADAL" clId="{301344BA-98AF-57C8-8621-F88E4D1A30F3}" dt="2026-02-21T20:15:55.323" v="115"/>
        <pc:sldMkLst>
          <pc:docMk/>
          <pc:sldMk cId="2566494754" sldId="512"/>
        </pc:sldMkLst>
        <pc:spChg chg="del">
          <ac:chgData name="Andrea Yohana Cortes Mojica" userId="3b47afde-b427-4a15-a20d-d0a4df45be35" providerId="ADAL" clId="{301344BA-98AF-57C8-8621-F88E4D1A30F3}" dt="2026-02-21T20:15:54.744" v="114" actId="478"/>
          <ac:spMkLst>
            <pc:docMk/>
            <pc:sldMk cId="2566494754" sldId="512"/>
            <ac:spMk id="4" creationId="{00000000-0000-0000-0000-000000000000}"/>
          </ac:spMkLst>
        </pc:spChg>
        <pc:spChg chg="add mod">
          <ac:chgData name="Andrea Yohana Cortes Mojica" userId="3b47afde-b427-4a15-a20d-d0a4df45be35" providerId="ADAL" clId="{301344BA-98AF-57C8-8621-F88E4D1A30F3}" dt="2026-02-21T20:15:55.323" v="115"/>
          <ac:spMkLst>
            <pc:docMk/>
            <pc:sldMk cId="2566494754" sldId="512"/>
            <ac:spMk id="5" creationId="{FFB1B2FC-B97D-A5C0-DAE5-C9484EF7C966}"/>
          </ac:spMkLst>
        </pc:spChg>
      </pc:sldChg>
      <pc:sldChg chg="addSp delSp modSp mod">
        <pc:chgData name="Andrea Yohana Cortes Mojica" userId="3b47afde-b427-4a15-a20d-d0a4df45be35" providerId="ADAL" clId="{301344BA-98AF-57C8-8621-F88E4D1A30F3}" dt="2026-02-21T20:16:52.947" v="139"/>
        <pc:sldMkLst>
          <pc:docMk/>
          <pc:sldMk cId="1805408091" sldId="513"/>
        </pc:sldMkLst>
        <pc:spChg chg="del">
          <ac:chgData name="Andrea Yohana Cortes Mojica" userId="3b47afde-b427-4a15-a20d-d0a4df45be35" providerId="ADAL" clId="{301344BA-98AF-57C8-8621-F88E4D1A30F3}" dt="2026-02-21T20:16:52.337" v="138" actId="478"/>
          <ac:spMkLst>
            <pc:docMk/>
            <pc:sldMk cId="1805408091" sldId="513"/>
            <ac:spMk id="4" creationId="{00000000-0000-0000-0000-000000000000}"/>
          </ac:spMkLst>
        </pc:spChg>
        <pc:spChg chg="add mod">
          <ac:chgData name="Andrea Yohana Cortes Mojica" userId="3b47afde-b427-4a15-a20d-d0a4df45be35" providerId="ADAL" clId="{301344BA-98AF-57C8-8621-F88E4D1A30F3}" dt="2026-02-21T20:16:52.947" v="139"/>
          <ac:spMkLst>
            <pc:docMk/>
            <pc:sldMk cId="1805408091" sldId="513"/>
            <ac:spMk id="5" creationId="{EF690A78-9E3D-0363-1F93-FE03589CADC7}"/>
          </ac:spMkLst>
        </pc:spChg>
      </pc:sldChg>
      <pc:sldChg chg="addSp delSp modSp mod">
        <pc:chgData name="Andrea Yohana Cortes Mojica" userId="3b47afde-b427-4a15-a20d-d0a4df45be35" providerId="ADAL" clId="{301344BA-98AF-57C8-8621-F88E4D1A30F3}" dt="2026-02-21T20:16:02.057" v="119"/>
        <pc:sldMkLst>
          <pc:docMk/>
          <pc:sldMk cId="2018809105" sldId="514"/>
        </pc:sldMkLst>
        <pc:spChg chg="del">
          <ac:chgData name="Andrea Yohana Cortes Mojica" userId="3b47afde-b427-4a15-a20d-d0a4df45be35" providerId="ADAL" clId="{301344BA-98AF-57C8-8621-F88E4D1A30F3}" dt="2026-02-21T20:16:01.705" v="118" actId="478"/>
          <ac:spMkLst>
            <pc:docMk/>
            <pc:sldMk cId="2018809105" sldId="514"/>
            <ac:spMk id="4" creationId="{00000000-0000-0000-0000-000000000000}"/>
          </ac:spMkLst>
        </pc:spChg>
        <pc:spChg chg="add mod">
          <ac:chgData name="Andrea Yohana Cortes Mojica" userId="3b47afde-b427-4a15-a20d-d0a4df45be35" providerId="ADAL" clId="{301344BA-98AF-57C8-8621-F88E4D1A30F3}" dt="2026-02-21T20:16:02.057" v="119"/>
          <ac:spMkLst>
            <pc:docMk/>
            <pc:sldMk cId="2018809105" sldId="514"/>
            <ac:spMk id="5" creationId="{47A09804-E9F0-01AB-F7BC-AC5CAF934B3F}"/>
          </ac:spMkLst>
        </pc:spChg>
      </pc:sldChg>
      <pc:sldChg chg="addSp delSp modSp mod">
        <pc:chgData name="Andrea Yohana Cortes Mojica" userId="3b47afde-b427-4a15-a20d-d0a4df45be35" providerId="ADAL" clId="{301344BA-98AF-57C8-8621-F88E4D1A30F3}" dt="2026-02-21T20:39:57.467" v="159"/>
        <pc:sldMkLst>
          <pc:docMk/>
          <pc:sldMk cId="3016536859" sldId="515"/>
        </pc:sldMkLst>
        <pc:spChg chg="del">
          <ac:chgData name="Andrea Yohana Cortes Mojica" userId="3b47afde-b427-4a15-a20d-d0a4df45be35" providerId="ADAL" clId="{301344BA-98AF-57C8-8621-F88E4D1A30F3}" dt="2026-02-21T20:39:56.585" v="158" actId="478"/>
          <ac:spMkLst>
            <pc:docMk/>
            <pc:sldMk cId="3016536859" sldId="515"/>
            <ac:spMk id="4" creationId="{00000000-0000-0000-0000-000000000000}"/>
          </ac:spMkLst>
        </pc:spChg>
        <pc:spChg chg="add mod">
          <ac:chgData name="Andrea Yohana Cortes Mojica" userId="3b47afde-b427-4a15-a20d-d0a4df45be35" providerId="ADAL" clId="{301344BA-98AF-57C8-8621-F88E4D1A30F3}" dt="2026-02-21T20:39:57.467" v="159"/>
          <ac:spMkLst>
            <pc:docMk/>
            <pc:sldMk cId="3016536859" sldId="515"/>
            <ac:spMk id="5" creationId="{2F5F4E52-727F-22A6-67C1-192DBE1AE389}"/>
          </ac:spMkLst>
        </pc:spChg>
      </pc:sldChg>
      <pc:sldChg chg="addSp delSp modSp mod">
        <pc:chgData name="Andrea Yohana Cortes Mojica" userId="3b47afde-b427-4a15-a20d-d0a4df45be35" providerId="ADAL" clId="{301344BA-98AF-57C8-8621-F88E4D1A30F3}" dt="2026-02-21T20:15:06.639" v="102"/>
        <pc:sldMkLst>
          <pc:docMk/>
          <pc:sldMk cId="2155157549" sldId="516"/>
        </pc:sldMkLst>
        <pc:spChg chg="add mod">
          <ac:chgData name="Andrea Yohana Cortes Mojica" userId="3b47afde-b427-4a15-a20d-d0a4df45be35" providerId="ADAL" clId="{301344BA-98AF-57C8-8621-F88E4D1A30F3}" dt="2026-02-21T20:14:42.429" v="97"/>
          <ac:spMkLst>
            <pc:docMk/>
            <pc:sldMk cId="2155157549" sldId="516"/>
            <ac:spMk id="4" creationId="{BB39004A-77CA-0F17-26B7-D4E2D267E082}"/>
          </ac:spMkLst>
        </pc:spChg>
        <pc:spChg chg="add mod">
          <ac:chgData name="Andrea Yohana Cortes Mojica" userId="3b47afde-b427-4a15-a20d-d0a4df45be35" providerId="ADAL" clId="{301344BA-98AF-57C8-8621-F88E4D1A30F3}" dt="2026-02-21T20:15:06.639" v="102"/>
          <ac:spMkLst>
            <pc:docMk/>
            <pc:sldMk cId="2155157549" sldId="516"/>
            <ac:spMk id="5" creationId="{6F727027-D0CC-CE87-F507-9F1C5C5E4311}"/>
          </ac:spMkLst>
        </pc:spChg>
        <pc:spChg chg="del">
          <ac:chgData name="Andrea Yohana Cortes Mojica" userId="3b47afde-b427-4a15-a20d-d0a4df45be35" providerId="ADAL" clId="{301344BA-98AF-57C8-8621-F88E4D1A30F3}" dt="2026-02-21T20:14:41.582" v="96" actId="478"/>
          <ac:spMkLst>
            <pc:docMk/>
            <pc:sldMk cId="2155157549" sldId="516"/>
            <ac:spMk id="7" creationId="{BD232843-865C-E2D2-996D-79FAD0361292}"/>
          </ac:spMkLst>
        </pc:spChg>
        <pc:spChg chg="del">
          <ac:chgData name="Andrea Yohana Cortes Mojica" userId="3b47afde-b427-4a15-a20d-d0a4df45be35" providerId="ADAL" clId="{301344BA-98AF-57C8-8621-F88E4D1A30F3}" dt="2026-02-21T20:15:05.923" v="101" actId="478"/>
          <ac:spMkLst>
            <pc:docMk/>
            <pc:sldMk cId="2155157549" sldId="516"/>
            <ac:spMk id="18" creationId="{EABC8375-3DC6-9D8E-5736-EA0DE90C99CD}"/>
          </ac:spMkLst>
        </pc:spChg>
        <pc:graphicFrameChg chg="mod">
          <ac:chgData name="Andrea Yohana Cortes Mojica" userId="3b47afde-b427-4a15-a20d-d0a4df45be35" providerId="ADAL" clId="{301344BA-98AF-57C8-8621-F88E4D1A30F3}" dt="2026-02-21T20:14:57.766" v="100"/>
          <ac:graphicFrameMkLst>
            <pc:docMk/>
            <pc:sldMk cId="2155157549" sldId="516"/>
            <ac:graphicFrameMk id="2" creationId="{8B48860C-1294-EF1D-DC61-429FAF2E2068}"/>
          </ac:graphicFrameMkLst>
        </pc:graphicFrameChg>
      </pc:sldChg>
      <pc:sldChg chg="addSp delSp modSp mod">
        <pc:chgData name="Andrea Yohana Cortes Mojica" userId="3b47afde-b427-4a15-a20d-d0a4df45be35" providerId="ADAL" clId="{301344BA-98AF-57C8-8621-F88E4D1A30F3}" dt="2026-02-21T20:42:31.741" v="202" actId="255"/>
        <pc:sldMkLst>
          <pc:docMk/>
          <pc:sldMk cId="4133145318" sldId="517"/>
        </pc:sldMkLst>
        <pc:spChg chg="mod">
          <ac:chgData name="Andrea Yohana Cortes Mojica" userId="3b47afde-b427-4a15-a20d-d0a4df45be35" providerId="ADAL" clId="{301344BA-98AF-57C8-8621-F88E4D1A30F3}" dt="2026-02-21T20:42:31.741" v="202" actId="255"/>
          <ac:spMkLst>
            <pc:docMk/>
            <pc:sldMk cId="4133145318" sldId="517"/>
            <ac:spMk id="2" creationId="{DCBE5BC1-D418-E6D9-E8A9-EC91D5E7F0EF}"/>
          </ac:spMkLst>
        </pc:spChg>
        <pc:spChg chg="add mod">
          <ac:chgData name="Andrea Yohana Cortes Mojica" userId="3b47afde-b427-4a15-a20d-d0a4df45be35" providerId="ADAL" clId="{301344BA-98AF-57C8-8621-F88E4D1A30F3}" dt="2026-02-21T20:40:54.977" v="179"/>
          <ac:spMkLst>
            <pc:docMk/>
            <pc:sldMk cId="4133145318" sldId="517"/>
            <ac:spMk id="3" creationId="{729F2E80-9369-D4C0-21F1-4F3CCFEE434C}"/>
          </ac:spMkLst>
        </pc:spChg>
        <pc:spChg chg="del">
          <ac:chgData name="Andrea Yohana Cortes Mojica" userId="3b47afde-b427-4a15-a20d-d0a4df45be35" providerId="ADAL" clId="{301344BA-98AF-57C8-8621-F88E4D1A30F3}" dt="2026-02-21T20:40:54.007" v="178" actId="478"/>
          <ac:spMkLst>
            <pc:docMk/>
            <pc:sldMk cId="4133145318" sldId="517"/>
            <ac:spMk id="6" creationId="{AA4ADDE7-D08C-8180-7731-5EF8EB2EDCA3}"/>
          </ac:spMkLst>
        </pc:spChg>
        <pc:spChg chg="mod">
          <ac:chgData name="Andrea Yohana Cortes Mojica" userId="3b47afde-b427-4a15-a20d-d0a4df45be35" providerId="ADAL" clId="{301344BA-98AF-57C8-8621-F88E4D1A30F3}" dt="2026-02-21T20:41:21.950" v="185" actId="2711"/>
          <ac:spMkLst>
            <pc:docMk/>
            <pc:sldMk cId="4133145318" sldId="517"/>
            <ac:spMk id="12" creationId="{32B9317A-A94C-DD75-81C4-AE388DFA6433}"/>
          </ac:spMkLst>
        </pc:spChg>
        <pc:spChg chg="mod">
          <ac:chgData name="Andrea Yohana Cortes Mojica" userId="3b47afde-b427-4a15-a20d-d0a4df45be35" providerId="ADAL" clId="{301344BA-98AF-57C8-8621-F88E4D1A30F3}" dt="2026-02-21T20:41:21.950" v="185" actId="2711"/>
          <ac:spMkLst>
            <pc:docMk/>
            <pc:sldMk cId="4133145318" sldId="517"/>
            <ac:spMk id="14" creationId="{F20A7FC4-6AB6-33BC-2F7A-69A6E4D22B0C}"/>
          </ac:spMkLst>
        </pc:spChg>
        <pc:spChg chg="mod">
          <ac:chgData name="Andrea Yohana Cortes Mojica" userId="3b47afde-b427-4a15-a20d-d0a4df45be35" providerId="ADAL" clId="{301344BA-98AF-57C8-8621-F88E4D1A30F3}" dt="2026-02-21T20:41:24.253" v="187" actId="20577"/>
          <ac:spMkLst>
            <pc:docMk/>
            <pc:sldMk cId="4133145318" sldId="517"/>
            <ac:spMk id="15" creationId="{D9B86C68-65D5-2DD8-B78E-038AF62C19B6}"/>
          </ac:spMkLst>
        </pc:spChg>
        <pc:spChg chg="mod">
          <ac:chgData name="Andrea Yohana Cortes Mojica" userId="3b47afde-b427-4a15-a20d-d0a4df45be35" providerId="ADAL" clId="{301344BA-98AF-57C8-8621-F88E4D1A30F3}" dt="2026-02-21T20:41:41.575" v="193" actId="20577"/>
          <ac:spMkLst>
            <pc:docMk/>
            <pc:sldMk cId="4133145318" sldId="517"/>
            <ac:spMk id="16" creationId="{9483BB07-18AE-6607-6182-09A87EF578F3}"/>
          </ac:spMkLst>
        </pc:spChg>
        <pc:grpChg chg="mod">
          <ac:chgData name="Andrea Yohana Cortes Mojica" userId="3b47afde-b427-4a15-a20d-d0a4df45be35" providerId="ADAL" clId="{301344BA-98AF-57C8-8621-F88E4D1A30F3}" dt="2026-02-21T20:41:17.650" v="184" actId="14100"/>
          <ac:grpSpMkLst>
            <pc:docMk/>
            <pc:sldMk cId="4133145318" sldId="517"/>
            <ac:grpSpMk id="11" creationId="{2B743F86-1F3E-BC61-D01C-04A4AA6F3039}"/>
          </ac:grpSpMkLst>
        </pc:grpChg>
        <pc:graphicFrameChg chg="modGraphic">
          <ac:chgData name="Andrea Yohana Cortes Mojica" userId="3b47afde-b427-4a15-a20d-d0a4df45be35" providerId="ADAL" clId="{301344BA-98AF-57C8-8621-F88E4D1A30F3}" dt="2026-02-21T20:41:10.610" v="183" actId="20577"/>
          <ac:graphicFrameMkLst>
            <pc:docMk/>
            <pc:sldMk cId="4133145318" sldId="517"/>
            <ac:graphicFrameMk id="9" creationId="{10C1BA69-7374-B9D1-3022-05596823E77E}"/>
          </ac:graphicFrameMkLst>
        </pc:graphicFrameChg>
      </pc:sldChg>
      <pc:sldChg chg="addSp delSp modSp mod">
        <pc:chgData name="Andrea Yohana Cortes Mojica" userId="3b47afde-b427-4a15-a20d-d0a4df45be35" providerId="ADAL" clId="{301344BA-98AF-57C8-8621-F88E4D1A30F3}" dt="2026-02-21T20:43:00.673" v="213"/>
        <pc:sldMkLst>
          <pc:docMk/>
          <pc:sldMk cId="2780630837" sldId="518"/>
        </pc:sldMkLst>
        <pc:spChg chg="del">
          <ac:chgData name="Andrea Yohana Cortes Mojica" userId="3b47afde-b427-4a15-a20d-d0a4df45be35" providerId="ADAL" clId="{301344BA-98AF-57C8-8621-F88E4D1A30F3}" dt="2026-02-21T20:42:37.798" v="203" actId="478"/>
          <ac:spMkLst>
            <pc:docMk/>
            <pc:sldMk cId="2780630837" sldId="518"/>
            <ac:spMk id="2" creationId="{2CC2B1FF-8D6E-48DC-4EE4-B2B9EAE5917C}"/>
          </ac:spMkLst>
        </pc:spChg>
        <pc:spChg chg="add del mod">
          <ac:chgData name="Andrea Yohana Cortes Mojica" userId="3b47afde-b427-4a15-a20d-d0a4df45be35" providerId="ADAL" clId="{301344BA-98AF-57C8-8621-F88E4D1A30F3}" dt="2026-02-21T20:42:38.971" v="204" actId="478"/>
          <ac:spMkLst>
            <pc:docMk/>
            <pc:sldMk cId="2780630837" sldId="518"/>
            <ac:spMk id="4" creationId="{C994F844-7F22-2F93-C943-29DAFC11B99E}"/>
          </ac:spMkLst>
        </pc:spChg>
        <pc:spChg chg="del">
          <ac:chgData name="Andrea Yohana Cortes Mojica" userId="3b47afde-b427-4a15-a20d-d0a4df45be35" providerId="ADAL" clId="{301344BA-98AF-57C8-8621-F88E4D1A30F3}" dt="2026-02-21T20:42:59.947" v="212" actId="478"/>
          <ac:spMkLst>
            <pc:docMk/>
            <pc:sldMk cId="2780630837" sldId="518"/>
            <ac:spMk id="6" creationId="{9E2EEA41-2D43-BB4F-9BB5-095A29C1C68C}"/>
          </ac:spMkLst>
        </pc:spChg>
        <pc:spChg chg="add mod">
          <ac:chgData name="Andrea Yohana Cortes Mojica" userId="3b47afde-b427-4a15-a20d-d0a4df45be35" providerId="ADAL" clId="{301344BA-98AF-57C8-8621-F88E4D1A30F3}" dt="2026-02-21T20:42:39.587" v="205"/>
          <ac:spMkLst>
            <pc:docMk/>
            <pc:sldMk cId="2780630837" sldId="518"/>
            <ac:spMk id="7" creationId="{6E36911E-8EE8-82B9-31F7-D8A75137EF8F}"/>
          </ac:spMkLst>
        </pc:spChg>
        <pc:spChg chg="add mod">
          <ac:chgData name="Andrea Yohana Cortes Mojica" userId="3b47afde-b427-4a15-a20d-d0a4df45be35" providerId="ADAL" clId="{301344BA-98AF-57C8-8621-F88E4D1A30F3}" dt="2026-02-21T20:43:00.673" v="213"/>
          <ac:spMkLst>
            <pc:docMk/>
            <pc:sldMk cId="2780630837" sldId="518"/>
            <ac:spMk id="9" creationId="{1EA35FD9-9BCE-010D-4451-A0791F653DFC}"/>
          </ac:spMkLst>
        </pc:spChg>
        <pc:spChg chg="mod">
          <ac:chgData name="Andrea Yohana Cortes Mojica" userId="3b47afde-b427-4a15-a20d-d0a4df45be35" providerId="ADAL" clId="{301344BA-98AF-57C8-8621-F88E4D1A30F3}" dt="2026-02-21T20:42:07.009" v="196" actId="207"/>
          <ac:spMkLst>
            <pc:docMk/>
            <pc:sldMk cId="2780630837" sldId="518"/>
            <ac:spMk id="18" creationId="{1DB692AA-8C07-AF66-C720-12C6D6C4062C}"/>
          </ac:spMkLst>
        </pc:spChg>
        <pc:graphicFrameChg chg="modGraphic">
          <ac:chgData name="Andrea Yohana Cortes Mojica" userId="3b47afde-b427-4a15-a20d-d0a4df45be35" providerId="ADAL" clId="{301344BA-98AF-57C8-8621-F88E4D1A30F3}" dt="2026-02-21T20:41:56.623" v="194" actId="2711"/>
          <ac:graphicFrameMkLst>
            <pc:docMk/>
            <pc:sldMk cId="2780630837" sldId="518"/>
            <ac:graphicFrameMk id="8" creationId="{270DBAAF-7BA9-6593-C47C-15FAC6D09E41}"/>
          </ac:graphicFrameMkLst>
        </pc:graphicFrameChg>
      </pc:sldChg>
      <pc:sldChg chg="addSp delSp modSp mod">
        <pc:chgData name="Andrea Yohana Cortes Mojica" userId="3b47afde-b427-4a15-a20d-d0a4df45be35" providerId="ADAL" clId="{301344BA-98AF-57C8-8621-F88E4D1A30F3}" dt="2026-02-21T20:42:55.016" v="211" actId="113"/>
        <pc:sldMkLst>
          <pc:docMk/>
          <pc:sldMk cId="3390006980" sldId="519"/>
        </pc:sldMkLst>
        <pc:spChg chg="del">
          <ac:chgData name="Andrea Yohana Cortes Mojica" userId="3b47afde-b427-4a15-a20d-d0a4df45be35" providerId="ADAL" clId="{301344BA-98AF-57C8-8621-F88E4D1A30F3}" dt="2026-02-21T20:42:42.707" v="206" actId="478"/>
          <ac:spMkLst>
            <pc:docMk/>
            <pc:sldMk cId="3390006980" sldId="519"/>
            <ac:spMk id="2" creationId="{C5A3A4EF-7A7D-AC3B-F30B-745F35CB7928}"/>
          </ac:spMkLst>
        </pc:spChg>
        <pc:spChg chg="mod">
          <ac:chgData name="Andrea Yohana Cortes Mojica" userId="3b47afde-b427-4a15-a20d-d0a4df45be35" providerId="ADAL" clId="{301344BA-98AF-57C8-8621-F88E4D1A30F3}" dt="2026-02-21T20:42:55.016" v="211" actId="113"/>
          <ac:spMkLst>
            <pc:docMk/>
            <pc:sldMk cId="3390006980" sldId="519"/>
            <ac:spMk id="6" creationId="{CE5921D4-0036-6F82-1E43-107486AACFBC}"/>
          </ac:spMkLst>
        </pc:spChg>
        <pc:spChg chg="add del mod">
          <ac:chgData name="Andrea Yohana Cortes Mojica" userId="3b47afde-b427-4a15-a20d-d0a4df45be35" providerId="ADAL" clId="{301344BA-98AF-57C8-8621-F88E4D1A30F3}" dt="2026-02-21T20:42:45.184" v="207" actId="478"/>
          <ac:spMkLst>
            <pc:docMk/>
            <pc:sldMk cId="3390006980" sldId="519"/>
            <ac:spMk id="18" creationId="{FEF409E0-D5B6-CC14-3937-5D8FE8D8807F}"/>
          </ac:spMkLst>
        </pc:spChg>
        <pc:spChg chg="add mod">
          <ac:chgData name="Andrea Yohana Cortes Mojica" userId="3b47afde-b427-4a15-a20d-d0a4df45be35" providerId="ADAL" clId="{301344BA-98AF-57C8-8621-F88E4D1A30F3}" dt="2026-02-21T20:42:45.904" v="208"/>
          <ac:spMkLst>
            <pc:docMk/>
            <pc:sldMk cId="3390006980" sldId="519"/>
            <ac:spMk id="27" creationId="{10DDB495-ED45-DAD6-2835-61C59D96830F}"/>
          </ac:spMkLst>
        </pc:spChg>
      </pc:sldChg>
      <pc:sldChg chg="addSp delSp modSp mod">
        <pc:chgData name="Andrea Yohana Cortes Mojica" userId="3b47afde-b427-4a15-a20d-d0a4df45be35" providerId="ADAL" clId="{301344BA-98AF-57C8-8621-F88E4D1A30F3}" dt="2026-02-21T20:15:32.329" v="108"/>
        <pc:sldMkLst>
          <pc:docMk/>
          <pc:sldMk cId="4274238129" sldId="520"/>
        </pc:sldMkLst>
        <pc:spChg chg="add mod">
          <ac:chgData name="Andrea Yohana Cortes Mojica" userId="3b47afde-b427-4a15-a20d-d0a4df45be35" providerId="ADAL" clId="{301344BA-98AF-57C8-8621-F88E4D1A30F3}" dt="2026-02-21T20:15:32.329" v="108"/>
          <ac:spMkLst>
            <pc:docMk/>
            <pc:sldMk cId="4274238129" sldId="520"/>
            <ac:spMk id="4" creationId="{AD34D6F8-FEFE-F0B9-3FD4-4E0D2BA4D448}"/>
          </ac:spMkLst>
        </pc:spChg>
        <pc:spChg chg="del">
          <ac:chgData name="Andrea Yohana Cortes Mojica" userId="3b47afde-b427-4a15-a20d-d0a4df45be35" providerId="ADAL" clId="{301344BA-98AF-57C8-8621-F88E4D1A30F3}" dt="2026-02-21T20:15:31.594" v="107" actId="478"/>
          <ac:spMkLst>
            <pc:docMk/>
            <pc:sldMk cId="4274238129" sldId="520"/>
            <ac:spMk id="8" creationId="{2B74E53D-88DA-E3F0-98C3-00AD9B0BCF6C}"/>
          </ac:spMkLst>
        </pc:spChg>
      </pc:sldChg>
    </pc:docChg>
  </pc:docChgLst>
  <pc:docChgLst>
    <pc:chgData name="Pedro Ruiz Vasquez" userId="b9ac515f-a907-4e47-a2f2-146fecab7773" providerId="ADAL" clId="{56A0C440-5C1A-4EB2-911C-33352D869E1C}"/>
    <pc:docChg chg="undo custSel modSld modMainMaster">
      <pc:chgData name="Pedro Ruiz Vasquez" userId="b9ac515f-a907-4e47-a2f2-146fecab7773" providerId="ADAL" clId="{56A0C440-5C1A-4EB2-911C-33352D869E1C}" dt="2026-02-22T23:44:18.530" v="390" actId="404"/>
      <pc:docMkLst>
        <pc:docMk/>
      </pc:docMkLst>
      <pc:sldChg chg="modSp">
        <pc:chgData name="Pedro Ruiz Vasquez" userId="b9ac515f-a907-4e47-a2f2-146fecab7773" providerId="ADAL" clId="{56A0C440-5C1A-4EB2-911C-33352D869E1C}" dt="2026-02-22T23:40:37.112" v="358" actId="404"/>
        <pc:sldMkLst>
          <pc:docMk/>
          <pc:sldMk cId="0" sldId="328"/>
        </pc:sldMkLst>
        <pc:spChg chg="mod">
          <ac:chgData name="Pedro Ruiz Vasquez" userId="b9ac515f-a907-4e47-a2f2-146fecab7773" providerId="ADAL" clId="{56A0C440-5C1A-4EB2-911C-33352D869E1C}" dt="2026-02-22T23:40:37.112" v="358" actId="404"/>
          <ac:spMkLst>
            <pc:docMk/>
            <pc:sldMk cId="0" sldId="328"/>
            <ac:spMk id="2" creationId="{00000000-0000-0000-0000-000000000000}"/>
          </ac:spMkLst>
        </pc:spChg>
      </pc:sldChg>
      <pc:sldChg chg="modSp">
        <pc:chgData name="Pedro Ruiz Vasquez" userId="b9ac515f-a907-4e47-a2f2-146fecab7773" providerId="ADAL" clId="{56A0C440-5C1A-4EB2-911C-33352D869E1C}" dt="2026-02-22T23:40:55.468" v="361" actId="404"/>
        <pc:sldMkLst>
          <pc:docMk/>
          <pc:sldMk cId="1810173317" sldId="387"/>
        </pc:sldMkLst>
        <pc:spChg chg="mod">
          <ac:chgData name="Pedro Ruiz Vasquez" userId="b9ac515f-a907-4e47-a2f2-146fecab7773" providerId="ADAL" clId="{56A0C440-5C1A-4EB2-911C-33352D869E1C}" dt="2026-02-22T23:40:55.468" v="361" actId="404"/>
          <ac:spMkLst>
            <pc:docMk/>
            <pc:sldMk cId="1810173317" sldId="387"/>
            <ac:spMk id="3" creationId="{00000000-0000-0000-0000-000000000000}"/>
          </ac:spMkLst>
        </pc:spChg>
        <pc:spChg chg="mod">
          <ac:chgData name="Pedro Ruiz Vasquez" userId="b9ac515f-a907-4e47-a2f2-146fecab7773" providerId="ADAL" clId="{56A0C440-5C1A-4EB2-911C-33352D869E1C}" dt="2026-02-22T23:40:55.468" v="361" actId="404"/>
          <ac:spMkLst>
            <pc:docMk/>
            <pc:sldMk cId="1810173317" sldId="387"/>
            <ac:spMk id="8" creationId="{00000000-0000-0000-0000-000000000000}"/>
          </ac:spMkLst>
        </pc:spChg>
        <pc:spChg chg="mod">
          <ac:chgData name="Pedro Ruiz Vasquez" userId="b9ac515f-a907-4e47-a2f2-146fecab7773" providerId="ADAL" clId="{56A0C440-5C1A-4EB2-911C-33352D869E1C}" dt="2026-02-22T23:40:55.468" v="361" actId="404"/>
          <ac:spMkLst>
            <pc:docMk/>
            <pc:sldMk cId="1810173317" sldId="387"/>
            <ac:spMk id="9" creationId="{00000000-0000-0000-0000-000000000000}"/>
          </ac:spMkLst>
        </pc:spChg>
        <pc:spChg chg="mod">
          <ac:chgData name="Pedro Ruiz Vasquez" userId="b9ac515f-a907-4e47-a2f2-146fecab7773" providerId="ADAL" clId="{56A0C440-5C1A-4EB2-911C-33352D869E1C}" dt="2026-02-22T23:40:55.468" v="361" actId="404"/>
          <ac:spMkLst>
            <pc:docMk/>
            <pc:sldMk cId="1810173317" sldId="387"/>
            <ac:spMk id="10" creationId="{00000000-0000-0000-0000-000000000000}"/>
          </ac:spMkLst>
        </pc:spChg>
        <pc:spChg chg="mod">
          <ac:chgData name="Pedro Ruiz Vasquez" userId="b9ac515f-a907-4e47-a2f2-146fecab7773" providerId="ADAL" clId="{56A0C440-5C1A-4EB2-911C-33352D869E1C}" dt="2026-02-22T23:40:55.468" v="361" actId="404"/>
          <ac:spMkLst>
            <pc:docMk/>
            <pc:sldMk cId="1810173317" sldId="387"/>
            <ac:spMk id="11" creationId="{00000000-0000-0000-0000-000000000000}"/>
          </ac:spMkLst>
        </pc:spChg>
      </pc:sldChg>
      <pc:sldChg chg="modSp mod">
        <pc:chgData name="Pedro Ruiz Vasquez" userId="b9ac515f-a907-4e47-a2f2-146fecab7773" providerId="ADAL" clId="{56A0C440-5C1A-4EB2-911C-33352D869E1C}" dt="2026-02-22T23:41:06.797" v="364" actId="403"/>
        <pc:sldMkLst>
          <pc:docMk/>
          <pc:sldMk cId="2372496529" sldId="389"/>
        </pc:sldMkLst>
        <pc:spChg chg="mod">
          <ac:chgData name="Pedro Ruiz Vasquez" userId="b9ac515f-a907-4e47-a2f2-146fecab7773" providerId="ADAL" clId="{56A0C440-5C1A-4EB2-911C-33352D869E1C}" dt="2026-02-22T23:41:01.708" v="362" actId="404"/>
          <ac:spMkLst>
            <pc:docMk/>
            <pc:sldMk cId="2372496529" sldId="389"/>
            <ac:spMk id="3" creationId="{00000000-0000-0000-0000-000000000000}"/>
          </ac:spMkLst>
        </pc:spChg>
        <pc:spChg chg="mod">
          <ac:chgData name="Pedro Ruiz Vasquez" userId="b9ac515f-a907-4e47-a2f2-146fecab7773" providerId="ADAL" clId="{56A0C440-5C1A-4EB2-911C-33352D869E1C}" dt="2026-02-22T23:41:06.797" v="364" actId="403"/>
          <ac:spMkLst>
            <pc:docMk/>
            <pc:sldMk cId="2372496529" sldId="389"/>
            <ac:spMk id="18" creationId="{00000000-0000-0000-0000-000000000000}"/>
          </ac:spMkLst>
        </pc:spChg>
      </pc:sldChg>
      <pc:sldChg chg="modSp mod">
        <pc:chgData name="Pedro Ruiz Vasquez" userId="b9ac515f-a907-4e47-a2f2-146fecab7773" providerId="ADAL" clId="{56A0C440-5C1A-4EB2-911C-33352D869E1C}" dt="2026-02-22T23:41:50.732" v="372" actId="1076"/>
        <pc:sldMkLst>
          <pc:docMk/>
          <pc:sldMk cId="952099313" sldId="393"/>
        </pc:sldMkLst>
        <pc:spChg chg="mod">
          <ac:chgData name="Pedro Ruiz Vasquez" userId="b9ac515f-a907-4e47-a2f2-146fecab7773" providerId="ADAL" clId="{56A0C440-5C1A-4EB2-911C-33352D869E1C}" dt="2026-02-22T23:41:47.096" v="371" actId="404"/>
          <ac:spMkLst>
            <pc:docMk/>
            <pc:sldMk cId="952099313" sldId="393"/>
            <ac:spMk id="3" creationId="{00000000-0000-0000-0000-000000000000}"/>
          </ac:spMkLst>
        </pc:spChg>
        <pc:spChg chg="mod">
          <ac:chgData name="Pedro Ruiz Vasquez" userId="b9ac515f-a907-4e47-a2f2-146fecab7773" providerId="ADAL" clId="{56A0C440-5C1A-4EB2-911C-33352D869E1C}" dt="2026-02-22T23:41:47.096" v="371" actId="404"/>
          <ac:spMkLst>
            <pc:docMk/>
            <pc:sldMk cId="952099313" sldId="393"/>
            <ac:spMk id="8" creationId="{00000000-0000-0000-0000-000000000000}"/>
          </ac:spMkLst>
        </pc:spChg>
        <pc:spChg chg="mod">
          <ac:chgData name="Pedro Ruiz Vasquez" userId="b9ac515f-a907-4e47-a2f2-146fecab7773" providerId="ADAL" clId="{56A0C440-5C1A-4EB2-911C-33352D869E1C}" dt="2026-02-22T23:41:47.096" v="371" actId="404"/>
          <ac:spMkLst>
            <pc:docMk/>
            <pc:sldMk cId="952099313" sldId="393"/>
            <ac:spMk id="9" creationId="{00000000-0000-0000-0000-000000000000}"/>
          </ac:spMkLst>
        </pc:spChg>
        <pc:picChg chg="mod">
          <ac:chgData name="Pedro Ruiz Vasquez" userId="b9ac515f-a907-4e47-a2f2-146fecab7773" providerId="ADAL" clId="{56A0C440-5C1A-4EB2-911C-33352D869E1C}" dt="2026-02-22T23:41:50.732" v="372" actId="1076"/>
          <ac:picMkLst>
            <pc:docMk/>
            <pc:sldMk cId="952099313" sldId="393"/>
            <ac:picMk id="6" creationId="{93928F22-4260-2F2E-A768-70FC201CC247}"/>
          </ac:picMkLst>
        </pc:picChg>
      </pc:sldChg>
      <pc:sldChg chg="modSp">
        <pc:chgData name="Pedro Ruiz Vasquez" userId="b9ac515f-a907-4e47-a2f2-146fecab7773" providerId="ADAL" clId="{56A0C440-5C1A-4EB2-911C-33352D869E1C}" dt="2026-02-22T23:42:04.723" v="374" actId="404"/>
        <pc:sldMkLst>
          <pc:docMk/>
          <pc:sldMk cId="4286639858" sldId="394"/>
        </pc:sldMkLst>
        <pc:spChg chg="mod">
          <ac:chgData name="Pedro Ruiz Vasquez" userId="b9ac515f-a907-4e47-a2f2-146fecab7773" providerId="ADAL" clId="{56A0C440-5C1A-4EB2-911C-33352D869E1C}" dt="2026-02-22T23:42:04.723" v="374" actId="404"/>
          <ac:spMkLst>
            <pc:docMk/>
            <pc:sldMk cId="4286639858" sldId="394"/>
            <ac:spMk id="3" creationId="{00000000-0000-0000-0000-000000000000}"/>
          </ac:spMkLst>
        </pc:spChg>
        <pc:spChg chg="mod">
          <ac:chgData name="Pedro Ruiz Vasquez" userId="b9ac515f-a907-4e47-a2f2-146fecab7773" providerId="ADAL" clId="{56A0C440-5C1A-4EB2-911C-33352D869E1C}" dt="2026-02-22T23:42:04.723" v="374" actId="404"/>
          <ac:spMkLst>
            <pc:docMk/>
            <pc:sldMk cId="4286639858" sldId="394"/>
            <ac:spMk id="8" creationId="{00000000-0000-0000-0000-000000000000}"/>
          </ac:spMkLst>
        </pc:spChg>
        <pc:spChg chg="mod">
          <ac:chgData name="Pedro Ruiz Vasquez" userId="b9ac515f-a907-4e47-a2f2-146fecab7773" providerId="ADAL" clId="{56A0C440-5C1A-4EB2-911C-33352D869E1C}" dt="2026-02-22T23:42:04.723" v="374" actId="404"/>
          <ac:spMkLst>
            <pc:docMk/>
            <pc:sldMk cId="4286639858" sldId="394"/>
            <ac:spMk id="9" creationId="{00000000-0000-0000-0000-000000000000}"/>
          </ac:spMkLst>
        </pc:spChg>
      </pc:sldChg>
      <pc:sldChg chg="modSp">
        <pc:chgData name="Pedro Ruiz Vasquez" userId="b9ac515f-a907-4e47-a2f2-146fecab7773" providerId="ADAL" clId="{56A0C440-5C1A-4EB2-911C-33352D869E1C}" dt="2026-02-22T23:42:11.238" v="375" actId="404"/>
        <pc:sldMkLst>
          <pc:docMk/>
          <pc:sldMk cId="126428997" sldId="395"/>
        </pc:sldMkLst>
        <pc:spChg chg="mod">
          <ac:chgData name="Pedro Ruiz Vasquez" userId="b9ac515f-a907-4e47-a2f2-146fecab7773" providerId="ADAL" clId="{56A0C440-5C1A-4EB2-911C-33352D869E1C}" dt="2026-02-22T23:42:11.238" v="375" actId="404"/>
          <ac:spMkLst>
            <pc:docMk/>
            <pc:sldMk cId="126428997" sldId="395"/>
            <ac:spMk id="10" creationId="{00000000-0000-0000-0000-000000000000}"/>
          </ac:spMkLst>
        </pc:spChg>
      </pc:sldChg>
      <pc:sldChg chg="modSp mod">
        <pc:chgData name="Pedro Ruiz Vasquez" userId="b9ac515f-a907-4e47-a2f2-146fecab7773" providerId="ADAL" clId="{56A0C440-5C1A-4EB2-911C-33352D869E1C}" dt="2026-02-22T23:40:32.491" v="357" actId="404"/>
        <pc:sldMkLst>
          <pc:docMk/>
          <pc:sldMk cId="1329311864" sldId="438"/>
        </pc:sldMkLst>
        <pc:spChg chg="mod">
          <ac:chgData name="Pedro Ruiz Vasquez" userId="b9ac515f-a907-4e47-a2f2-146fecab7773" providerId="ADAL" clId="{56A0C440-5C1A-4EB2-911C-33352D869E1C}" dt="2026-02-22T23:40:32.491" v="357" actId="404"/>
          <ac:spMkLst>
            <pc:docMk/>
            <pc:sldMk cId="1329311864" sldId="438"/>
            <ac:spMk id="3" creationId="{00000000-0000-0000-0000-000000000000}"/>
          </ac:spMkLst>
        </pc:spChg>
      </pc:sldChg>
      <pc:sldChg chg="modSp mod">
        <pc:chgData name="Pedro Ruiz Vasquez" userId="b9ac515f-a907-4e47-a2f2-146fecab7773" providerId="ADAL" clId="{56A0C440-5C1A-4EB2-911C-33352D869E1C}" dt="2026-02-22T23:42:37.067" v="381" actId="404"/>
        <pc:sldMkLst>
          <pc:docMk/>
          <pc:sldMk cId="774529626" sldId="442"/>
        </pc:sldMkLst>
        <pc:spChg chg="mod">
          <ac:chgData name="Pedro Ruiz Vasquez" userId="b9ac515f-a907-4e47-a2f2-146fecab7773" providerId="ADAL" clId="{56A0C440-5C1A-4EB2-911C-33352D869E1C}" dt="2026-02-22T23:42:37.067" v="381" actId="404"/>
          <ac:spMkLst>
            <pc:docMk/>
            <pc:sldMk cId="774529626" sldId="442"/>
            <ac:spMk id="3" creationId="{00000000-0000-0000-0000-000000000000}"/>
          </ac:spMkLst>
        </pc:spChg>
      </pc:sldChg>
      <pc:sldChg chg="modSp">
        <pc:chgData name="Pedro Ruiz Vasquez" userId="b9ac515f-a907-4e47-a2f2-146fecab7773" providerId="ADAL" clId="{56A0C440-5C1A-4EB2-911C-33352D869E1C}" dt="2026-02-22T23:42:46.594" v="383" actId="404"/>
        <pc:sldMkLst>
          <pc:docMk/>
          <pc:sldMk cId="3533856438" sldId="444"/>
        </pc:sldMkLst>
        <pc:spChg chg="mod">
          <ac:chgData name="Pedro Ruiz Vasquez" userId="b9ac515f-a907-4e47-a2f2-146fecab7773" providerId="ADAL" clId="{56A0C440-5C1A-4EB2-911C-33352D869E1C}" dt="2026-02-22T23:42:46.594" v="383" actId="404"/>
          <ac:spMkLst>
            <pc:docMk/>
            <pc:sldMk cId="3533856438" sldId="444"/>
            <ac:spMk id="3" creationId="{00000000-0000-0000-0000-000000000000}"/>
          </ac:spMkLst>
        </pc:spChg>
      </pc:sldChg>
      <pc:sldChg chg="modSp mod">
        <pc:chgData name="Pedro Ruiz Vasquez" userId="b9ac515f-a907-4e47-a2f2-146fecab7773" providerId="ADAL" clId="{56A0C440-5C1A-4EB2-911C-33352D869E1C}" dt="2026-02-22T23:35:38.737" v="338" actId="2165"/>
        <pc:sldMkLst>
          <pc:docMk/>
          <pc:sldMk cId="1115124240" sldId="446"/>
        </pc:sldMkLst>
        <pc:graphicFrameChg chg="modGraphic">
          <ac:chgData name="Pedro Ruiz Vasquez" userId="b9ac515f-a907-4e47-a2f2-146fecab7773" providerId="ADAL" clId="{56A0C440-5C1A-4EB2-911C-33352D869E1C}" dt="2026-02-22T23:35:38.737" v="338" actId="2165"/>
          <ac:graphicFrameMkLst>
            <pc:docMk/>
            <pc:sldMk cId="1115124240" sldId="446"/>
            <ac:graphicFrameMk id="7" creationId="{00000000-0000-0000-0000-000000000000}"/>
          </ac:graphicFrameMkLst>
        </pc:graphicFrameChg>
      </pc:sldChg>
      <pc:sldChg chg="modSp mod">
        <pc:chgData name="Pedro Ruiz Vasquez" userId="b9ac515f-a907-4e47-a2f2-146fecab7773" providerId="ADAL" clId="{56A0C440-5C1A-4EB2-911C-33352D869E1C}" dt="2026-02-22T23:35:43.529" v="339" actId="2165"/>
        <pc:sldMkLst>
          <pc:docMk/>
          <pc:sldMk cId="1423118811" sldId="447"/>
        </pc:sldMkLst>
        <pc:graphicFrameChg chg="modGraphic">
          <ac:chgData name="Pedro Ruiz Vasquez" userId="b9ac515f-a907-4e47-a2f2-146fecab7773" providerId="ADAL" clId="{56A0C440-5C1A-4EB2-911C-33352D869E1C}" dt="2026-02-22T23:35:43.529" v="339" actId="2165"/>
          <ac:graphicFrameMkLst>
            <pc:docMk/>
            <pc:sldMk cId="1423118811" sldId="447"/>
            <ac:graphicFrameMk id="7" creationId="{00000000-0000-0000-0000-000000000000}"/>
          </ac:graphicFrameMkLst>
        </pc:graphicFrameChg>
      </pc:sldChg>
      <pc:sldChg chg="modSp mod">
        <pc:chgData name="Pedro Ruiz Vasquez" userId="b9ac515f-a907-4e47-a2f2-146fecab7773" providerId="ADAL" clId="{56A0C440-5C1A-4EB2-911C-33352D869E1C}" dt="2026-02-22T23:35:48.850" v="340" actId="2165"/>
        <pc:sldMkLst>
          <pc:docMk/>
          <pc:sldMk cId="1448348314" sldId="448"/>
        </pc:sldMkLst>
        <pc:graphicFrameChg chg="modGraphic">
          <ac:chgData name="Pedro Ruiz Vasquez" userId="b9ac515f-a907-4e47-a2f2-146fecab7773" providerId="ADAL" clId="{56A0C440-5C1A-4EB2-911C-33352D869E1C}" dt="2026-02-22T23:35:48.850" v="340" actId="2165"/>
          <ac:graphicFrameMkLst>
            <pc:docMk/>
            <pc:sldMk cId="1448348314" sldId="448"/>
            <ac:graphicFrameMk id="7" creationId="{00000000-0000-0000-0000-000000000000}"/>
          </ac:graphicFrameMkLst>
        </pc:graphicFrameChg>
      </pc:sldChg>
      <pc:sldChg chg="modSp mod">
        <pc:chgData name="Pedro Ruiz Vasquez" userId="b9ac515f-a907-4e47-a2f2-146fecab7773" providerId="ADAL" clId="{56A0C440-5C1A-4EB2-911C-33352D869E1C}" dt="2026-02-22T23:36:41.302" v="341" actId="2165"/>
        <pc:sldMkLst>
          <pc:docMk/>
          <pc:sldMk cId="4201200748" sldId="449"/>
        </pc:sldMkLst>
        <pc:graphicFrameChg chg="modGraphic">
          <ac:chgData name="Pedro Ruiz Vasquez" userId="b9ac515f-a907-4e47-a2f2-146fecab7773" providerId="ADAL" clId="{56A0C440-5C1A-4EB2-911C-33352D869E1C}" dt="2026-02-22T23:36:41.302" v="341" actId="2165"/>
          <ac:graphicFrameMkLst>
            <pc:docMk/>
            <pc:sldMk cId="4201200748" sldId="449"/>
            <ac:graphicFrameMk id="7" creationId="{00000000-0000-0000-0000-000000000000}"/>
          </ac:graphicFrameMkLst>
        </pc:graphicFrameChg>
      </pc:sldChg>
      <pc:sldChg chg="modSp mod">
        <pc:chgData name="Pedro Ruiz Vasquez" userId="b9ac515f-a907-4e47-a2f2-146fecab7773" providerId="ADAL" clId="{56A0C440-5C1A-4EB2-911C-33352D869E1C}" dt="2026-02-22T23:37:01.244" v="342" actId="2165"/>
        <pc:sldMkLst>
          <pc:docMk/>
          <pc:sldMk cId="888706913" sldId="450"/>
        </pc:sldMkLst>
        <pc:graphicFrameChg chg="modGraphic">
          <ac:chgData name="Pedro Ruiz Vasquez" userId="b9ac515f-a907-4e47-a2f2-146fecab7773" providerId="ADAL" clId="{56A0C440-5C1A-4EB2-911C-33352D869E1C}" dt="2026-02-22T23:37:01.244" v="342" actId="2165"/>
          <ac:graphicFrameMkLst>
            <pc:docMk/>
            <pc:sldMk cId="888706913" sldId="450"/>
            <ac:graphicFrameMk id="7" creationId="{00000000-0000-0000-0000-000000000000}"/>
          </ac:graphicFrameMkLst>
        </pc:graphicFrameChg>
      </pc:sldChg>
      <pc:sldChg chg="modSp mod">
        <pc:chgData name="Pedro Ruiz Vasquez" userId="b9ac515f-a907-4e47-a2f2-146fecab7773" providerId="ADAL" clId="{56A0C440-5C1A-4EB2-911C-33352D869E1C}" dt="2026-02-22T23:37:11.847" v="343" actId="2165"/>
        <pc:sldMkLst>
          <pc:docMk/>
          <pc:sldMk cId="3458545885" sldId="451"/>
        </pc:sldMkLst>
        <pc:graphicFrameChg chg="modGraphic">
          <ac:chgData name="Pedro Ruiz Vasquez" userId="b9ac515f-a907-4e47-a2f2-146fecab7773" providerId="ADAL" clId="{56A0C440-5C1A-4EB2-911C-33352D869E1C}" dt="2026-02-22T23:37:11.847" v="343" actId="2165"/>
          <ac:graphicFrameMkLst>
            <pc:docMk/>
            <pc:sldMk cId="3458545885" sldId="451"/>
            <ac:graphicFrameMk id="7" creationId="{00000000-0000-0000-0000-000000000000}"/>
          </ac:graphicFrameMkLst>
        </pc:graphicFrameChg>
      </pc:sldChg>
      <pc:sldChg chg="modSp">
        <pc:chgData name="Pedro Ruiz Vasquez" userId="b9ac515f-a907-4e47-a2f2-146fecab7773" providerId="ADAL" clId="{56A0C440-5C1A-4EB2-911C-33352D869E1C}" dt="2026-02-22T23:42:52.131" v="384" actId="404"/>
        <pc:sldMkLst>
          <pc:docMk/>
          <pc:sldMk cId="3275581744" sldId="452"/>
        </pc:sldMkLst>
        <pc:spChg chg="mod">
          <ac:chgData name="Pedro Ruiz Vasquez" userId="b9ac515f-a907-4e47-a2f2-146fecab7773" providerId="ADAL" clId="{56A0C440-5C1A-4EB2-911C-33352D869E1C}" dt="2026-02-22T23:42:52.131" v="384" actId="404"/>
          <ac:spMkLst>
            <pc:docMk/>
            <pc:sldMk cId="3275581744" sldId="452"/>
            <ac:spMk id="3" creationId="{00000000-0000-0000-0000-000000000000}"/>
          </ac:spMkLst>
        </pc:spChg>
      </pc:sldChg>
      <pc:sldChg chg="modSp mod">
        <pc:chgData name="Pedro Ruiz Vasquez" userId="b9ac515f-a907-4e47-a2f2-146fecab7773" providerId="ADAL" clId="{56A0C440-5C1A-4EB2-911C-33352D869E1C}" dt="2026-02-22T23:38:13.524" v="344" actId="2165"/>
        <pc:sldMkLst>
          <pc:docMk/>
          <pc:sldMk cId="3970519044" sldId="464"/>
        </pc:sldMkLst>
        <pc:graphicFrameChg chg="modGraphic">
          <ac:chgData name="Pedro Ruiz Vasquez" userId="b9ac515f-a907-4e47-a2f2-146fecab7773" providerId="ADAL" clId="{56A0C440-5C1A-4EB2-911C-33352D869E1C}" dt="2026-02-22T23:38:13.524" v="344" actId="2165"/>
          <ac:graphicFrameMkLst>
            <pc:docMk/>
            <pc:sldMk cId="3970519044" sldId="464"/>
            <ac:graphicFrameMk id="7" creationId="{00000000-0000-0000-0000-000000000000}"/>
          </ac:graphicFrameMkLst>
        </pc:graphicFrameChg>
      </pc:sldChg>
      <pc:sldChg chg="modSp mod">
        <pc:chgData name="Pedro Ruiz Vasquez" userId="b9ac515f-a907-4e47-a2f2-146fecab7773" providerId="ADAL" clId="{56A0C440-5C1A-4EB2-911C-33352D869E1C}" dt="2026-02-22T23:38:19.661" v="345" actId="2165"/>
        <pc:sldMkLst>
          <pc:docMk/>
          <pc:sldMk cId="1970519075" sldId="465"/>
        </pc:sldMkLst>
        <pc:graphicFrameChg chg="modGraphic">
          <ac:chgData name="Pedro Ruiz Vasquez" userId="b9ac515f-a907-4e47-a2f2-146fecab7773" providerId="ADAL" clId="{56A0C440-5C1A-4EB2-911C-33352D869E1C}" dt="2026-02-22T23:38:19.661" v="345" actId="2165"/>
          <ac:graphicFrameMkLst>
            <pc:docMk/>
            <pc:sldMk cId="1970519075" sldId="465"/>
            <ac:graphicFrameMk id="7" creationId="{00000000-0000-0000-0000-000000000000}"/>
          </ac:graphicFrameMkLst>
        </pc:graphicFrameChg>
      </pc:sldChg>
      <pc:sldChg chg="modSp mod">
        <pc:chgData name="Pedro Ruiz Vasquez" userId="b9ac515f-a907-4e47-a2f2-146fecab7773" providerId="ADAL" clId="{56A0C440-5C1A-4EB2-911C-33352D869E1C}" dt="2026-02-22T23:38:26.525" v="346" actId="2165"/>
        <pc:sldMkLst>
          <pc:docMk/>
          <pc:sldMk cId="1711100265" sldId="466"/>
        </pc:sldMkLst>
        <pc:graphicFrameChg chg="modGraphic">
          <ac:chgData name="Pedro Ruiz Vasquez" userId="b9ac515f-a907-4e47-a2f2-146fecab7773" providerId="ADAL" clId="{56A0C440-5C1A-4EB2-911C-33352D869E1C}" dt="2026-02-22T23:38:26.525" v="346" actId="2165"/>
          <ac:graphicFrameMkLst>
            <pc:docMk/>
            <pc:sldMk cId="1711100265" sldId="466"/>
            <ac:graphicFrameMk id="7" creationId="{00000000-0000-0000-0000-000000000000}"/>
          </ac:graphicFrameMkLst>
        </pc:graphicFrameChg>
      </pc:sldChg>
      <pc:sldChg chg="modSp mod">
        <pc:chgData name="Pedro Ruiz Vasquez" userId="b9ac515f-a907-4e47-a2f2-146fecab7773" providerId="ADAL" clId="{56A0C440-5C1A-4EB2-911C-33352D869E1C}" dt="2026-02-22T23:38:32.754" v="347" actId="2165"/>
        <pc:sldMkLst>
          <pc:docMk/>
          <pc:sldMk cId="3355960904" sldId="467"/>
        </pc:sldMkLst>
        <pc:graphicFrameChg chg="modGraphic">
          <ac:chgData name="Pedro Ruiz Vasquez" userId="b9ac515f-a907-4e47-a2f2-146fecab7773" providerId="ADAL" clId="{56A0C440-5C1A-4EB2-911C-33352D869E1C}" dt="2026-02-22T23:38:32.754" v="347" actId="2165"/>
          <ac:graphicFrameMkLst>
            <pc:docMk/>
            <pc:sldMk cId="3355960904" sldId="467"/>
            <ac:graphicFrameMk id="7" creationId="{00000000-0000-0000-0000-000000000000}"/>
          </ac:graphicFrameMkLst>
        </pc:graphicFrameChg>
      </pc:sldChg>
      <pc:sldChg chg="modSp mod">
        <pc:chgData name="Pedro Ruiz Vasquez" userId="b9ac515f-a907-4e47-a2f2-146fecab7773" providerId="ADAL" clId="{56A0C440-5C1A-4EB2-911C-33352D869E1C}" dt="2026-02-22T23:38:45.673" v="348" actId="2165"/>
        <pc:sldMkLst>
          <pc:docMk/>
          <pc:sldMk cId="754207909" sldId="468"/>
        </pc:sldMkLst>
        <pc:graphicFrameChg chg="modGraphic">
          <ac:chgData name="Pedro Ruiz Vasquez" userId="b9ac515f-a907-4e47-a2f2-146fecab7773" providerId="ADAL" clId="{56A0C440-5C1A-4EB2-911C-33352D869E1C}" dt="2026-02-22T23:38:45.673" v="348" actId="2165"/>
          <ac:graphicFrameMkLst>
            <pc:docMk/>
            <pc:sldMk cId="754207909" sldId="468"/>
            <ac:graphicFrameMk id="7" creationId="{00000000-0000-0000-0000-000000000000}"/>
          </ac:graphicFrameMkLst>
        </pc:graphicFrameChg>
      </pc:sldChg>
      <pc:sldChg chg="modSp mod">
        <pc:chgData name="Pedro Ruiz Vasquez" userId="b9ac515f-a907-4e47-a2f2-146fecab7773" providerId="ADAL" clId="{56A0C440-5C1A-4EB2-911C-33352D869E1C}" dt="2026-02-22T23:38:49.969" v="349" actId="2165"/>
        <pc:sldMkLst>
          <pc:docMk/>
          <pc:sldMk cId="1102535756" sldId="469"/>
        </pc:sldMkLst>
        <pc:graphicFrameChg chg="modGraphic">
          <ac:chgData name="Pedro Ruiz Vasquez" userId="b9ac515f-a907-4e47-a2f2-146fecab7773" providerId="ADAL" clId="{56A0C440-5C1A-4EB2-911C-33352D869E1C}" dt="2026-02-22T23:38:49.969" v="349" actId="2165"/>
          <ac:graphicFrameMkLst>
            <pc:docMk/>
            <pc:sldMk cId="1102535756" sldId="469"/>
            <ac:graphicFrameMk id="7" creationId="{00000000-0000-0000-0000-000000000000}"/>
          </ac:graphicFrameMkLst>
        </pc:graphicFrameChg>
      </pc:sldChg>
      <pc:sldChg chg="delSp modSp mod delAnim">
        <pc:chgData name="Pedro Ruiz Vasquez" userId="b9ac515f-a907-4e47-a2f2-146fecab7773" providerId="ADAL" clId="{56A0C440-5C1A-4EB2-911C-33352D869E1C}" dt="2026-02-22T23:43:03.692" v="386" actId="404"/>
        <pc:sldMkLst>
          <pc:docMk/>
          <pc:sldMk cId="547098525" sldId="481"/>
        </pc:sldMkLst>
        <pc:spChg chg="mod">
          <ac:chgData name="Pedro Ruiz Vasquez" userId="b9ac515f-a907-4e47-a2f2-146fecab7773" providerId="ADAL" clId="{56A0C440-5C1A-4EB2-911C-33352D869E1C}" dt="2026-02-22T23:43:03.692" v="386" actId="404"/>
          <ac:spMkLst>
            <pc:docMk/>
            <pc:sldMk cId="547098525" sldId="481"/>
            <ac:spMk id="10" creationId="{86D28DFB-F80B-D3FC-AADF-792FD4853017}"/>
          </ac:spMkLst>
        </pc:spChg>
        <pc:picChg chg="del">
          <ac:chgData name="Pedro Ruiz Vasquez" userId="b9ac515f-a907-4e47-a2f2-146fecab7773" providerId="ADAL" clId="{56A0C440-5C1A-4EB2-911C-33352D869E1C}" dt="2026-02-22T23:39:12.782" v="350" actId="478"/>
          <ac:picMkLst>
            <pc:docMk/>
            <pc:sldMk cId="547098525" sldId="481"/>
            <ac:picMk id="4" creationId="{3B3BCC39-7EDF-8390-300F-0A3EE653C292}"/>
          </ac:picMkLst>
        </pc:picChg>
        <pc:picChg chg="mod">
          <ac:chgData name="Pedro Ruiz Vasquez" userId="b9ac515f-a907-4e47-a2f2-146fecab7773" providerId="ADAL" clId="{56A0C440-5C1A-4EB2-911C-33352D869E1C}" dt="2026-02-22T23:39:16.494" v="351" actId="1076"/>
          <ac:picMkLst>
            <pc:docMk/>
            <pc:sldMk cId="547098525" sldId="481"/>
            <ac:picMk id="5" creationId="{63472F67-946C-DDCF-6E11-D51E5626EB27}"/>
          </ac:picMkLst>
        </pc:picChg>
        <pc:picChg chg="mod">
          <ac:chgData name="Pedro Ruiz Vasquez" userId="b9ac515f-a907-4e47-a2f2-146fecab7773" providerId="ADAL" clId="{56A0C440-5C1A-4EB2-911C-33352D869E1C}" dt="2026-02-22T23:39:16.494" v="351" actId="1076"/>
          <ac:picMkLst>
            <pc:docMk/>
            <pc:sldMk cId="547098525" sldId="481"/>
            <ac:picMk id="7" creationId="{DFF4B39D-6D57-79F6-344C-9A2A6D2FB042}"/>
          </ac:picMkLst>
        </pc:picChg>
      </pc:sldChg>
      <pc:sldChg chg="modSp mod">
        <pc:chgData name="Pedro Ruiz Vasquez" userId="b9ac515f-a907-4e47-a2f2-146fecab7773" providerId="ADAL" clId="{56A0C440-5C1A-4EB2-911C-33352D869E1C}" dt="2026-02-22T23:39:30.957" v="352" actId="2165"/>
        <pc:sldMkLst>
          <pc:docMk/>
          <pc:sldMk cId="2206600462" sldId="483"/>
        </pc:sldMkLst>
        <pc:graphicFrameChg chg="modGraphic">
          <ac:chgData name="Pedro Ruiz Vasquez" userId="b9ac515f-a907-4e47-a2f2-146fecab7773" providerId="ADAL" clId="{56A0C440-5C1A-4EB2-911C-33352D869E1C}" dt="2026-02-22T23:39:30.957" v="352" actId="2165"/>
          <ac:graphicFrameMkLst>
            <pc:docMk/>
            <pc:sldMk cId="2206600462" sldId="483"/>
            <ac:graphicFrameMk id="4" creationId="{73DA1765-1716-4B25-2CF1-97FAC6787739}"/>
          </ac:graphicFrameMkLst>
        </pc:graphicFrameChg>
      </pc:sldChg>
      <pc:sldChg chg="modSp mod">
        <pc:chgData name="Pedro Ruiz Vasquez" userId="b9ac515f-a907-4e47-a2f2-146fecab7773" providerId="ADAL" clId="{56A0C440-5C1A-4EB2-911C-33352D869E1C}" dt="2026-02-22T23:39:34.280" v="353" actId="2165"/>
        <pc:sldMkLst>
          <pc:docMk/>
          <pc:sldMk cId="4248783877" sldId="484"/>
        </pc:sldMkLst>
        <pc:graphicFrameChg chg="modGraphic">
          <ac:chgData name="Pedro Ruiz Vasquez" userId="b9ac515f-a907-4e47-a2f2-146fecab7773" providerId="ADAL" clId="{56A0C440-5C1A-4EB2-911C-33352D869E1C}" dt="2026-02-22T23:39:34.280" v="353" actId="2165"/>
          <ac:graphicFrameMkLst>
            <pc:docMk/>
            <pc:sldMk cId="4248783877" sldId="484"/>
            <ac:graphicFrameMk id="4" creationId="{A6D9EE40-0B85-8095-B3FE-594323142DFF}"/>
          </ac:graphicFrameMkLst>
        </pc:graphicFrameChg>
      </pc:sldChg>
      <pc:sldChg chg="modSp mod">
        <pc:chgData name="Pedro Ruiz Vasquez" userId="b9ac515f-a907-4e47-a2f2-146fecab7773" providerId="ADAL" clId="{56A0C440-5C1A-4EB2-911C-33352D869E1C}" dt="2026-02-22T23:39:43.964" v="354" actId="2165"/>
        <pc:sldMkLst>
          <pc:docMk/>
          <pc:sldMk cId="2018705665" sldId="485"/>
        </pc:sldMkLst>
        <pc:graphicFrameChg chg="modGraphic">
          <ac:chgData name="Pedro Ruiz Vasquez" userId="b9ac515f-a907-4e47-a2f2-146fecab7773" providerId="ADAL" clId="{56A0C440-5C1A-4EB2-911C-33352D869E1C}" dt="2026-02-22T23:39:43.964" v="354" actId="2165"/>
          <ac:graphicFrameMkLst>
            <pc:docMk/>
            <pc:sldMk cId="2018705665" sldId="485"/>
            <ac:graphicFrameMk id="4" creationId="{FAF8EDF4-C92F-54E0-339B-B5343DE4E0CB}"/>
          </ac:graphicFrameMkLst>
        </pc:graphicFrameChg>
      </pc:sldChg>
      <pc:sldChg chg="modSp mod">
        <pc:chgData name="Pedro Ruiz Vasquez" userId="b9ac515f-a907-4e47-a2f2-146fecab7773" providerId="ADAL" clId="{56A0C440-5C1A-4EB2-911C-33352D869E1C}" dt="2026-02-22T23:39:48.507" v="355" actId="2165"/>
        <pc:sldMkLst>
          <pc:docMk/>
          <pc:sldMk cId="3726230392" sldId="486"/>
        </pc:sldMkLst>
        <pc:graphicFrameChg chg="modGraphic">
          <ac:chgData name="Pedro Ruiz Vasquez" userId="b9ac515f-a907-4e47-a2f2-146fecab7773" providerId="ADAL" clId="{56A0C440-5C1A-4EB2-911C-33352D869E1C}" dt="2026-02-22T23:39:48.507" v="355" actId="2165"/>
          <ac:graphicFrameMkLst>
            <pc:docMk/>
            <pc:sldMk cId="3726230392" sldId="486"/>
            <ac:graphicFrameMk id="4" creationId="{3B5A43CA-0107-D6E1-1FEA-68DF7D8BFE5C}"/>
          </ac:graphicFrameMkLst>
        </pc:graphicFrameChg>
      </pc:sldChg>
      <pc:sldChg chg="modSp mod">
        <pc:chgData name="Pedro Ruiz Vasquez" userId="b9ac515f-a907-4e47-a2f2-146fecab7773" providerId="ADAL" clId="{56A0C440-5C1A-4EB2-911C-33352D869E1C}" dt="2026-02-22T23:39:53.133" v="356" actId="2165"/>
        <pc:sldMkLst>
          <pc:docMk/>
          <pc:sldMk cId="1289351618" sldId="487"/>
        </pc:sldMkLst>
        <pc:graphicFrameChg chg="modGraphic">
          <ac:chgData name="Pedro Ruiz Vasquez" userId="b9ac515f-a907-4e47-a2f2-146fecab7773" providerId="ADAL" clId="{56A0C440-5C1A-4EB2-911C-33352D869E1C}" dt="2026-02-22T23:39:53.133" v="356" actId="2165"/>
          <ac:graphicFrameMkLst>
            <pc:docMk/>
            <pc:sldMk cId="1289351618" sldId="487"/>
            <ac:graphicFrameMk id="4" creationId="{B9D289A3-3C3D-FB53-C4B6-680C8D5EA143}"/>
          </ac:graphicFrameMkLst>
        </pc:graphicFrameChg>
      </pc:sldChg>
      <pc:sldChg chg="modSp mod">
        <pc:chgData name="Pedro Ruiz Vasquez" userId="b9ac515f-a907-4e47-a2f2-146fecab7773" providerId="ADAL" clId="{56A0C440-5C1A-4EB2-911C-33352D869E1C}" dt="2026-02-22T23:41:09.796" v="365" actId="404"/>
        <pc:sldMkLst>
          <pc:docMk/>
          <pc:sldMk cId="1215104907" sldId="491"/>
        </pc:sldMkLst>
        <pc:spChg chg="mod">
          <ac:chgData name="Pedro Ruiz Vasquez" userId="b9ac515f-a907-4e47-a2f2-146fecab7773" providerId="ADAL" clId="{56A0C440-5C1A-4EB2-911C-33352D869E1C}" dt="2026-02-22T23:41:09.796" v="365" actId="404"/>
          <ac:spMkLst>
            <pc:docMk/>
            <pc:sldMk cId="1215104907" sldId="491"/>
            <ac:spMk id="7" creationId="{CB7B85DD-B557-4014-AF36-823605162CB0}"/>
          </ac:spMkLst>
        </pc:spChg>
      </pc:sldChg>
      <pc:sldChg chg="modSp mod">
        <pc:chgData name="Pedro Ruiz Vasquez" userId="b9ac515f-a907-4e47-a2f2-146fecab7773" providerId="ADAL" clId="{56A0C440-5C1A-4EB2-911C-33352D869E1C}" dt="2026-02-22T23:41:13.020" v="366" actId="404"/>
        <pc:sldMkLst>
          <pc:docMk/>
          <pc:sldMk cId="2841725032" sldId="492"/>
        </pc:sldMkLst>
        <pc:spChg chg="mod">
          <ac:chgData name="Pedro Ruiz Vasquez" userId="b9ac515f-a907-4e47-a2f2-146fecab7773" providerId="ADAL" clId="{56A0C440-5C1A-4EB2-911C-33352D869E1C}" dt="2026-02-22T23:41:13.020" v="366" actId="404"/>
          <ac:spMkLst>
            <pc:docMk/>
            <pc:sldMk cId="2841725032" sldId="492"/>
            <ac:spMk id="7" creationId="{CB7B85DD-B557-4014-AF36-823605162CB0}"/>
          </ac:spMkLst>
        </pc:spChg>
      </pc:sldChg>
      <pc:sldChg chg="modSp mod">
        <pc:chgData name="Pedro Ruiz Vasquez" userId="b9ac515f-a907-4e47-a2f2-146fecab7773" providerId="ADAL" clId="{56A0C440-5C1A-4EB2-911C-33352D869E1C}" dt="2026-02-22T23:41:33.745" v="369" actId="403"/>
        <pc:sldMkLst>
          <pc:docMk/>
          <pc:sldMk cId="4040541984" sldId="493"/>
        </pc:sldMkLst>
        <pc:spChg chg="mod">
          <ac:chgData name="Pedro Ruiz Vasquez" userId="b9ac515f-a907-4e47-a2f2-146fecab7773" providerId="ADAL" clId="{56A0C440-5C1A-4EB2-911C-33352D869E1C}" dt="2026-02-22T23:41:33.745" v="369" actId="403"/>
          <ac:spMkLst>
            <pc:docMk/>
            <pc:sldMk cId="4040541984" sldId="493"/>
            <ac:spMk id="8" creationId="{F59CBDE2-EAE7-4EC1-9AFF-7E8B0612A45F}"/>
          </ac:spMkLst>
        </pc:spChg>
      </pc:sldChg>
      <pc:sldChg chg="modSp mod">
        <pc:chgData name="Pedro Ruiz Vasquez" userId="b9ac515f-a907-4e47-a2f2-146fecab7773" providerId="ADAL" clId="{56A0C440-5C1A-4EB2-911C-33352D869E1C}" dt="2026-02-22T23:41:39.177" v="370" actId="404"/>
        <pc:sldMkLst>
          <pc:docMk/>
          <pc:sldMk cId="1057933380" sldId="494"/>
        </pc:sldMkLst>
        <pc:spChg chg="mod">
          <ac:chgData name="Pedro Ruiz Vasquez" userId="b9ac515f-a907-4e47-a2f2-146fecab7773" providerId="ADAL" clId="{56A0C440-5C1A-4EB2-911C-33352D869E1C}" dt="2026-02-22T23:41:39.177" v="370" actId="404"/>
          <ac:spMkLst>
            <pc:docMk/>
            <pc:sldMk cId="1057933380" sldId="494"/>
            <ac:spMk id="8" creationId="{F59CBDE2-EAE7-4EC1-9AFF-7E8B0612A45F}"/>
          </ac:spMkLst>
        </pc:spChg>
      </pc:sldChg>
      <pc:sldChg chg="modSp mod">
        <pc:chgData name="Pedro Ruiz Vasquez" userId="b9ac515f-a907-4e47-a2f2-146fecab7773" providerId="ADAL" clId="{56A0C440-5C1A-4EB2-911C-33352D869E1C}" dt="2026-02-22T23:42:26.424" v="379" actId="1076"/>
        <pc:sldMkLst>
          <pc:docMk/>
          <pc:sldMk cId="353815107" sldId="495"/>
        </pc:sldMkLst>
        <pc:spChg chg="mod">
          <ac:chgData name="Pedro Ruiz Vasquez" userId="b9ac515f-a907-4e47-a2f2-146fecab7773" providerId="ADAL" clId="{56A0C440-5C1A-4EB2-911C-33352D869E1C}" dt="2026-02-22T23:42:26.424" v="379" actId="1076"/>
          <ac:spMkLst>
            <pc:docMk/>
            <pc:sldMk cId="353815107" sldId="495"/>
            <ac:spMk id="3" creationId="{064525D7-BE2D-CA74-D194-55C21CBC6F0A}"/>
          </ac:spMkLst>
        </pc:spChg>
        <pc:spChg chg="mod">
          <ac:chgData name="Pedro Ruiz Vasquez" userId="b9ac515f-a907-4e47-a2f2-146fecab7773" providerId="ADAL" clId="{56A0C440-5C1A-4EB2-911C-33352D869E1C}" dt="2026-02-22T23:42:26.424" v="379" actId="1076"/>
          <ac:spMkLst>
            <pc:docMk/>
            <pc:sldMk cId="353815107" sldId="495"/>
            <ac:spMk id="6" creationId="{4346C714-3789-40C8-92AD-7F0DD2D5B5D4}"/>
          </ac:spMkLst>
        </pc:spChg>
        <pc:spChg chg="mod">
          <ac:chgData name="Pedro Ruiz Vasquez" userId="b9ac515f-a907-4e47-a2f2-146fecab7773" providerId="ADAL" clId="{56A0C440-5C1A-4EB2-911C-33352D869E1C}" dt="2026-02-22T23:42:26.424" v="379" actId="1076"/>
          <ac:spMkLst>
            <pc:docMk/>
            <pc:sldMk cId="353815107" sldId="495"/>
            <ac:spMk id="9" creationId="{3866439B-21F4-549B-80CE-D028F7EB70A2}"/>
          </ac:spMkLst>
        </pc:spChg>
      </pc:sldChg>
      <pc:sldChg chg="delSp modSp mod delAnim">
        <pc:chgData name="Pedro Ruiz Vasquez" userId="b9ac515f-a907-4e47-a2f2-146fecab7773" providerId="ADAL" clId="{56A0C440-5C1A-4EB2-911C-33352D869E1C}" dt="2026-02-22T23:42:41.211" v="382" actId="404"/>
        <pc:sldMkLst>
          <pc:docMk/>
          <pc:sldMk cId="3508036718" sldId="496"/>
        </pc:sldMkLst>
        <pc:spChg chg="mod">
          <ac:chgData name="Pedro Ruiz Vasquez" userId="b9ac515f-a907-4e47-a2f2-146fecab7773" providerId="ADAL" clId="{56A0C440-5C1A-4EB2-911C-33352D869E1C}" dt="2026-02-22T23:42:41.211" v="382" actId="404"/>
          <ac:spMkLst>
            <pc:docMk/>
            <pc:sldMk cId="3508036718" sldId="496"/>
            <ac:spMk id="3" creationId="{00000000-0000-0000-0000-000000000000}"/>
          </ac:spMkLst>
        </pc:spChg>
      </pc:sldChg>
      <pc:sldChg chg="modSp">
        <pc:chgData name="Pedro Ruiz Vasquez" userId="b9ac515f-a907-4e47-a2f2-146fecab7773" providerId="ADAL" clId="{56A0C440-5C1A-4EB2-911C-33352D869E1C}" dt="2026-02-22T23:42:57.345" v="385" actId="404"/>
        <pc:sldMkLst>
          <pc:docMk/>
          <pc:sldMk cId="3177048236" sldId="498"/>
        </pc:sldMkLst>
        <pc:spChg chg="mod">
          <ac:chgData name="Pedro Ruiz Vasquez" userId="b9ac515f-a907-4e47-a2f2-146fecab7773" providerId="ADAL" clId="{56A0C440-5C1A-4EB2-911C-33352D869E1C}" dt="2026-02-22T23:42:57.345" v="385" actId="404"/>
          <ac:spMkLst>
            <pc:docMk/>
            <pc:sldMk cId="3177048236" sldId="498"/>
            <ac:spMk id="3" creationId="{00000000-0000-0000-0000-000000000000}"/>
          </ac:spMkLst>
        </pc:spChg>
      </pc:sldChg>
      <pc:sldChg chg="modSp mod">
        <pc:chgData name="Pedro Ruiz Vasquez" userId="b9ac515f-a907-4e47-a2f2-146fecab7773" providerId="ADAL" clId="{56A0C440-5C1A-4EB2-911C-33352D869E1C}" dt="2026-02-22T23:44:09.896" v="389" actId="1076"/>
        <pc:sldMkLst>
          <pc:docMk/>
          <pc:sldMk cId="4208673763" sldId="500"/>
        </pc:sldMkLst>
        <pc:spChg chg="mod">
          <ac:chgData name="Pedro Ruiz Vasquez" userId="b9ac515f-a907-4e47-a2f2-146fecab7773" providerId="ADAL" clId="{56A0C440-5C1A-4EB2-911C-33352D869E1C}" dt="2026-02-22T23:44:03.873" v="387" actId="403"/>
          <ac:spMkLst>
            <pc:docMk/>
            <pc:sldMk cId="4208673763" sldId="500"/>
            <ac:spMk id="14" creationId="{1B5913F9-46E0-6914-E003-C9872DA6922B}"/>
          </ac:spMkLst>
        </pc:spChg>
        <pc:spChg chg="mod">
          <ac:chgData name="Pedro Ruiz Vasquez" userId="b9ac515f-a907-4e47-a2f2-146fecab7773" providerId="ADAL" clId="{56A0C440-5C1A-4EB2-911C-33352D869E1C}" dt="2026-02-22T23:44:07.375" v="388" actId="1076"/>
          <ac:spMkLst>
            <pc:docMk/>
            <pc:sldMk cId="4208673763" sldId="500"/>
            <ac:spMk id="18" creationId="{D1595A53-F33E-D9C6-B0C2-CA7D1DA6BDAC}"/>
          </ac:spMkLst>
        </pc:spChg>
        <pc:graphicFrameChg chg="mod">
          <ac:chgData name="Pedro Ruiz Vasquez" userId="b9ac515f-a907-4e47-a2f2-146fecab7773" providerId="ADAL" clId="{56A0C440-5C1A-4EB2-911C-33352D869E1C}" dt="2026-02-22T23:44:09.896" v="389" actId="1076"/>
          <ac:graphicFrameMkLst>
            <pc:docMk/>
            <pc:sldMk cId="4208673763" sldId="500"/>
            <ac:graphicFrameMk id="16" creationId="{7A9B4FE9-2C20-9896-717C-7CB5C86D9F5E}"/>
          </ac:graphicFrameMkLst>
        </pc:graphicFrameChg>
      </pc:sldChg>
      <pc:sldChg chg="modSp mod">
        <pc:chgData name="Pedro Ruiz Vasquez" userId="b9ac515f-a907-4e47-a2f2-146fecab7773" providerId="ADAL" clId="{56A0C440-5C1A-4EB2-911C-33352D869E1C}" dt="2026-02-22T23:40:48.235" v="360" actId="1076"/>
        <pc:sldMkLst>
          <pc:docMk/>
          <pc:sldMk cId="1550970832" sldId="507"/>
        </pc:sldMkLst>
        <pc:spChg chg="mod">
          <ac:chgData name="Pedro Ruiz Vasquez" userId="b9ac515f-a907-4e47-a2f2-146fecab7773" providerId="ADAL" clId="{56A0C440-5C1A-4EB2-911C-33352D869E1C}" dt="2026-02-22T23:40:48.235" v="360" actId="1076"/>
          <ac:spMkLst>
            <pc:docMk/>
            <pc:sldMk cId="1550970832" sldId="507"/>
            <ac:spMk id="3" creationId="{00000000-0000-0000-0000-000000000000}"/>
          </ac:spMkLst>
        </pc:spChg>
      </pc:sldChg>
      <pc:sldChg chg="modSp">
        <pc:chgData name="Pedro Ruiz Vasquez" userId="b9ac515f-a907-4e47-a2f2-146fecab7773" providerId="ADAL" clId="{56A0C440-5C1A-4EB2-911C-33352D869E1C}" dt="2026-02-22T23:42:32.406" v="380" actId="404"/>
        <pc:sldMkLst>
          <pc:docMk/>
          <pc:sldMk cId="482004157" sldId="508"/>
        </pc:sldMkLst>
        <pc:spChg chg="mod">
          <ac:chgData name="Pedro Ruiz Vasquez" userId="b9ac515f-a907-4e47-a2f2-146fecab7773" providerId="ADAL" clId="{56A0C440-5C1A-4EB2-911C-33352D869E1C}" dt="2026-02-22T23:42:32.406" v="380" actId="404"/>
          <ac:spMkLst>
            <pc:docMk/>
            <pc:sldMk cId="482004157" sldId="508"/>
            <ac:spMk id="10" creationId="{00000000-0000-0000-0000-000000000000}"/>
          </ac:spMkLst>
        </pc:spChg>
      </pc:sldChg>
      <pc:sldChg chg="modSp mod">
        <pc:chgData name="Pedro Ruiz Vasquez" userId="b9ac515f-a907-4e47-a2f2-146fecab7773" providerId="ADAL" clId="{56A0C440-5C1A-4EB2-911C-33352D869E1C}" dt="2026-02-22T23:41:55.963" v="373" actId="404"/>
        <pc:sldMkLst>
          <pc:docMk/>
          <pc:sldMk cId="2155157549" sldId="516"/>
        </pc:sldMkLst>
        <pc:spChg chg="mod">
          <ac:chgData name="Pedro Ruiz Vasquez" userId="b9ac515f-a907-4e47-a2f2-146fecab7773" providerId="ADAL" clId="{56A0C440-5C1A-4EB2-911C-33352D869E1C}" dt="2026-02-22T23:41:55.963" v="373" actId="404"/>
          <ac:spMkLst>
            <pc:docMk/>
            <pc:sldMk cId="2155157549" sldId="516"/>
            <ac:spMk id="6" creationId="{AF80071A-456D-38B1-7674-0D4B9824383D}"/>
          </ac:spMkLst>
        </pc:spChg>
        <pc:spChg chg="mod">
          <ac:chgData name="Pedro Ruiz Vasquez" userId="b9ac515f-a907-4e47-a2f2-146fecab7773" providerId="ADAL" clId="{56A0C440-5C1A-4EB2-911C-33352D869E1C}" dt="2026-02-22T23:41:55.963" v="373" actId="404"/>
          <ac:spMkLst>
            <pc:docMk/>
            <pc:sldMk cId="2155157549" sldId="516"/>
            <ac:spMk id="9" creationId="{C7EE962E-FBD2-1C69-0125-357C0A8E0997}"/>
          </ac:spMkLst>
        </pc:spChg>
      </pc:sldChg>
      <pc:sldChg chg="modSp mod">
        <pc:chgData name="Pedro Ruiz Vasquez" userId="b9ac515f-a907-4e47-a2f2-146fecab7773" providerId="ADAL" clId="{56A0C440-5C1A-4EB2-911C-33352D869E1C}" dt="2026-02-22T23:44:18.530" v="390" actId="404"/>
        <pc:sldMkLst>
          <pc:docMk/>
          <pc:sldMk cId="3390006980" sldId="519"/>
        </pc:sldMkLst>
        <pc:spChg chg="mod">
          <ac:chgData name="Pedro Ruiz Vasquez" userId="b9ac515f-a907-4e47-a2f2-146fecab7773" providerId="ADAL" clId="{56A0C440-5C1A-4EB2-911C-33352D869E1C}" dt="2026-02-22T23:44:18.530" v="390" actId="404"/>
          <ac:spMkLst>
            <pc:docMk/>
            <pc:sldMk cId="3390006980" sldId="519"/>
            <ac:spMk id="25" creationId="{BF0FBAD5-5BFF-DBCD-2311-BEC8F4877372}"/>
          </ac:spMkLst>
        </pc:spChg>
        <pc:spChg chg="mod">
          <ac:chgData name="Pedro Ruiz Vasquez" userId="b9ac515f-a907-4e47-a2f2-146fecab7773" providerId="ADAL" clId="{56A0C440-5C1A-4EB2-911C-33352D869E1C}" dt="2026-02-22T23:44:18.530" v="390" actId="404"/>
          <ac:spMkLst>
            <pc:docMk/>
            <pc:sldMk cId="3390006980" sldId="519"/>
            <ac:spMk id="26" creationId="{B41A4EF7-FF46-B754-CAD1-ADBABDC1433A}"/>
          </ac:spMkLst>
        </pc:spChg>
      </pc:sldChg>
      <pc:sldChg chg="modSp mod">
        <pc:chgData name="Pedro Ruiz Vasquez" userId="b9ac515f-a907-4e47-a2f2-146fecab7773" providerId="ADAL" clId="{56A0C440-5C1A-4EB2-911C-33352D869E1C}" dt="2026-02-22T23:42:17.298" v="377" actId="1076"/>
        <pc:sldMkLst>
          <pc:docMk/>
          <pc:sldMk cId="4274238129" sldId="520"/>
        </pc:sldMkLst>
        <pc:spChg chg="mod">
          <ac:chgData name="Pedro Ruiz Vasquez" userId="b9ac515f-a907-4e47-a2f2-146fecab7773" providerId="ADAL" clId="{56A0C440-5C1A-4EB2-911C-33352D869E1C}" dt="2026-02-22T23:42:17.298" v="377" actId="1076"/>
          <ac:spMkLst>
            <pc:docMk/>
            <pc:sldMk cId="4274238129" sldId="520"/>
            <ac:spMk id="10" creationId="{AA1D5B07-E422-5B79-4CEB-CA569F82433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niandes-my.sharepoint.com/personal/ay_cortes_uniandes_edu_co/Documents/DOCENCIA/2.%20ANADEC/5.%20Semestre%202025-10/4.%20M&#243;dulos%20Tem&#225;ticos/06.%20M&#243;dulo%205.%20La%20Construcci&#243;n%20del%20Flujo%20de%20Caja%20Libre%20de%20un%20Proyecto/6.1.%20Presentac"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1"/>
          <c:order val="0"/>
          <c:tx>
            <c:strRef>
              <c:f>'[6.1.4. ANADEC 202510 - La Construcción del Flujo de Caja Libre de un Proyecto (Depreciaciones &amp; Amortizaciones) - Solución.xlsx]Depreciación&amp;Amortización'!$C$47</c:f>
              <c:strCache>
                <c:ptCount val="1"/>
                <c:pt idx="0">
                  <c:v>Línea Recta</c:v>
                </c:pt>
              </c:strCache>
            </c:strRef>
          </c:tx>
          <c:spPr>
            <a:ln w="28575" cap="rnd">
              <a:solidFill>
                <a:schemeClr val="accent1"/>
              </a:solidFill>
              <a:round/>
            </a:ln>
            <a:effectLst>
              <a:outerShdw blurRad="57150" dist="19050" dir="5400000" algn="ctr" rotWithShape="0">
                <a:srgbClr val="000000">
                  <a:alpha val="63000"/>
                </a:srgbClr>
              </a:outerShdw>
            </a:effectLst>
          </c:spPr>
          <c:marker>
            <c:symbol val="circle"/>
            <c:size val="6"/>
            <c:spPr>
              <a:solidFill>
                <a:schemeClr val="accent1"/>
              </a:solidFill>
              <a:ln w="2857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50800"/>
              </a:sp3d>
            </c:spPr>
          </c:marker>
          <c:xVal>
            <c:numRef>
              <c:f>'[6.1.4. ANADEC 202510 - La Construcción del Flujo de Caja Libre de un Proyecto (Depreciaciones &amp; Amortizaciones) - Solución.xlsx]Depreciación&amp;Amortización'!$B$48:$B$57</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'[6.1.4. ANADEC 202510 - La Construcción del Flujo de Caja Libre de un Proyecto (Depreciaciones &amp; Amortizaciones) - Solución.xlsx]Depreciación&amp;Amortización'!$C$48:$C$57</c:f>
              <c:numCache>
                <c:formatCode>"$"\ #,##0.0</c:formatCode>
                <c:ptCount val="10"/>
                <c:pt idx="0">
                  <c:v>7000000</c:v>
                </c:pt>
                <c:pt idx="1">
                  <c:v>7000000</c:v>
                </c:pt>
                <c:pt idx="2">
                  <c:v>7000000</c:v>
                </c:pt>
                <c:pt idx="3">
                  <c:v>7000000</c:v>
                </c:pt>
                <c:pt idx="4">
                  <c:v>7000000</c:v>
                </c:pt>
                <c:pt idx="5">
                  <c:v>7000000</c:v>
                </c:pt>
                <c:pt idx="6">
                  <c:v>7000000</c:v>
                </c:pt>
                <c:pt idx="7">
                  <c:v>7000000</c:v>
                </c:pt>
                <c:pt idx="8">
                  <c:v>7000000</c:v>
                </c:pt>
                <c:pt idx="9">
                  <c:v>7000000</c:v>
                </c:pt>
              </c:numCache>
            </c:numRef>
          </c:yVal>
          <c:smooth val="1"/>
          <c:extLst>
            <c:ext xmlns:c16="http://schemas.microsoft.com/office/drawing/2014/chart" uri="{C3380CC4-5D6E-409C-BE32-E72D297353CC}">
              <c16:uniqueId val="{00000000-40B1-634F-AF99-E112A0CAA74B}"/>
            </c:ext>
          </c:extLst>
        </c:ser>
        <c:ser>
          <c:idx val="2"/>
          <c:order val="1"/>
          <c:tx>
            <c:strRef>
              <c:f>'[6.1.4. ANADEC 202510 - La Construcción del Flujo de Caja Libre de un Proyecto (Depreciaciones &amp; Amortizaciones) - Solución.xlsx]Depreciación&amp;Amortización'!$D$47</c:f>
              <c:strCache>
                <c:ptCount val="1"/>
                <c:pt idx="0">
                  <c:v>Reducción de Saldos</c:v>
                </c:pt>
              </c:strCache>
            </c:strRef>
          </c:tx>
          <c:spPr>
            <a:ln w="28575" cap="rnd">
              <a:solidFill>
                <a:srgbClr val="FF9300"/>
              </a:solidFill>
              <a:round/>
            </a:ln>
            <a:effectLst>
              <a:outerShdw blurRad="57150" dist="19050" dir="5400000" algn="ctr" rotWithShape="0">
                <a:srgbClr val="000000">
                  <a:alpha val="63000"/>
                </a:srgbClr>
              </a:outerShdw>
            </a:effectLst>
          </c:spPr>
          <c:marker>
            <c:symbol val="circle"/>
            <c:size val="6"/>
            <c:spPr>
              <a:solidFill>
                <a:srgbClr val="FF9300"/>
              </a:solidFill>
              <a:ln w="28575" cap="rnd">
                <a:solidFill>
                  <a:srgbClr val="FF9300"/>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50800"/>
              </a:sp3d>
            </c:spPr>
          </c:marker>
          <c:yVal>
            <c:numRef>
              <c:f>'[6.1.4. ANADEC 202510 - La Construcción del Flujo de Caja Libre de un Proyecto (Depreciaciones &amp; Amortizaciones) - Solución.xlsx]Depreciación&amp;Amortización'!$D$48:$D$57</c:f>
              <c:numCache>
                <c:formatCode>"$"\ #,##0.0</c:formatCode>
                <c:ptCount val="10"/>
                <c:pt idx="0">
                  <c:v>15019808.291501163</c:v>
                </c:pt>
                <c:pt idx="1">
                  <c:v>12199875.277583074</c:v>
                </c:pt>
                <c:pt idx="2">
                  <c:v>9909377.9294640459</c:v>
                </c:pt>
                <c:pt idx="3">
                  <c:v>8048915.9696067609</c:v>
                </c:pt>
                <c:pt idx="4">
                  <c:v>6537751.2843830651</c:v>
                </c:pt>
                <c:pt idx="5">
                  <c:v>5310304.1475212006</c:v>
                </c:pt>
                <c:pt idx="6">
                  <c:v>4313307.2692045523</c:v>
                </c:pt>
                <c:pt idx="7">
                  <c:v>3503494.1656321678</c:v>
                </c:pt>
                <c:pt idx="8">
                  <c:v>2845721.5316548184</c:v>
                </c:pt>
                <c:pt idx="9">
                  <c:v>2311444.1334491642</c:v>
                </c:pt>
              </c:numCache>
            </c:numRef>
          </c:yVal>
          <c:smooth val="1"/>
          <c:extLst>
            <c:ext xmlns:c16="http://schemas.microsoft.com/office/drawing/2014/chart" uri="{C3380CC4-5D6E-409C-BE32-E72D297353CC}">
              <c16:uniqueId val="{00000001-40B1-634F-AF99-E112A0CAA74B}"/>
            </c:ext>
          </c:extLst>
        </c:ser>
        <c:dLbls>
          <c:showLegendKey val="0"/>
          <c:showVal val="0"/>
          <c:showCatName val="0"/>
          <c:showSerName val="0"/>
          <c:showPercent val="0"/>
          <c:showBubbleSize val="0"/>
        </c:dLbls>
        <c:axId val="755269312"/>
        <c:axId val="755911696"/>
      </c:scatterChart>
      <c:valAx>
        <c:axId val="755269312"/>
        <c:scaling>
          <c:orientation val="minMax"/>
          <c:max val="1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s-CO"/>
          </a:p>
        </c:txPr>
        <c:crossAx val="755911696"/>
        <c:crosses val="autoZero"/>
        <c:crossBetween val="midCat"/>
      </c:valAx>
      <c:valAx>
        <c:axId val="755911696"/>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s-CO"/>
          </a:p>
        </c:txPr>
        <c:crossAx val="7552693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22/02/2026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22/02/2026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5364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630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6591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89150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06211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65242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8019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3D67-63F2-C469-7AF6-D71F1B6DC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DB93C-CFE3-2D88-656B-8F269D7CC8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9DEB178-37B3-C7CC-FC0C-DC74210D370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6014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49134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05216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2507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101853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3156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70987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84337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43186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43982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987438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0031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9264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79230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5540388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2.jpeg"/><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emf"/><Relationship Id="rId7" Type="http://schemas.openxmlformats.org/officeDocument/2006/relationships/image" Target="../media/image1.png"/><Relationship Id="rId2" Type="http://schemas.openxmlformats.org/officeDocument/2006/relationships/image" Target="../media/image24.emf"/><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0.emf"/></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5.emf"/></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LA CONSTRUCCIÓN DEL FLUJO DE CAJA LIBRE DE UN PROYECTO (</a:t>
            </a:r>
            <a:r>
              <a:rPr lang="es-CO" sz="4000">
                <a:solidFill>
                  <a:srgbClr val="D7A700"/>
                </a:solidFill>
                <a:latin typeface="Century Gothic"/>
              </a:rPr>
              <a:t>parte II</a:t>
            </a:r>
            <a:r>
              <a:rPr lang="es-CO" sz="4000">
                <a:latin typeface="Century Gothic"/>
              </a:rPr>
              <a:t>)</a:t>
            </a:r>
            <a:endParaRPr lang="es-CO" sz="40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30C58F2D-AAF1-1F44-4138-17253FBEC89E}"/>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4" name="Rectángulo 3">
            <a:extLst>
              <a:ext uri="{FF2B5EF4-FFF2-40B4-BE49-F238E27FC236}">
                <a16:creationId xmlns:a16="http://schemas.microsoft.com/office/drawing/2014/main" id="{3BCDD8CA-F70F-BB30-9411-8DCDB7C4F7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283223"/>
            <a:ext cx="8540907" cy="4708981"/>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accent1"/>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accent1"/>
              </a:solidFill>
              <a:latin typeface="Century Gothic"/>
            </a:endParaRPr>
          </a:p>
          <a:p>
            <a:pPr marL="342900" indent="-342900">
              <a:buClr>
                <a:schemeClr val="accent3">
                  <a:lumMod val="75000"/>
                </a:schemeClr>
              </a:buClr>
              <a:buAutoNum type="arabicPeriod"/>
            </a:pPr>
            <a:r>
              <a:rPr lang="es-CO" sz="2000">
                <a:solidFill>
                  <a:schemeClr val="accent1"/>
                </a:solidFill>
                <a:latin typeface="Century Gothic"/>
              </a:rPr>
              <a:t>¿Cómo se contabiliza una Depreciación?</a:t>
            </a: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accent1"/>
                </a:solidFill>
                <a:latin typeface="Century Gothic"/>
              </a:rPr>
              <a:t>El cálculo de la Depreciación.</a:t>
            </a:r>
          </a:p>
          <a:p>
            <a:pPr marL="342900" indent="-342900">
              <a:buClr>
                <a:schemeClr val="accent3">
                  <a:lumMod val="75000"/>
                </a:schemeClr>
              </a:buClr>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accent1"/>
                </a:solidFill>
                <a:latin typeface="Century Gothic"/>
              </a:rPr>
              <a:t>¿Cuáles son los métodos de Depreciación?</a:t>
            </a:r>
            <a:endParaRPr lang="es-CO" sz="2000">
              <a:solidFill>
                <a:schemeClr val="accent1"/>
              </a:solidFill>
              <a:latin typeface="Century Gothic" panose="020B0502020202020204" pitchFamily="34" charset="0"/>
            </a:endParaRPr>
          </a:p>
          <a:p>
            <a:pPr>
              <a:buClr>
                <a:srgbClr val="852638"/>
              </a:buClr>
            </a:pPr>
            <a:endParaRPr lang="es-CO" sz="2000">
              <a:solidFill>
                <a:schemeClr val="accent1"/>
              </a:solidFill>
              <a:latin typeface="Century Gothic"/>
            </a:endParaRPr>
          </a:p>
          <a:p>
            <a:pPr lvl="1">
              <a:buClr>
                <a:srgbClr val="852638"/>
              </a:buClr>
            </a:pPr>
            <a:r>
              <a:rPr lang="es-CO" sz="2000">
                <a:solidFill>
                  <a:schemeClr val="accent3">
                    <a:lumMod val="75000"/>
                  </a:schemeClr>
                </a:solidFill>
                <a:latin typeface="Century Gothic"/>
              </a:rPr>
              <a:t>4.1. </a:t>
            </a:r>
            <a:r>
              <a:rPr lang="es-CO" sz="2000">
                <a:solidFill>
                  <a:schemeClr val="accent1"/>
                </a:solidFill>
                <a:latin typeface="Century Gothic"/>
              </a:rPr>
              <a:t>Método de Línea Recta.</a:t>
            </a:r>
          </a:p>
          <a:p>
            <a:pPr lvl="1">
              <a:buClr>
                <a:srgbClr val="852638"/>
              </a:buClr>
            </a:pPr>
            <a:endParaRPr lang="es-CO" sz="2000">
              <a:solidFill>
                <a:schemeClr val="accent1"/>
              </a:solidFill>
              <a:latin typeface="Century Gothic"/>
            </a:endParaRPr>
          </a:p>
          <a:p>
            <a:pPr lvl="1">
              <a:buClr>
                <a:srgbClr val="852638"/>
              </a:buClr>
            </a:pPr>
            <a:r>
              <a:rPr lang="es-CO" sz="2000">
                <a:solidFill>
                  <a:schemeClr val="accent3">
                    <a:lumMod val="75000"/>
                  </a:schemeClr>
                </a:solidFill>
                <a:latin typeface="Century Gothic"/>
              </a:rPr>
              <a:t>4.2. </a:t>
            </a:r>
            <a:r>
              <a:rPr lang="es-CO" sz="2000">
                <a:solidFill>
                  <a:schemeClr val="accent1"/>
                </a:solidFill>
                <a:latin typeface="Century Gothic"/>
              </a:rPr>
              <a:t>Método Acelerado.</a:t>
            </a:r>
          </a:p>
          <a:p>
            <a:pPr lvl="1">
              <a:buClr>
                <a:srgbClr val="852638"/>
              </a:buClr>
            </a:pPr>
            <a:endParaRPr lang="es-CO" sz="2000">
              <a:solidFill>
                <a:schemeClr val="accent3">
                  <a:lumMod val="75000"/>
                </a:schemeClr>
              </a:solidFill>
              <a:latin typeface="Century Gothic" panose="020B0502020202020204" pitchFamily="34" charset="0"/>
            </a:endParaRPr>
          </a:p>
          <a:p>
            <a:pPr lvl="1">
              <a:buClr>
                <a:srgbClr val="852638"/>
              </a:buClr>
            </a:pPr>
            <a:r>
              <a:rPr lang="es-CO" sz="2000">
                <a:solidFill>
                  <a:schemeClr val="accent3">
                    <a:lumMod val="75000"/>
                  </a:schemeClr>
                </a:solidFill>
                <a:latin typeface="Century Gothic"/>
              </a:rPr>
              <a:t>4.3. </a:t>
            </a:r>
            <a:r>
              <a:rPr lang="es-CO" sz="2000">
                <a:solidFill>
                  <a:schemeClr val="accent1"/>
                </a:solidFill>
                <a:latin typeface="Century Gothic"/>
              </a:rPr>
              <a:t>Método de Unidades Productivas.</a:t>
            </a:r>
          </a:p>
          <a:p>
            <a:pPr>
              <a:buClr>
                <a:srgbClr val="852638"/>
              </a:buClr>
            </a:pPr>
            <a:endParaRPr lang="es-CO" sz="2000">
              <a:solidFill>
                <a:schemeClr val="accent3">
                  <a:lumMod val="75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45C080C-D1AF-A115-7CB1-8BD5FE51FEA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85657" y="22690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accent1"/>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accent1"/>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3BFF2B-CBF0-D789-0C3A-5DAA876FAFF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85B7F689-FE77-08D8-BD13-1F74512A3E9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255959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Concepto de Depreciación </a:t>
            </a:r>
          </a:p>
        </p:txBody>
      </p:sp>
      <p:sp>
        <p:nvSpPr>
          <p:cNvPr id="3" name="Marcador de contenido 2"/>
          <p:cNvSpPr>
            <a:spLocks noGrp="1"/>
          </p:cNvSpPr>
          <p:nvPr>
            <p:ph idx="1"/>
          </p:nvPr>
        </p:nvSpPr>
        <p:spPr>
          <a:xfrm>
            <a:off x="999273" y="2038392"/>
            <a:ext cx="9559027" cy="3648481"/>
          </a:xfrm>
        </p:spPr>
        <p:txBody>
          <a:bodyPr>
            <a:normAutofit/>
          </a:bodyPr>
          <a:lstStyle/>
          <a:p>
            <a:pPr marL="0" indent="0" algn="just">
              <a:buNone/>
            </a:pPr>
            <a:r>
              <a:rPr lang="es-ES" b="1" dirty="0">
                <a:solidFill>
                  <a:srgbClr val="C00000"/>
                </a:solidFill>
                <a:latin typeface="Century Gothic" panose="020B0502020202020204" pitchFamily="34" charset="0"/>
              </a:rPr>
              <a:t>Depreciación: </a:t>
            </a:r>
            <a:r>
              <a:rPr lang="es-ES" dirty="0">
                <a:solidFill>
                  <a:schemeClr val="accent1"/>
                </a:solidFill>
                <a:latin typeface="Century Gothic" panose="020B0502020202020204" pitchFamily="34" charset="0"/>
              </a:rPr>
              <a:t>es la pérdida de valor en el tiempo de ciertos activos debido al desgaste natural o la caída en desuso (obsolescencia). </a:t>
            </a: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p:txBody>
      </p:sp>
      <p:sp>
        <p:nvSpPr>
          <p:cNvPr id="5" name="CuadroTexto 4"/>
          <p:cNvSpPr txBox="1"/>
          <p:nvPr/>
        </p:nvSpPr>
        <p:spPr>
          <a:xfrm>
            <a:off x="2195515" y="5725724"/>
            <a:ext cx="184722" cy="229290"/>
          </a:xfrm>
          <a:prstGeom prst="rect">
            <a:avLst/>
          </a:prstGeom>
          <a:noFill/>
        </p:spPr>
        <p:txBody>
          <a:bodyPr wrap="none" lIns="91436" tIns="45718" rIns="91436" bIns="45718" rtlCol="0">
            <a:spAutoFit/>
          </a:bodyPr>
          <a:lstStyle/>
          <a:p>
            <a:endParaRPr lang="es-ES" sz="890"/>
          </a:p>
        </p:txBody>
      </p:sp>
      <p:sp>
        <p:nvSpPr>
          <p:cNvPr id="8" name="CuadroTexto 7"/>
          <p:cNvSpPr txBox="1"/>
          <p:nvPr/>
        </p:nvSpPr>
        <p:spPr>
          <a:xfrm>
            <a:off x="1926514" y="5210042"/>
            <a:ext cx="2741448" cy="369328"/>
          </a:xfrm>
          <a:prstGeom prst="rect">
            <a:avLst/>
          </a:prstGeom>
          <a:noFill/>
        </p:spPr>
        <p:txBody>
          <a:bodyPr wrap="none" lIns="91436" tIns="45718" rIns="91436" bIns="45718" rtlCol="0">
            <a:spAutoFit/>
          </a:bodyPr>
          <a:lstStyle/>
          <a:p>
            <a:r>
              <a:rPr lang="es-ES" b="1">
                <a:solidFill>
                  <a:srgbClr val="D7A700"/>
                </a:solidFill>
                <a:latin typeface="Century Gothic" panose="020B0502020202020204" pitchFamily="34" charset="0"/>
              </a:rPr>
              <a:t>¿Cuál es más costoso?</a:t>
            </a:r>
          </a:p>
        </p:txBody>
      </p:sp>
      <p:pic>
        <p:nvPicPr>
          <p:cNvPr id="9" name="Picture 4" descr="http://upload.wikimedia.org/wikipedia/commons/5/57/2003-2006_Audi_TT_(8N)_1.8_T_coupe_(2011-11-08)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5380" y="3651117"/>
            <a:ext cx="4472920" cy="2090604"/>
          </a:xfrm>
          <a:prstGeom prst="rect">
            <a:avLst/>
          </a:prstGeom>
          <a:ln>
            <a:noFill/>
          </a:ln>
          <a:effectLst>
            <a:softEdge rad="112500"/>
          </a:effectLst>
        </p:spPr>
      </p:pic>
      <p:pic>
        <p:nvPicPr>
          <p:cNvPr id="10" name="Picture 4" descr="Image result for audi dirty"/>
          <p:cNvPicPr>
            <a:picLocks noChangeAspect="1" noChangeArrowheads="1"/>
          </p:cNvPicPr>
          <p:nvPr/>
        </p:nvPicPr>
        <p:blipFill rotWithShape="1">
          <a:blip r:embed="rId3">
            <a:extLst>
              <a:ext uri="{28A0092B-C50C-407E-A947-70E740481C1C}">
                <a14:useLocalDpi xmlns:a14="http://schemas.microsoft.com/office/drawing/2010/main" val="0"/>
              </a:ext>
            </a:extLst>
          </a:blip>
          <a:srcRect t="25958" b="12687"/>
          <a:stretch/>
        </p:blipFill>
        <p:spPr bwMode="auto">
          <a:xfrm>
            <a:off x="999273" y="3195711"/>
            <a:ext cx="4377398" cy="201433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A7B2C6C5-BDE8-1798-6120-578EB7F619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6" name="Picture 2" descr="Clientes y aliados | Centro de Evaluación | Uniandes">
            <a:extLst>
              <a:ext uri="{FF2B5EF4-FFF2-40B4-BE49-F238E27FC236}">
                <a16:creationId xmlns:a16="http://schemas.microsoft.com/office/drawing/2014/main" id="{440E6AE3-3E48-83D9-CDB6-BB2895D3F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0C318BC-D475-C8EE-76B9-6BC7AFE2D99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215131BC-3F62-E892-B39D-C606D2BB462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132931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
            <a:extLst>
              <a:ext uri="{FF2B5EF4-FFF2-40B4-BE49-F238E27FC236}">
                <a16:creationId xmlns:a16="http://schemas.microsoft.com/office/drawing/2014/main" id="{DE422E87-BD29-4707-AF7D-4C27BF80713F}"/>
              </a:ext>
            </a:extLst>
          </p:cNvPr>
          <p:cNvSpPr>
            <a:spLocks noGrp="1"/>
          </p:cNvSpPr>
          <p:nvPr>
            <p:ph type="title"/>
          </p:nvPr>
        </p:nvSpPr>
        <p:spPr/>
        <p:txBody>
          <a:bodyPr>
            <a:normAutofit/>
          </a:bodyPr>
          <a:lstStyle/>
          <a:p>
            <a:r>
              <a:rPr lang="es-ES">
                <a:latin typeface="Century Gothic" panose="020B0502020202020204" pitchFamily="34" charset="0"/>
              </a:rPr>
              <a:t>Concepto de Depreciación</a:t>
            </a:r>
          </a:p>
        </p:txBody>
      </p:sp>
      <p:sp>
        <p:nvSpPr>
          <p:cNvPr id="3" name="Marcador de contenido 2"/>
          <p:cNvSpPr>
            <a:spLocks noGrp="1"/>
          </p:cNvSpPr>
          <p:nvPr>
            <p:ph idx="1"/>
          </p:nvPr>
        </p:nvSpPr>
        <p:spPr>
          <a:xfrm>
            <a:off x="1251328" y="2112020"/>
            <a:ext cx="9066719" cy="1571840"/>
          </a:xfrm>
        </p:spPr>
        <p:txBody>
          <a:bodyPr>
            <a:normAutofit/>
          </a:bodyPr>
          <a:lstStyle/>
          <a:p>
            <a:pPr marL="0" indent="0">
              <a:buNone/>
            </a:pPr>
            <a:r>
              <a:rPr lang="es-ES" dirty="0">
                <a:solidFill>
                  <a:schemeClr val="accent1"/>
                </a:solidFill>
                <a:latin typeface="Century Gothic" panose="020B0502020202020204" pitchFamily="34" charset="0"/>
              </a:rPr>
              <a:t>Los activos se desgastan… </a:t>
            </a:r>
          </a:p>
          <a:p>
            <a:endParaRPr lang="es-ES" dirty="0">
              <a:solidFill>
                <a:schemeClr val="accent1"/>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Los activos se tornan obsoletos…</a:t>
            </a:r>
          </a:p>
        </p:txBody>
      </p:sp>
      <p:pic>
        <p:nvPicPr>
          <p:cNvPr id="6" name="Imagen 5"/>
          <p:cNvPicPr>
            <a:picLocks noChangeAspect="1"/>
          </p:cNvPicPr>
          <p:nvPr/>
        </p:nvPicPr>
        <p:blipFill>
          <a:blip r:embed="rId2"/>
          <a:stretch>
            <a:fillRect/>
          </a:stretch>
        </p:blipFill>
        <p:spPr>
          <a:xfrm>
            <a:off x="5854998" y="3885751"/>
            <a:ext cx="1832748" cy="1832748"/>
          </a:xfrm>
          <a:prstGeom prst="rect">
            <a:avLst/>
          </a:prstGeom>
        </p:spPr>
      </p:pic>
      <p:pic>
        <p:nvPicPr>
          <p:cNvPr id="9" name="Imagen 8"/>
          <p:cNvPicPr>
            <a:picLocks noChangeAspect="1"/>
          </p:cNvPicPr>
          <p:nvPr/>
        </p:nvPicPr>
        <p:blipFill rotWithShape="1">
          <a:blip r:embed="rId3"/>
          <a:srcRect l="15619" t="14190" r="63549"/>
          <a:stretch/>
        </p:blipFill>
        <p:spPr>
          <a:xfrm>
            <a:off x="3309363" y="4397896"/>
            <a:ext cx="671837" cy="1452899"/>
          </a:xfrm>
          <a:prstGeom prst="rect">
            <a:avLst/>
          </a:prstGeom>
        </p:spPr>
      </p:pic>
      <p:pic>
        <p:nvPicPr>
          <p:cNvPr id="10" name="Imagen 9"/>
          <p:cNvPicPr>
            <a:picLocks noChangeAspect="1"/>
          </p:cNvPicPr>
          <p:nvPr/>
        </p:nvPicPr>
        <p:blipFill rotWithShape="1">
          <a:blip r:embed="rId3"/>
          <a:srcRect l="36451" t="8959" r="34503"/>
          <a:stretch/>
        </p:blipFill>
        <p:spPr>
          <a:xfrm>
            <a:off x="4076581" y="4371438"/>
            <a:ext cx="882934" cy="1452899"/>
          </a:xfrm>
          <a:prstGeom prst="rect">
            <a:avLst/>
          </a:prstGeom>
        </p:spPr>
      </p:pic>
      <p:pic>
        <p:nvPicPr>
          <p:cNvPr id="11" name="Imagen 10"/>
          <p:cNvPicPr>
            <a:picLocks noChangeAspect="1"/>
          </p:cNvPicPr>
          <p:nvPr/>
        </p:nvPicPr>
        <p:blipFill rotWithShape="1">
          <a:blip r:embed="rId3"/>
          <a:srcRect l="65497"/>
          <a:stretch/>
        </p:blipFill>
        <p:spPr>
          <a:xfrm>
            <a:off x="5032098" y="3898979"/>
            <a:ext cx="1276526" cy="1942389"/>
          </a:xfrm>
          <a:prstGeom prst="rect">
            <a:avLst/>
          </a:prstGeom>
        </p:spPr>
      </p:pic>
      <p:pic>
        <p:nvPicPr>
          <p:cNvPr id="12" name="Imagen 11"/>
          <p:cNvPicPr>
            <a:picLocks noChangeAspect="1"/>
          </p:cNvPicPr>
          <p:nvPr/>
        </p:nvPicPr>
        <p:blipFill>
          <a:blip r:embed="rId4"/>
          <a:stretch>
            <a:fillRect/>
          </a:stretch>
        </p:blipFill>
        <p:spPr>
          <a:xfrm>
            <a:off x="2458634" y="4507530"/>
            <a:ext cx="738285" cy="1237429"/>
          </a:xfrm>
          <a:prstGeom prst="rect">
            <a:avLst/>
          </a:prstGeom>
        </p:spPr>
      </p:pic>
      <p:pic>
        <p:nvPicPr>
          <p:cNvPr id="14" name="Imagen 13"/>
          <p:cNvPicPr>
            <a:picLocks noChangeAspect="1"/>
          </p:cNvPicPr>
          <p:nvPr/>
        </p:nvPicPr>
        <p:blipFill>
          <a:blip r:embed="rId5">
            <a:clrChange>
              <a:clrFrom>
                <a:srgbClr val="FFFFFF"/>
              </a:clrFrom>
              <a:clrTo>
                <a:srgbClr val="FFFFFF">
                  <a:alpha val="0"/>
                </a:srgbClr>
              </a:clrTo>
            </a:clrChange>
          </a:blip>
          <a:stretch>
            <a:fillRect/>
          </a:stretch>
        </p:blipFill>
        <p:spPr>
          <a:xfrm>
            <a:off x="7351406" y="3410665"/>
            <a:ext cx="1457943" cy="2307834"/>
          </a:xfrm>
          <a:prstGeom prst="rect">
            <a:avLst/>
          </a:prstGeom>
        </p:spPr>
      </p:pic>
      <p:sp>
        <p:nvSpPr>
          <p:cNvPr id="15" name="Rectángulo 14">
            <a:extLst>
              <a:ext uri="{FF2B5EF4-FFF2-40B4-BE49-F238E27FC236}">
                <a16:creationId xmlns:a16="http://schemas.microsoft.com/office/drawing/2014/main" id="{120BEE35-754F-2E97-1F10-6A3A8800362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8" name="Picture 2" descr="Clientes y aliados | Centro de Evaluación | Uniandes">
            <a:extLst>
              <a:ext uri="{FF2B5EF4-FFF2-40B4-BE49-F238E27FC236}">
                <a16:creationId xmlns:a16="http://schemas.microsoft.com/office/drawing/2014/main" id="{0E950BA1-B43D-E829-FC53-CEF70825B4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DBA6F4A-EDE1-0004-A160-3E951301AA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1D2F32D2-128E-283C-4FB1-D529D6934FB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300347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1421D55A-3D06-487B-9A25-6823C9D878B7}"/>
              </a:ext>
            </a:extLst>
          </p:cNvPr>
          <p:cNvSpPr>
            <a:spLocks noGrp="1"/>
          </p:cNvSpPr>
          <p:nvPr>
            <p:ph type="title"/>
          </p:nvPr>
        </p:nvSpPr>
        <p:spPr/>
        <p:txBody>
          <a:bodyPr>
            <a:normAutofit/>
          </a:bodyPr>
          <a:lstStyle/>
          <a:p>
            <a:r>
              <a:rPr lang="es-ES">
                <a:latin typeface="Century Gothic" panose="020B0502020202020204" pitchFamily="34" charset="0"/>
              </a:rPr>
              <a:t>Concepto de Depreciación</a:t>
            </a:r>
          </a:p>
        </p:txBody>
      </p:sp>
      <p:pic>
        <p:nvPicPr>
          <p:cNvPr id="15" name="Picture 2"/>
          <p:cNvPicPr>
            <a:picLocks noChangeAspect="1"/>
          </p:cNvPicPr>
          <p:nvPr/>
        </p:nvPicPr>
        <p:blipFill>
          <a:blip r:embed="rId2"/>
          <a:stretch>
            <a:fillRect/>
          </a:stretch>
        </p:blipFill>
        <p:spPr>
          <a:xfrm>
            <a:off x="756955" y="2955718"/>
            <a:ext cx="2600641" cy="3388835"/>
          </a:xfrm>
          <a:prstGeom prst="rect">
            <a:avLst/>
          </a:prstGeom>
        </p:spPr>
      </p:pic>
      <p:pic>
        <p:nvPicPr>
          <p:cNvPr id="16" name="Picture 4"/>
          <p:cNvPicPr>
            <a:picLocks noChangeAspect="1"/>
          </p:cNvPicPr>
          <p:nvPr/>
        </p:nvPicPr>
        <p:blipFill>
          <a:blip r:embed="rId3">
            <a:clrChange>
              <a:clrFrom>
                <a:srgbClr val="FEFEFE"/>
              </a:clrFrom>
              <a:clrTo>
                <a:srgbClr val="FEFEFE">
                  <a:alpha val="0"/>
                </a:srgbClr>
              </a:clrTo>
            </a:clrChange>
          </a:blip>
          <a:stretch>
            <a:fillRect/>
          </a:stretch>
        </p:blipFill>
        <p:spPr>
          <a:xfrm>
            <a:off x="3627750" y="3623731"/>
            <a:ext cx="2222656" cy="1777383"/>
          </a:xfrm>
          <a:prstGeom prst="rect">
            <a:avLst/>
          </a:prstGeom>
        </p:spPr>
      </p:pic>
      <p:pic>
        <p:nvPicPr>
          <p:cNvPr id="17" name="Picture 5"/>
          <p:cNvPicPr>
            <a:picLocks noChangeAspect="1"/>
          </p:cNvPicPr>
          <p:nvPr/>
        </p:nvPicPr>
        <p:blipFill>
          <a:blip r:embed="rId4"/>
          <a:stretch>
            <a:fillRect/>
          </a:stretch>
        </p:blipFill>
        <p:spPr>
          <a:xfrm>
            <a:off x="6492498" y="3493961"/>
            <a:ext cx="2558826" cy="1701619"/>
          </a:xfrm>
          <a:prstGeom prst="rect">
            <a:avLst/>
          </a:prstGeom>
        </p:spPr>
      </p:pic>
      <p:pic>
        <p:nvPicPr>
          <p:cNvPr id="18" name="Picture 8"/>
          <p:cNvPicPr>
            <a:picLocks noChangeAspect="1"/>
          </p:cNvPicPr>
          <p:nvPr/>
        </p:nvPicPr>
        <p:blipFill>
          <a:blip r:embed="rId5">
            <a:clrChange>
              <a:clrFrom>
                <a:srgbClr val="FFFFFF"/>
              </a:clrFrom>
              <a:clrTo>
                <a:srgbClr val="FFFFFF">
                  <a:alpha val="0"/>
                </a:srgbClr>
              </a:clrTo>
            </a:clrChange>
          </a:blip>
          <a:stretch>
            <a:fillRect/>
          </a:stretch>
        </p:blipFill>
        <p:spPr>
          <a:xfrm>
            <a:off x="9421686" y="3372981"/>
            <a:ext cx="2473644" cy="1943577"/>
          </a:xfrm>
          <a:prstGeom prst="rect">
            <a:avLst/>
          </a:prstGeom>
        </p:spPr>
      </p:pic>
      <p:sp>
        <p:nvSpPr>
          <p:cNvPr id="7" name="Rectángulo 6">
            <a:extLst>
              <a:ext uri="{FF2B5EF4-FFF2-40B4-BE49-F238E27FC236}">
                <a16:creationId xmlns:a16="http://schemas.microsoft.com/office/drawing/2014/main" id="{816D854D-84C4-380C-C427-19E79C3E84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8BCAFF-B81F-D771-BB66-E6338A8C5D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Flecha derecha 1">
            <a:extLst>
              <a:ext uri="{FF2B5EF4-FFF2-40B4-BE49-F238E27FC236}">
                <a16:creationId xmlns:a16="http://schemas.microsoft.com/office/drawing/2014/main" id="{EF71FF91-47C4-9CC8-0C3C-6D20F1A2193C}"/>
              </a:ext>
            </a:extLst>
          </p:cNvPr>
          <p:cNvSpPr/>
          <p:nvPr/>
        </p:nvSpPr>
        <p:spPr>
          <a:xfrm>
            <a:off x="2057275" y="2104105"/>
            <a:ext cx="7889668" cy="463463"/>
          </a:xfrm>
          <a:prstGeom prst="rightArrow">
            <a:avLst/>
          </a:prstGeom>
          <a:solidFill>
            <a:schemeClr val="accent3">
              <a:alpha val="49020"/>
            </a:schemeClr>
          </a:solidFill>
          <a:ln>
            <a:solidFill>
              <a:schemeClr val="accent1">
                <a:lumMod val="60000"/>
                <a:lumOff val="40000"/>
                <a:alpha val="5098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CuadroTexto 4">
            <a:extLst>
              <a:ext uri="{FF2B5EF4-FFF2-40B4-BE49-F238E27FC236}">
                <a16:creationId xmlns:a16="http://schemas.microsoft.com/office/drawing/2014/main" id="{40EC8B89-6A6F-7EAF-1BFE-F4B5E0F98DC5}"/>
              </a:ext>
            </a:extLst>
          </p:cNvPr>
          <p:cNvSpPr txBox="1"/>
          <p:nvPr/>
        </p:nvSpPr>
        <p:spPr>
          <a:xfrm>
            <a:off x="9958328" y="2104105"/>
            <a:ext cx="6100174" cy="369332"/>
          </a:xfrm>
          <a:prstGeom prst="rect">
            <a:avLst/>
          </a:prstGeom>
          <a:noFill/>
        </p:spPr>
        <p:txBody>
          <a:bodyPr wrap="square">
            <a:spAutoFit/>
          </a:bodyPr>
          <a:lstStyle/>
          <a:p>
            <a:r>
              <a:rPr lang="es-ES" sz="1800" b="1">
                <a:solidFill>
                  <a:srgbClr val="D7A700"/>
                </a:solidFill>
                <a:latin typeface="Century Gothic" panose="020B0502020202020204" pitchFamily="34" charset="0"/>
              </a:rPr>
              <a:t>Tiempo</a:t>
            </a:r>
            <a:endParaRPr lang="es-CO" b="1">
              <a:solidFill>
                <a:srgbClr val="D7A700"/>
              </a:solidFill>
            </a:endParaRPr>
          </a:p>
        </p:txBody>
      </p:sp>
      <p:sp>
        <p:nvSpPr>
          <p:cNvPr id="6" name="Rectángulo 5">
            <a:extLst>
              <a:ext uri="{FF2B5EF4-FFF2-40B4-BE49-F238E27FC236}">
                <a16:creationId xmlns:a16="http://schemas.microsoft.com/office/drawing/2014/main" id="{733377E7-9818-5051-3237-71DB139D115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58F67F33-102A-F070-9980-39B47A9304A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78659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5720" y="2080881"/>
            <a:ext cx="10769964" cy="2585323"/>
          </a:xfrm>
          <a:prstGeom prst="rect">
            <a:avLst/>
          </a:prstGeom>
          <a:noFill/>
        </p:spPr>
        <p:txBody>
          <a:bodyPr wrap="square" rtlCol="0">
            <a:spAutoFit/>
          </a:bodyPr>
          <a:lstStyle/>
          <a:p>
            <a:pPr algn="just"/>
            <a:r>
              <a:rPr lang="es-ES_tradnl" dirty="0">
                <a:solidFill>
                  <a:schemeClr val="accent1"/>
                </a:solidFill>
                <a:latin typeface="Century Gothic" panose="020B0502020202020204" pitchFamily="34" charset="0"/>
              </a:rPr>
              <a:t>La amortización que se registra en el Estado de Resultados es aquella que está relacionada con los activos de la compañía. </a:t>
            </a:r>
            <a:r>
              <a:rPr lang="es-ES_tradnl" b="1" dirty="0">
                <a:solidFill>
                  <a:schemeClr val="accent3">
                    <a:lumMod val="75000"/>
                  </a:schemeClr>
                </a:solidFill>
                <a:latin typeface="Century Gothic" panose="020B0502020202020204" pitchFamily="34" charset="0"/>
              </a:rPr>
              <a:t>No se debe confundir con la amortización de la deuda</a:t>
            </a:r>
            <a:r>
              <a:rPr lang="es-ES_tradnl" b="1" dirty="0">
                <a:solidFill>
                  <a:schemeClr val="accent3">
                    <a:lumMod val="60000"/>
                    <a:lumOff val="40000"/>
                  </a:schemeClr>
                </a:solidFill>
                <a:latin typeface="Century Gothic" panose="020B0502020202020204" pitchFamily="34" charset="0"/>
              </a:rPr>
              <a:t> </a:t>
            </a:r>
            <a:r>
              <a:rPr lang="es-ES_tradnl" dirty="0">
                <a:solidFill>
                  <a:schemeClr val="accent1"/>
                </a:solidFill>
                <a:latin typeface="Century Gothic" panose="020B0502020202020204" pitchFamily="34" charset="0"/>
              </a:rPr>
              <a:t>(que no se registra en el Estado de Resultados).</a:t>
            </a:r>
          </a:p>
          <a:p>
            <a:pPr algn="just"/>
            <a:endParaRPr lang="es-ES_tradnl" dirty="0">
              <a:solidFill>
                <a:schemeClr val="accent1"/>
              </a:solidFill>
              <a:latin typeface="Century Gothic" panose="020B0502020202020204" pitchFamily="34" charset="0"/>
            </a:endParaRPr>
          </a:p>
          <a:p>
            <a:pPr lvl="0" algn="just"/>
            <a:r>
              <a:rPr lang="es-ES_tradnl" dirty="0">
                <a:solidFill>
                  <a:schemeClr val="accent1"/>
                </a:solidFill>
                <a:uFill>
                  <a:solidFill>
                    <a:srgbClr val="595959"/>
                  </a:solidFill>
                </a:uFill>
                <a:latin typeface="Century Gothic" panose="020B0502020202020204" pitchFamily="34" charset="0"/>
              </a:rPr>
              <a:t>La amortización es la</a:t>
            </a:r>
            <a:r>
              <a:rPr lang="es-ES_tradnl" b="1" dirty="0">
                <a:solidFill>
                  <a:schemeClr val="accent1"/>
                </a:solidFill>
                <a:uFill>
                  <a:solidFill>
                    <a:srgbClr val="595959"/>
                  </a:solidFill>
                </a:uFill>
                <a:latin typeface="Century Gothic" panose="020B0502020202020204" pitchFamily="34" charset="0"/>
              </a:rPr>
              <a:t> </a:t>
            </a:r>
            <a:r>
              <a:rPr lang="es-ES_tradnl" b="1" dirty="0">
                <a:solidFill>
                  <a:srgbClr val="D7A700"/>
                </a:solidFill>
                <a:uFill>
                  <a:solidFill>
                    <a:srgbClr val="595959"/>
                  </a:solidFill>
                </a:uFill>
                <a:latin typeface="Century Gothic" panose="020B0502020202020204" pitchFamily="34" charset="0"/>
              </a:rPr>
              <a:t>pérdida de valor en el tiempo de ciertos activos intangibles</a:t>
            </a:r>
            <a:r>
              <a:rPr lang="es-ES_tradnl" b="1" dirty="0">
                <a:solidFill>
                  <a:srgbClr val="FF5050"/>
                </a:solidFill>
                <a:uFill>
                  <a:solidFill>
                    <a:srgbClr val="595959"/>
                  </a:solidFill>
                </a:uFill>
                <a:latin typeface="Century Gothic" panose="020B0502020202020204" pitchFamily="34" charset="0"/>
              </a:rPr>
              <a:t>.</a:t>
            </a:r>
            <a:r>
              <a:rPr lang="es-ES_tradnl" dirty="0">
                <a:solidFill>
                  <a:srgbClr val="FF5050"/>
                </a:solidFill>
                <a:uFill>
                  <a:solidFill>
                    <a:srgbClr val="595959"/>
                  </a:solidFill>
                </a:uFill>
                <a:latin typeface="Century Gothic" panose="020B0502020202020204" pitchFamily="34" charset="0"/>
              </a:rPr>
              <a:t> </a:t>
            </a:r>
            <a:r>
              <a:rPr lang="es-ES_tradnl" dirty="0">
                <a:solidFill>
                  <a:schemeClr val="accent1"/>
                </a:solidFill>
                <a:uFill>
                  <a:solidFill>
                    <a:srgbClr val="595959"/>
                  </a:solidFill>
                </a:uFill>
                <a:latin typeface="Century Gothic" panose="020B0502020202020204" pitchFamily="34" charset="0"/>
              </a:rPr>
              <a:t>Es un concepto similar a la depreciación, con la diferencia que se aplica únicamente a ciertos </a:t>
            </a:r>
            <a:r>
              <a:rPr lang="es-ES_tradnl" b="1" u="sng" dirty="0">
                <a:solidFill>
                  <a:schemeClr val="accent3">
                    <a:lumMod val="50000"/>
                  </a:schemeClr>
                </a:solidFill>
                <a:uFill>
                  <a:solidFill>
                    <a:srgbClr val="595959"/>
                  </a:solidFill>
                </a:uFill>
                <a:latin typeface="Century Gothic" panose="020B0502020202020204" pitchFamily="34" charset="0"/>
              </a:rPr>
              <a:t>activos intangibles</a:t>
            </a:r>
            <a:r>
              <a:rPr lang="es-ES_tradnl" dirty="0">
                <a:solidFill>
                  <a:schemeClr val="accent6">
                    <a:lumMod val="75000"/>
                  </a:schemeClr>
                </a:solidFill>
                <a:uFill>
                  <a:solidFill>
                    <a:srgbClr val="595959"/>
                  </a:solidFill>
                </a:uFill>
                <a:latin typeface="Century Gothic" panose="020B0502020202020204" pitchFamily="34" charset="0"/>
              </a:rPr>
              <a:t>.</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La amortización corresponde a activos intangibles (como patentes, know-how, etc.).</a:t>
            </a:r>
          </a:p>
        </p:txBody>
      </p:sp>
      <p:sp>
        <p:nvSpPr>
          <p:cNvPr id="3" name="Título 2">
            <a:extLst>
              <a:ext uri="{FF2B5EF4-FFF2-40B4-BE49-F238E27FC236}">
                <a16:creationId xmlns:a16="http://schemas.microsoft.com/office/drawing/2014/main" id="{06B854B5-84A3-9F4D-33DE-81126354408C}"/>
              </a:ext>
            </a:extLst>
          </p:cNvPr>
          <p:cNvSpPr>
            <a:spLocks noGrp="1"/>
          </p:cNvSpPr>
          <p:nvPr>
            <p:ph type="title"/>
          </p:nvPr>
        </p:nvSpPr>
        <p:spPr/>
        <p:txBody>
          <a:bodyPr/>
          <a:lstStyle/>
          <a:p>
            <a:r>
              <a:rPr lang="es-CO"/>
              <a:t>¿Qué es la amortización?</a:t>
            </a:r>
          </a:p>
        </p:txBody>
      </p:sp>
      <p:sp>
        <p:nvSpPr>
          <p:cNvPr id="9" name="Slide Number Placeholder 3"/>
          <p:cNvSpPr>
            <a:spLocks noGrp="1"/>
          </p:cNvSpPr>
          <p:nvPr>
            <p:ph type="sldNum" sz="quarter" idx="12"/>
          </p:nvPr>
        </p:nvSpPr>
        <p:spPr>
          <a:prstGeom prst="bracketPair">
            <a:avLst>
              <a:gd name="adj" fmla="val 17949"/>
            </a:avLst>
          </a:prstGeom>
          <a:ln w="19050">
            <a:solidFill>
              <a:srgbClr val="FFFFFF"/>
            </a:solidFill>
          </a:ln>
        </p:spPr>
        <p:txBody>
          <a:bodyPr vert="horz" lIns="0" tIns="0" rIns="0" bIns="0" rtlCol="0" anchor="ctr"/>
          <a:lstStyle/>
          <a:p>
            <a:fld id="{C1B8F17A-5E44-0E4C-8CB0-F6C8EAFB8929}" type="slidenum">
              <a:rPr lang="en-US" sz="1828">
                <a:solidFill>
                  <a:srgbClr val="FFFFFF"/>
                </a:solidFill>
              </a:rPr>
              <a:pPr/>
              <a:t>7</a:t>
            </a:fld>
            <a:endParaRPr lang="en-US" sz="1828">
              <a:solidFill>
                <a:srgbClr val="FFFFFF"/>
              </a:solidFill>
            </a:endParaRPr>
          </a:p>
        </p:txBody>
      </p:sp>
      <p:sp>
        <p:nvSpPr>
          <p:cNvPr id="6" name="Marcador de contenido 2"/>
          <p:cNvSpPr txBox="1">
            <a:spLocks/>
          </p:cNvSpPr>
          <p:nvPr/>
        </p:nvSpPr>
        <p:spPr>
          <a:xfrm>
            <a:off x="928643" y="5162162"/>
            <a:ext cx="7747972" cy="2580929"/>
          </a:xfrm>
          <a:prstGeom prst="rect">
            <a:avLst/>
          </a:prstGeom>
        </p:spPr>
        <p:txBody>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0" indent="0" algn="ctr">
              <a:buNone/>
            </a:pPr>
            <a:r>
              <a:rPr lang="es-ES" sz="1800" b="1" dirty="0">
                <a:solidFill>
                  <a:srgbClr val="C00000"/>
                </a:solidFill>
                <a:latin typeface="Century Gothic" panose="020B0502020202020204" pitchFamily="34" charset="0"/>
              </a:rPr>
              <a:t>La amortización es la pérdida de valor en el tiempo de ciertos activos intangibles. Es un concepto similar a la depreciación, con la diferencia que se aplica únicamente a ciertos activos intangibles, mientras que la depreciación se aplica a los activos tangibles.</a:t>
            </a:r>
          </a:p>
        </p:txBody>
      </p:sp>
      <p:sp>
        <p:nvSpPr>
          <p:cNvPr id="11" name="Rectángulo 10">
            <a:extLst>
              <a:ext uri="{FF2B5EF4-FFF2-40B4-BE49-F238E27FC236}">
                <a16:creationId xmlns:a16="http://schemas.microsoft.com/office/drawing/2014/main" id="{89F450EF-8073-7F0A-A5F3-4EF61E1CD1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27847A58-B5AA-D8D7-F2A4-5F90FAACA3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557CD123-B717-282F-51B0-5F20A9A65FEA}"/>
              </a:ext>
            </a:extLst>
          </p:cNvPr>
          <p:cNvPicPr>
            <a:picLocks noChangeAspect="1"/>
          </p:cNvPicPr>
          <p:nvPr/>
        </p:nvPicPr>
        <p:blipFill rotWithShape="1">
          <a:blip r:embed="rId3"/>
          <a:srcRect l="11672" t="16438" r="10386" b="9223"/>
          <a:stretch/>
        </p:blipFill>
        <p:spPr>
          <a:xfrm>
            <a:off x="9236267" y="5063067"/>
            <a:ext cx="1583028" cy="1594783"/>
          </a:xfrm>
          <a:prstGeom prst="rect">
            <a:avLst/>
          </a:prstGeom>
        </p:spPr>
      </p:pic>
      <p:sp>
        <p:nvSpPr>
          <p:cNvPr id="4" name="Rectángulo 3">
            <a:extLst>
              <a:ext uri="{FF2B5EF4-FFF2-40B4-BE49-F238E27FC236}">
                <a16:creationId xmlns:a16="http://schemas.microsoft.com/office/drawing/2014/main" id="{73313DCE-BEC6-BCD1-1175-8D0F89A4A3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A1A67A14-7D41-306D-182B-A8AA24B55028}"/>
              </a:ext>
            </a:extLst>
          </p:cNvPr>
          <p:cNvSpPr txBox="1">
            <a:spLocks/>
          </p:cNvSpPr>
          <p:nvPr/>
        </p:nvSpPr>
        <p:spPr>
          <a:xfrm>
            <a:off x="10558300" y="59561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accent1"/>
              </a:solidFill>
              <a:latin typeface="Century Gothic"/>
            </a:endParaRPr>
          </a:p>
          <a:p>
            <a:pPr marL="342900" indent="-342900">
              <a:buClr>
                <a:schemeClr val="accent3">
                  <a:lumMod val="75000"/>
                </a:schemeClr>
              </a:buClr>
              <a:buAutoNum type="arabicPeriod"/>
            </a:pPr>
            <a:r>
              <a:rPr lang="es-CO" sz="2000">
                <a:solidFill>
                  <a:schemeClr val="accent1"/>
                </a:solidFill>
                <a:latin typeface="Century Gothic"/>
              </a:rPr>
              <a:t>¿Cómo se contabiliza una Depreciación?</a:t>
            </a: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53B3FB4-8BEB-04A6-490D-FD973B5B486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566A99C-B60A-7C28-A336-DB00F33DC8B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40271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¿Cómo se CONTABILIZA una depreciación?</a:t>
            </a:r>
          </a:p>
        </p:txBody>
      </p:sp>
      <p:sp>
        <p:nvSpPr>
          <p:cNvPr id="3" name="Marcador de contenido 2"/>
          <p:cNvSpPr>
            <a:spLocks noGrp="1"/>
          </p:cNvSpPr>
          <p:nvPr>
            <p:ph idx="1"/>
          </p:nvPr>
        </p:nvSpPr>
        <p:spPr>
          <a:xfrm>
            <a:off x="1448088" y="1837539"/>
            <a:ext cx="9384408" cy="4800454"/>
          </a:xfrm>
        </p:spPr>
        <p:txBody>
          <a:bodyPr>
            <a:noAutofit/>
          </a:bodyPr>
          <a:lstStyle/>
          <a:p>
            <a:pPr marL="0" indent="0" algn="ctr">
              <a:buNone/>
            </a:pPr>
            <a:r>
              <a:rPr lang="es-ES" dirty="0">
                <a:solidFill>
                  <a:schemeClr val="accent1"/>
                </a:solidFill>
                <a:latin typeface="Century Gothic" panose="020B0502020202020204" pitchFamily="34" charset="0"/>
              </a:rPr>
              <a:t>La Depreciación del Periodo es registrada como un costo o gasto de operación del negocio. </a:t>
            </a:r>
            <a:endParaRPr lang="es-ES" dirty="0">
              <a:solidFill>
                <a:srgbClr val="800000"/>
              </a:solidFill>
              <a:latin typeface="Century Gothic" panose="020B0502020202020204" pitchFamily="34" charset="0"/>
            </a:endParaRPr>
          </a:p>
          <a:p>
            <a:pPr marL="114300" indent="0" algn="ctr">
              <a:buNone/>
            </a:pPr>
            <a:r>
              <a:rPr lang="es-ES" b="1" dirty="0">
                <a:solidFill>
                  <a:srgbClr val="C00000"/>
                </a:solidFill>
                <a:latin typeface="Century Gothic" panose="020B0502020202020204" pitchFamily="34" charset="0"/>
              </a:rPr>
              <a:t>Entonces, ¿en qué estado financiero se registra?</a:t>
            </a:r>
          </a:p>
          <a:p>
            <a:pPr algn="ctr"/>
            <a:endParaRPr lang="es-ES" dirty="0">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 el Estado de Resultados</a:t>
            </a:r>
          </a:p>
          <a:p>
            <a:pPr algn="ctr"/>
            <a:endParaRPr lang="es-ES" dirty="0">
              <a:latin typeface="Century Gothic" panose="020B0502020202020204" pitchFamily="34" charset="0"/>
            </a:endParaRPr>
          </a:p>
          <a:p>
            <a:pPr marL="114300" indent="0" algn="ctr">
              <a:buNone/>
            </a:pPr>
            <a:r>
              <a:rPr lang="es-ES" b="1" dirty="0">
                <a:solidFill>
                  <a:schemeClr val="accent3">
                    <a:lumMod val="50000"/>
                  </a:schemeClr>
                </a:solidFill>
                <a:latin typeface="Century Gothic" panose="020B0502020202020204" pitchFamily="34" charset="0"/>
              </a:rPr>
              <a:t>y ¿cuál es la contrapartida?</a:t>
            </a:r>
          </a:p>
          <a:p>
            <a:pPr algn="ctr"/>
            <a:endParaRPr lang="es-ES" b="1" dirty="0">
              <a:solidFill>
                <a:srgbClr val="6666FF"/>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Un movimiento en el Estado de Situación Financiera.</a:t>
            </a:r>
          </a:p>
          <a:p>
            <a:pPr marL="0" indent="0" algn="ctr">
              <a:buNone/>
            </a:pPr>
            <a:r>
              <a:rPr lang="es-ES" dirty="0">
                <a:solidFill>
                  <a:schemeClr val="accent1"/>
                </a:solidFill>
                <a:latin typeface="Century Gothic" panose="020B0502020202020204" pitchFamily="34" charset="0"/>
              </a:rPr>
              <a:t>Un menor valor del activo, que se registra en una cuenta llamada Depreciación.</a:t>
            </a:r>
          </a:p>
          <a:p>
            <a:pPr algn="ctr"/>
            <a:endParaRPr lang="es-ES" dirty="0">
              <a:latin typeface="Century Gothic" panose="020B0502020202020204" pitchFamily="34" charset="0"/>
            </a:endParaRPr>
          </a:p>
        </p:txBody>
      </p:sp>
      <p:sp>
        <p:nvSpPr>
          <p:cNvPr id="9" name="Rectángulo 8">
            <a:extLst>
              <a:ext uri="{FF2B5EF4-FFF2-40B4-BE49-F238E27FC236}">
                <a16:creationId xmlns:a16="http://schemas.microsoft.com/office/drawing/2014/main" id="{AF5A3C63-8CE8-1677-3F31-9308B62E25F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9C6F4D84-C795-09BE-C2AB-F0178FE57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7EB71ED4-7FF0-791B-C5C4-2A83147BA7F9}"/>
              </a:ext>
            </a:extLst>
          </p:cNvPr>
          <p:cNvPicPr>
            <a:picLocks noChangeAspect="1"/>
          </p:cNvPicPr>
          <p:nvPr/>
        </p:nvPicPr>
        <p:blipFill>
          <a:blip r:embed="rId3"/>
          <a:stretch>
            <a:fillRect/>
          </a:stretch>
        </p:blipFill>
        <p:spPr>
          <a:xfrm>
            <a:off x="365774" y="3159111"/>
            <a:ext cx="2698217" cy="1899607"/>
          </a:xfrm>
          <a:prstGeom prst="rect">
            <a:avLst/>
          </a:prstGeom>
        </p:spPr>
      </p:pic>
      <p:sp>
        <p:nvSpPr>
          <p:cNvPr id="7" name="Rectángulo 6">
            <a:extLst>
              <a:ext uri="{FF2B5EF4-FFF2-40B4-BE49-F238E27FC236}">
                <a16:creationId xmlns:a16="http://schemas.microsoft.com/office/drawing/2014/main" id="{7D21630B-6965-7B80-70F8-20EB5EDE9B3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59BD263-4E47-FC5D-D96C-D0659A8F695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155097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581190" y="1980181"/>
            <a:ext cx="10354596" cy="646331"/>
          </a:xfrm>
          <a:prstGeom prst="rect">
            <a:avLst/>
          </a:prstGeom>
          <a:noFill/>
        </p:spPr>
        <p:txBody>
          <a:bodyPr wrap="square" rtlCol="0">
            <a:spAutoFit/>
          </a:bodyPr>
          <a:lstStyle/>
          <a:p>
            <a:pPr algn="ctr"/>
            <a:r>
              <a:rPr lang="es-ES_tradnl" dirty="0">
                <a:solidFill>
                  <a:schemeClr val="accent1"/>
                </a:solidFill>
                <a:latin typeface="Century Gothic" panose="020B0502020202020204" pitchFamily="34" charset="0"/>
              </a:rPr>
              <a:t>A la hora de contabilizar la depreciación, es importante diferenciar entre la Depreciación del Periodo y la Depreciación Histórica o Acumulada.</a:t>
            </a:r>
          </a:p>
        </p:txBody>
      </p:sp>
      <p:sp>
        <p:nvSpPr>
          <p:cNvPr id="8" name="TextBox 7"/>
          <p:cNvSpPr txBox="1"/>
          <p:nvPr/>
        </p:nvSpPr>
        <p:spPr>
          <a:xfrm>
            <a:off x="804746" y="3408733"/>
            <a:ext cx="10354595" cy="1477328"/>
          </a:xfrm>
          <a:prstGeom prst="rect">
            <a:avLst/>
          </a:prstGeom>
          <a:noFill/>
        </p:spPr>
        <p:txBody>
          <a:bodyPr wrap="square" rtlCol="0">
            <a:spAutoFit/>
          </a:bodyPr>
          <a:lstStyle/>
          <a:p>
            <a:pPr marL="241105" indent="-241105" algn="just">
              <a:buFont typeface="Arial"/>
              <a:buChar char="•"/>
            </a:pPr>
            <a:r>
              <a:rPr lang="es-ES_tradnl">
                <a:solidFill>
                  <a:schemeClr val="accent1"/>
                </a:solidFill>
                <a:latin typeface="Century Gothic" panose="020B0502020202020204" pitchFamily="34" charset="0"/>
              </a:rPr>
              <a:t>La Depreciación del periodo corresponde al </a:t>
            </a:r>
            <a:r>
              <a:rPr lang="es-ES_tradnl" b="1">
                <a:solidFill>
                  <a:schemeClr val="accent3">
                    <a:lumMod val="75000"/>
                  </a:schemeClr>
                </a:solidFill>
                <a:latin typeface="Century Gothic" panose="020B0502020202020204" pitchFamily="34" charset="0"/>
              </a:rPr>
              <a:t>monto contable que se deprecia</a:t>
            </a:r>
            <a:r>
              <a:rPr lang="es-ES_tradnl">
                <a:solidFill>
                  <a:schemeClr val="accent3">
                    <a:lumMod val="40000"/>
                    <a:lumOff val="60000"/>
                  </a:schemeClr>
                </a:solidFill>
                <a:latin typeface="Century Gothic" panose="020B0502020202020204" pitchFamily="34" charset="0"/>
              </a:rPr>
              <a:t> </a:t>
            </a:r>
            <a:r>
              <a:rPr lang="es-ES_tradnl">
                <a:solidFill>
                  <a:schemeClr val="accent1"/>
                </a:solidFill>
                <a:latin typeface="Century Gothic" panose="020B0502020202020204" pitchFamily="34" charset="0"/>
              </a:rPr>
              <a:t>un activo particular </a:t>
            </a:r>
            <a:r>
              <a:rPr lang="es-ES_tradnl" b="1">
                <a:solidFill>
                  <a:schemeClr val="accent3">
                    <a:lumMod val="75000"/>
                  </a:schemeClr>
                </a:solidFill>
                <a:latin typeface="Century Gothic" panose="020B0502020202020204" pitchFamily="34" charset="0"/>
              </a:rPr>
              <a:t>en un periodo de tiempo específico</a:t>
            </a:r>
            <a:r>
              <a:rPr lang="es-ES_tradnl">
                <a:solidFill>
                  <a:schemeClr val="accent1"/>
                </a:solidFill>
                <a:latin typeface="Century Gothic" panose="020B0502020202020204" pitchFamily="34" charset="0"/>
              </a:rPr>
              <a:t>.</a:t>
            </a:r>
          </a:p>
          <a:p>
            <a:pPr marL="241105" indent="-241105" algn="just">
              <a:buFont typeface="Arial"/>
              <a:buChar char="•"/>
            </a:pPr>
            <a:r>
              <a:rPr lang="es-ES_tradnl">
                <a:solidFill>
                  <a:schemeClr val="accent1"/>
                </a:solidFill>
                <a:latin typeface="Century Gothic" panose="020B0502020202020204" pitchFamily="34" charset="0"/>
              </a:rPr>
              <a:t>La Depreciación del periodo se registra como un </a:t>
            </a:r>
            <a:r>
              <a:rPr lang="es-ES_tradnl" b="1">
                <a:solidFill>
                  <a:schemeClr val="accent3">
                    <a:lumMod val="50000"/>
                  </a:schemeClr>
                </a:solidFill>
                <a:latin typeface="Century Gothic" panose="020B0502020202020204" pitchFamily="34" charset="0"/>
              </a:rPr>
              <a:t>costo o gasto del negocio en el Estado de Resultados</a:t>
            </a:r>
            <a:r>
              <a:rPr lang="es-ES_tradnl">
                <a:solidFill>
                  <a:schemeClr val="accent1"/>
                </a:solidFill>
                <a:latin typeface="Century Gothic" panose="020B0502020202020204" pitchFamily="34" charset="0"/>
              </a:rPr>
              <a:t>.</a:t>
            </a:r>
          </a:p>
          <a:p>
            <a:pPr algn="just"/>
            <a:endParaRPr lang="es-ES_tradnl">
              <a:solidFill>
                <a:schemeClr val="accent1"/>
              </a:solidFill>
              <a:latin typeface="Century Gothic" panose="020B0502020202020204" pitchFamily="34" charset="0"/>
            </a:endParaRPr>
          </a:p>
        </p:txBody>
      </p:sp>
      <p:sp>
        <p:nvSpPr>
          <p:cNvPr id="9" name="TextBox 8"/>
          <p:cNvSpPr txBox="1"/>
          <p:nvPr/>
        </p:nvSpPr>
        <p:spPr>
          <a:xfrm>
            <a:off x="1045026" y="2978093"/>
            <a:ext cx="8318034" cy="369332"/>
          </a:xfrm>
          <a:prstGeom prst="rect">
            <a:avLst/>
          </a:prstGeom>
          <a:noFill/>
        </p:spPr>
        <p:txBody>
          <a:bodyPr wrap="square" rtlCol="0">
            <a:spAutoFit/>
          </a:bodyPr>
          <a:lstStyle/>
          <a:p>
            <a:r>
              <a:rPr lang="es-ES_tradnl" b="1" dirty="0">
                <a:solidFill>
                  <a:srgbClr val="D7A700"/>
                </a:solidFill>
                <a:latin typeface="Century Gothic" panose="020B0502020202020204" pitchFamily="34" charset="0"/>
              </a:rPr>
              <a:t>La Depreciación del Periodo</a:t>
            </a:r>
          </a:p>
        </p:txBody>
      </p:sp>
      <p:sp>
        <p:nvSpPr>
          <p:cNvPr id="10" name="TextBox 9"/>
          <p:cNvSpPr txBox="1"/>
          <p:nvPr/>
        </p:nvSpPr>
        <p:spPr>
          <a:xfrm>
            <a:off x="1045026" y="5014064"/>
            <a:ext cx="8318034" cy="369332"/>
          </a:xfrm>
          <a:prstGeom prst="rect">
            <a:avLst/>
          </a:prstGeom>
          <a:noFill/>
        </p:spPr>
        <p:txBody>
          <a:bodyPr wrap="square" rtlCol="0">
            <a:spAutoFit/>
          </a:bodyPr>
          <a:lstStyle/>
          <a:p>
            <a:r>
              <a:rPr lang="es-ES_tradnl" b="1">
                <a:solidFill>
                  <a:srgbClr val="D7A700"/>
                </a:solidFill>
                <a:latin typeface="Century Gothic" panose="020B0502020202020204" pitchFamily="34" charset="0"/>
              </a:rPr>
              <a:t>La Depreciación Acumulada</a:t>
            </a:r>
          </a:p>
        </p:txBody>
      </p:sp>
      <p:sp>
        <p:nvSpPr>
          <p:cNvPr id="11" name="TextBox 10"/>
          <p:cNvSpPr txBox="1"/>
          <p:nvPr/>
        </p:nvSpPr>
        <p:spPr>
          <a:xfrm>
            <a:off x="804746" y="5414174"/>
            <a:ext cx="10354594" cy="1200329"/>
          </a:xfrm>
          <a:prstGeom prst="rect">
            <a:avLst/>
          </a:prstGeom>
          <a:noFill/>
        </p:spPr>
        <p:txBody>
          <a:bodyPr wrap="square" rtlCol="0">
            <a:spAutoFit/>
          </a:bodyPr>
          <a:lstStyle/>
          <a:p>
            <a:pPr marL="241105" indent="-241105" algn="just">
              <a:buFont typeface="Arial"/>
              <a:buChar char="•"/>
            </a:pPr>
            <a:r>
              <a:rPr lang="es-ES_tradnl">
                <a:solidFill>
                  <a:schemeClr val="accent1"/>
                </a:solidFill>
                <a:latin typeface="Century Gothic" panose="020B0502020202020204" pitchFamily="34" charset="0"/>
              </a:rPr>
              <a:t>La Depreciación Acumulada corresponde al </a:t>
            </a:r>
            <a:r>
              <a:rPr lang="es-ES_tradnl" b="1">
                <a:solidFill>
                  <a:schemeClr val="accent3">
                    <a:lumMod val="75000"/>
                  </a:schemeClr>
                </a:solidFill>
                <a:latin typeface="Century Gothic" panose="020B0502020202020204" pitchFamily="34" charset="0"/>
              </a:rPr>
              <a:t>monto total que se ha depreciado el activo </a:t>
            </a:r>
            <a:r>
              <a:rPr lang="es-ES_tradnl">
                <a:solidFill>
                  <a:schemeClr val="accent1"/>
                </a:solidFill>
                <a:latin typeface="Century Gothic" panose="020B0502020202020204" pitchFamily="34" charset="0"/>
              </a:rPr>
              <a:t>desde su fecha de adquisición </a:t>
            </a:r>
            <a:r>
              <a:rPr lang="es-ES_tradnl" b="1">
                <a:solidFill>
                  <a:schemeClr val="accent3">
                    <a:lumMod val="75000"/>
                  </a:schemeClr>
                </a:solidFill>
                <a:latin typeface="Century Gothic" panose="020B0502020202020204" pitchFamily="34" charset="0"/>
              </a:rPr>
              <a:t>hasta hoy</a:t>
            </a:r>
            <a:r>
              <a:rPr lang="es-ES_tradnl">
                <a:solidFill>
                  <a:schemeClr val="accent1"/>
                </a:solidFill>
                <a:latin typeface="Century Gothic" panose="020B0502020202020204" pitchFamily="34" charset="0"/>
              </a:rPr>
              <a:t>.</a:t>
            </a:r>
          </a:p>
          <a:p>
            <a:pPr marL="241105" indent="-241105" algn="just">
              <a:buFont typeface="Arial"/>
              <a:buChar char="•"/>
            </a:pPr>
            <a:r>
              <a:rPr lang="es-ES_tradnl">
                <a:solidFill>
                  <a:schemeClr val="accent1"/>
                </a:solidFill>
                <a:latin typeface="Century Gothic" panose="020B0502020202020204" pitchFamily="34" charset="0"/>
              </a:rPr>
              <a:t>La depreciación acumulada se registra en el </a:t>
            </a:r>
            <a:r>
              <a:rPr lang="es-ES_tradnl" b="1">
                <a:solidFill>
                  <a:schemeClr val="accent3">
                    <a:lumMod val="50000"/>
                  </a:schemeClr>
                </a:solidFill>
                <a:latin typeface="Century Gothic" panose="020B0502020202020204" pitchFamily="34" charset="0"/>
              </a:rPr>
              <a:t>Estado de Situación Financiera como un menor valor contable </a:t>
            </a:r>
            <a:r>
              <a:rPr lang="es-ES_tradnl">
                <a:solidFill>
                  <a:schemeClr val="accent1"/>
                </a:solidFill>
                <a:latin typeface="Century Gothic" panose="020B0502020202020204" pitchFamily="34" charset="0"/>
              </a:rPr>
              <a:t>del activo.</a:t>
            </a:r>
          </a:p>
        </p:txBody>
      </p:sp>
      <p:sp>
        <p:nvSpPr>
          <p:cNvPr id="2" name="Título 1">
            <a:extLst>
              <a:ext uri="{FF2B5EF4-FFF2-40B4-BE49-F238E27FC236}">
                <a16:creationId xmlns:a16="http://schemas.microsoft.com/office/drawing/2014/main" id="{62671874-FEE3-7600-A886-61ECCB3E733C}"/>
              </a:ext>
            </a:extLst>
          </p:cNvPr>
          <p:cNvSpPr>
            <a:spLocks noGrp="1"/>
          </p:cNvSpPr>
          <p:nvPr>
            <p:ph type="title"/>
          </p:nvPr>
        </p:nvSpPr>
        <p:spPr/>
        <p:txBody>
          <a:bodyPr/>
          <a:lstStyle/>
          <a:p>
            <a:r>
              <a:rPr lang="es-ES"/>
              <a:t>¿Cómo se contabiliza la depreciación?</a:t>
            </a:r>
            <a:endParaRPr lang="es-CO"/>
          </a:p>
        </p:txBody>
      </p:sp>
      <p:sp>
        <p:nvSpPr>
          <p:cNvPr id="14" name="Rectángulo 13">
            <a:extLst>
              <a:ext uri="{FF2B5EF4-FFF2-40B4-BE49-F238E27FC236}">
                <a16:creationId xmlns:a16="http://schemas.microsoft.com/office/drawing/2014/main" id="{E904E821-13EF-1086-782B-DC9F6F1BA1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1889F1F2-D0E8-B214-D99C-821F7DE32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326 ilustraciones de stock de Depreciación | Depositphotos">
            <a:extLst>
              <a:ext uri="{FF2B5EF4-FFF2-40B4-BE49-F238E27FC236}">
                <a16:creationId xmlns:a16="http://schemas.microsoft.com/office/drawing/2014/main" id="{0CA4A02B-1B5C-0DE2-1318-D13179D0A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7253" y="2486288"/>
            <a:ext cx="1552043" cy="861384"/>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B93BE7F3-EB05-C45B-E214-A41405B4D71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64AF598-CAB0-DCE6-5ED2-9C82D43B834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181017331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p:tgtEl>
                                          <p:spTgt spid="10"/>
                                        </p:tgtEl>
                                        <p:attrNameLst>
                                          <p:attrName>ppt_y</p:attrName>
                                        </p:attrNameLst>
                                      </p:cBhvr>
                                      <p:tavLst>
                                        <p:tav tm="0">
                                          <p:val>
                                            <p:strVal val="#ppt_y+#ppt_h*1.125000"/>
                                          </p:val>
                                        </p:tav>
                                        <p:tav tm="100000">
                                          <p:val>
                                            <p:strVal val="#ppt_y"/>
                                          </p:val>
                                        </p:tav>
                                      </p:tavLst>
                                    </p:anim>
                                    <p:animEffect transition="in" filter="wipe(up)">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additive="base">
                                        <p:cTn id="31"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1">
                                            <p:txEl>
                                              <p:pRg st="1" end="1"/>
                                            </p:txEl>
                                          </p:spTgt>
                                        </p:tgtEl>
                                        <p:attrNameLst>
                                          <p:attrName>style.visibility</p:attrName>
                                        </p:attrNameLst>
                                      </p:cBhvr>
                                      <p:to>
                                        <p:strVal val="visible"/>
                                      </p:to>
                                    </p:set>
                                    <p:anim calcmode="lin" valueType="num">
                                      <p:cBhvr additive="base">
                                        <p:cTn id="37" dur="500"/>
                                        <p:tgtEl>
                                          <p:spTgt spid="11">
                                            <p:txEl>
                                              <p:pRg st="1" end="1"/>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40226" y="2154167"/>
            <a:ext cx="8318034" cy="369332"/>
          </a:xfrm>
          <a:prstGeom prst="rect">
            <a:avLst/>
          </a:prstGeom>
          <a:noFill/>
        </p:spPr>
        <p:txBody>
          <a:bodyPr wrap="square" rtlCol="0">
            <a:spAutoFit/>
          </a:bodyPr>
          <a:lstStyle/>
          <a:p>
            <a:r>
              <a:rPr lang="es-ES_tradnl" dirty="0">
                <a:solidFill>
                  <a:schemeClr val="accent1"/>
                </a:solidFill>
                <a:latin typeface="Century Gothic" panose="020B0502020202020204" pitchFamily="34" charset="0"/>
              </a:rPr>
              <a:t>Usted tiene los siguientes Estados Financieros:</a:t>
            </a:r>
          </a:p>
        </p:txBody>
      </p:sp>
      <p:graphicFrame>
        <p:nvGraphicFramePr>
          <p:cNvPr id="4" name="Table 3"/>
          <p:cNvGraphicFramePr>
            <a:graphicFrameLocks noGrp="1"/>
          </p:cNvGraphicFramePr>
          <p:nvPr>
            <p:extLst>
              <p:ext uri="{D42A27DB-BD31-4B8C-83A1-F6EECF244321}">
                <p14:modId xmlns:p14="http://schemas.microsoft.com/office/powerpoint/2010/main" val="1040812817"/>
              </p:ext>
            </p:extLst>
          </p:nvPr>
        </p:nvGraphicFramePr>
        <p:xfrm>
          <a:off x="641965" y="3488726"/>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20458692"/>
              </p:ext>
            </p:extLst>
          </p:nvPr>
        </p:nvGraphicFramePr>
        <p:xfrm>
          <a:off x="7049388" y="2902832"/>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dirty="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dirty="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1361127" y="5931599"/>
            <a:ext cx="9459150" cy="584775"/>
          </a:xfrm>
          <a:prstGeom prst="rect">
            <a:avLst/>
          </a:prstGeom>
          <a:noFill/>
        </p:spPr>
        <p:txBody>
          <a:bodyPr wrap="square" rtlCol="0">
            <a:spAutoFit/>
          </a:bodyPr>
          <a:lstStyle/>
          <a:p>
            <a:pPr algn="ctr"/>
            <a:r>
              <a:rPr lang="es-ES_tradnl" sz="1600" b="1" dirty="0">
                <a:solidFill>
                  <a:srgbClr val="C00000"/>
                </a:solidFill>
                <a:latin typeface="Century Gothic" panose="020B0502020202020204" pitchFamily="34" charset="0"/>
              </a:rPr>
              <a:t>Por simplicidad, asúmase que no existen Impuestos ni Reserva Legal sólo para este ejercicio práctico.</a:t>
            </a:r>
          </a:p>
        </p:txBody>
      </p:sp>
      <p:sp>
        <p:nvSpPr>
          <p:cNvPr id="6" name="Título 5">
            <a:extLst>
              <a:ext uri="{FF2B5EF4-FFF2-40B4-BE49-F238E27FC236}">
                <a16:creationId xmlns:a16="http://schemas.microsoft.com/office/drawing/2014/main" id="{F14AA388-6AB3-59C6-CC96-0F55BB6BC5A1}"/>
              </a:ext>
            </a:extLst>
          </p:cNvPr>
          <p:cNvSpPr>
            <a:spLocks noGrp="1"/>
          </p:cNvSpPr>
          <p:nvPr>
            <p:ph type="title"/>
          </p:nvPr>
        </p:nvSpPr>
        <p:spPr/>
        <p:txBody>
          <a:bodyPr/>
          <a:lstStyle/>
          <a:p>
            <a:r>
              <a:rPr lang="es-ES"/>
              <a:t>¿Cómo se contabiliza la depreciación?</a:t>
            </a:r>
            <a:endParaRPr lang="es-CO"/>
          </a:p>
        </p:txBody>
      </p:sp>
      <p:sp>
        <p:nvSpPr>
          <p:cNvPr id="10" name="Rectángulo 9">
            <a:extLst>
              <a:ext uri="{FF2B5EF4-FFF2-40B4-BE49-F238E27FC236}">
                <a16:creationId xmlns:a16="http://schemas.microsoft.com/office/drawing/2014/main" id="{8E1F2837-980B-F53B-4CB3-9265A106FFA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69002FA-1D08-39E9-E871-B2AF2FC0C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A0F17DAA-A053-4B29-2375-56D88FE9AF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4239568-0CC9-A4D8-54E8-D939DF30C54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372496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715708112"/>
              </p:ext>
            </p:extLst>
          </p:nvPr>
        </p:nvGraphicFramePr>
        <p:xfrm>
          <a:off x="819512" y="3221616"/>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512239296"/>
              </p:ext>
            </p:extLst>
          </p:nvPr>
        </p:nvGraphicFramePr>
        <p:xfrm>
          <a:off x="7210255" y="2665388"/>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dirty="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7" name="TextBox 2">
            <a:extLst>
              <a:ext uri="{FF2B5EF4-FFF2-40B4-BE49-F238E27FC236}">
                <a16:creationId xmlns:a16="http://schemas.microsoft.com/office/drawing/2014/main" id="{CB7B85DD-B557-4014-AF36-823605162CB0}"/>
              </a:ext>
            </a:extLst>
          </p:cNvPr>
          <p:cNvSpPr txBox="1"/>
          <p:nvPr/>
        </p:nvSpPr>
        <p:spPr>
          <a:xfrm>
            <a:off x="819512" y="2054851"/>
            <a:ext cx="8318034" cy="369332"/>
          </a:xfrm>
          <a:prstGeom prst="rect">
            <a:avLst/>
          </a:prstGeom>
          <a:noFill/>
        </p:spPr>
        <p:txBody>
          <a:bodyPr wrap="square" rtlCol="0">
            <a:spAutoFit/>
          </a:bodyPr>
          <a:lstStyle/>
          <a:p>
            <a:r>
              <a:rPr lang="es-ES_tradnl" dirty="0">
                <a:solidFill>
                  <a:schemeClr val="accent1"/>
                </a:solidFill>
                <a:latin typeface="Century Gothic" panose="020B0502020202020204" pitchFamily="34" charset="0"/>
              </a:rPr>
              <a:t>¿Qué pasa si usted deprecia el vehículo en 50?</a:t>
            </a:r>
          </a:p>
        </p:txBody>
      </p:sp>
      <p:sp>
        <p:nvSpPr>
          <p:cNvPr id="2" name="Título 1">
            <a:extLst>
              <a:ext uri="{FF2B5EF4-FFF2-40B4-BE49-F238E27FC236}">
                <a16:creationId xmlns:a16="http://schemas.microsoft.com/office/drawing/2014/main" id="{38EEBFCB-9FEF-3820-79BB-46CB9E06E31F}"/>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E868D3B4-E5F5-D62F-6EBE-8B19E63AEFC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958B58D-091C-E260-E6DC-4064416AE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9E5F240A-510C-BECB-3EA0-4C59FA3591F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848FC3AE-6F88-7CC6-504D-24FE2534FEA7}"/>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ECF0A92C-5C48-6839-7FE6-AFE94FD273E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15104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67832619"/>
              </p:ext>
            </p:extLst>
          </p:nvPr>
        </p:nvGraphicFramePr>
        <p:xfrm>
          <a:off x="844709" y="3232877"/>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67514258"/>
              </p:ext>
            </p:extLst>
          </p:nvPr>
        </p:nvGraphicFramePr>
        <p:xfrm>
          <a:off x="7074788" y="291154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dirty="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dirty="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7" name="TextBox 2">
            <a:extLst>
              <a:ext uri="{FF2B5EF4-FFF2-40B4-BE49-F238E27FC236}">
                <a16:creationId xmlns:a16="http://schemas.microsoft.com/office/drawing/2014/main" id="{CB7B85DD-B557-4014-AF36-823605162CB0}"/>
              </a:ext>
            </a:extLst>
          </p:cNvPr>
          <p:cNvSpPr txBox="1"/>
          <p:nvPr/>
        </p:nvSpPr>
        <p:spPr>
          <a:xfrm>
            <a:off x="837870" y="2299548"/>
            <a:ext cx="8318034" cy="369332"/>
          </a:xfrm>
          <a:prstGeom prst="rect">
            <a:avLst/>
          </a:prstGeom>
          <a:noFill/>
        </p:spPr>
        <p:txBody>
          <a:bodyPr wrap="square" rtlCol="0">
            <a:spAutoFit/>
          </a:bodyPr>
          <a:lstStyle/>
          <a:p>
            <a:r>
              <a:rPr lang="es-ES_tradnl" dirty="0">
                <a:solidFill>
                  <a:schemeClr val="accent1"/>
                </a:solidFill>
                <a:latin typeface="Century Gothic" panose="020B0502020202020204" pitchFamily="34" charset="0"/>
              </a:rPr>
              <a:t>¿Qué pasa si usted deprecia el vehículo en 50?</a:t>
            </a:r>
          </a:p>
        </p:txBody>
      </p:sp>
      <p:sp>
        <p:nvSpPr>
          <p:cNvPr id="3" name="Título 2">
            <a:extLst>
              <a:ext uri="{FF2B5EF4-FFF2-40B4-BE49-F238E27FC236}">
                <a16:creationId xmlns:a16="http://schemas.microsoft.com/office/drawing/2014/main" id="{F8C9BDB8-FE70-2F4B-F4B6-F8264B312D9D}"/>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2F522E6F-BCCE-DC3B-48C7-6327291E10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2563700-16AE-FCEE-1CD6-97095F5FD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2E2A88F4-C12E-728C-2162-2FB48332D7A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38A7E13E-2710-4FE1-6370-FD275FF9B7AB}"/>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dirty="0">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B3DDF5B6-7952-9CF4-9286-33086EB1945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84172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931079612"/>
              </p:ext>
            </p:extLst>
          </p:nvPr>
        </p:nvGraphicFramePr>
        <p:xfrm>
          <a:off x="844709" y="3387762"/>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216105291"/>
              </p:ext>
            </p:extLst>
          </p:nvPr>
        </p:nvGraphicFramePr>
        <p:xfrm>
          <a:off x="7185058" y="283675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dirty="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dirty="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8" name="TextBox 2">
            <a:extLst>
              <a:ext uri="{FF2B5EF4-FFF2-40B4-BE49-F238E27FC236}">
                <a16:creationId xmlns:a16="http://schemas.microsoft.com/office/drawing/2014/main" id="{F59CBDE2-EAE7-4EC1-9AFF-7E8B0612A45F}"/>
              </a:ext>
            </a:extLst>
          </p:cNvPr>
          <p:cNvSpPr txBox="1"/>
          <p:nvPr/>
        </p:nvSpPr>
        <p:spPr>
          <a:xfrm>
            <a:off x="1936983" y="2358874"/>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¿Y la contra partida?</a:t>
            </a:r>
          </a:p>
        </p:txBody>
      </p:sp>
      <p:sp>
        <p:nvSpPr>
          <p:cNvPr id="3" name="Título 2">
            <a:extLst>
              <a:ext uri="{FF2B5EF4-FFF2-40B4-BE49-F238E27FC236}">
                <a16:creationId xmlns:a16="http://schemas.microsoft.com/office/drawing/2014/main" id="{AB5E6985-AA26-C2C1-6513-BAB67655FC7C}"/>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1903E584-EBBF-3879-FA6A-6C3E1D2B0A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B1AFF8A0-E691-C628-2D47-98F4AD9AC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58B7C49C-7D50-A144-368F-D63CA130462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3EE969BA-F30C-2CB6-C84B-5797D42A890B}"/>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EBA30F23-1D68-DCCF-AD6A-65702EA3FF7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040541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707683422"/>
              </p:ext>
            </p:extLst>
          </p:nvPr>
        </p:nvGraphicFramePr>
        <p:xfrm>
          <a:off x="943426" y="3309784"/>
          <a:ext cx="5731719" cy="1687620"/>
        </p:xfrm>
        <a:graphic>
          <a:graphicData uri="http://schemas.openxmlformats.org/drawingml/2006/table">
            <a:tbl>
              <a:tblPr firstRow="1" bandRow="1">
                <a:tableStyleId>{72833802-FEF1-4C79-8D5D-14CF1EAF98D9}</a:tableStyleId>
              </a:tblPr>
              <a:tblGrid>
                <a:gridCol w="2218956">
                  <a:extLst>
                    <a:ext uri="{9D8B030D-6E8A-4147-A177-3AD203B41FA5}">
                      <a16:colId xmlns:a16="http://schemas.microsoft.com/office/drawing/2014/main" val="20000"/>
                    </a:ext>
                  </a:extLst>
                </a:gridCol>
                <a:gridCol w="646904">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200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noProof="0">
                          <a:solidFill>
                            <a:schemeClr val="accent1"/>
                          </a:solidFill>
                          <a:latin typeface="Century Gothic" panose="020B0502020202020204" pitchFamily="34" charset="0"/>
                        </a:rPr>
                        <a:t>Depreciación Acumulada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rgbClr val="FF0000"/>
                        </a:solidFill>
                        <a:latin typeface="Century Gothic" panose="020B0502020202020204" pitchFamily="34" charset="0"/>
                      </a:endParaRP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326098549"/>
              </p:ext>
            </p:extLst>
          </p:nvPr>
        </p:nvGraphicFramePr>
        <p:xfrm>
          <a:off x="7243868" y="296955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dirty="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dirty="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8" name="TextBox 2">
            <a:extLst>
              <a:ext uri="{FF2B5EF4-FFF2-40B4-BE49-F238E27FC236}">
                <a16:creationId xmlns:a16="http://schemas.microsoft.com/office/drawing/2014/main" id="{F59CBDE2-EAE7-4EC1-9AFF-7E8B0612A45F}"/>
              </a:ext>
            </a:extLst>
          </p:cNvPr>
          <p:cNvSpPr txBox="1"/>
          <p:nvPr/>
        </p:nvSpPr>
        <p:spPr>
          <a:xfrm>
            <a:off x="2207982" y="2277712"/>
            <a:ext cx="8318034" cy="369332"/>
          </a:xfrm>
          <a:prstGeom prst="rect">
            <a:avLst/>
          </a:prstGeom>
          <a:noFill/>
        </p:spPr>
        <p:txBody>
          <a:bodyPr wrap="square" rtlCol="0">
            <a:spAutoFit/>
          </a:bodyPr>
          <a:lstStyle/>
          <a:p>
            <a:r>
              <a:rPr lang="es-ES_tradnl" dirty="0">
                <a:solidFill>
                  <a:schemeClr val="accent1"/>
                </a:solidFill>
                <a:latin typeface="Century Gothic" panose="020B0502020202020204" pitchFamily="34" charset="0"/>
              </a:rPr>
              <a:t>¿Y la contra partida?</a:t>
            </a:r>
          </a:p>
        </p:txBody>
      </p:sp>
      <p:sp>
        <p:nvSpPr>
          <p:cNvPr id="2" name="Título 1">
            <a:extLst>
              <a:ext uri="{FF2B5EF4-FFF2-40B4-BE49-F238E27FC236}">
                <a16:creationId xmlns:a16="http://schemas.microsoft.com/office/drawing/2014/main" id="{568ABD02-E0B7-D5CE-8DA6-5CEC1EC78838}"/>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0DEFE2FD-49EB-DD01-B3EC-0CE94225A27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DD487F68-3115-6322-F965-48E972D9B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057CCFDB-F163-11B0-1E57-08157D4F8C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AA6C3C6C-F0DF-07E4-3B7A-EE0FEBCD5E49}"/>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8C3EBB6B-FD9D-9D59-3ABA-55B6AC2E0F7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057933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2282347"/>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1757477" y="2402477"/>
            <a:ext cx="8326318" cy="369332"/>
          </a:xfrm>
          <a:prstGeom prst="rect">
            <a:avLst/>
          </a:prstGeom>
          <a:noFill/>
        </p:spPr>
        <p:txBody>
          <a:bodyPr wrap="none" rtlCol="0">
            <a:spAutoFit/>
          </a:bodyPr>
          <a:lstStyle/>
          <a:p>
            <a:pPr algn="ctr"/>
            <a:r>
              <a:rPr lang="es-ES_tradnl" dirty="0">
                <a:solidFill>
                  <a:schemeClr val="accent1"/>
                </a:solidFill>
                <a:latin typeface="Century Gothic" panose="020B0502020202020204" pitchFamily="34" charset="0"/>
              </a:rPr>
              <a:t>¿Cuánto dinero sale de su bolsillo cuándo se hacen las depreciaciones?</a:t>
            </a:r>
          </a:p>
        </p:txBody>
      </p:sp>
      <p:sp>
        <p:nvSpPr>
          <p:cNvPr id="8" name="TextBox 7"/>
          <p:cNvSpPr txBox="1"/>
          <p:nvPr/>
        </p:nvSpPr>
        <p:spPr>
          <a:xfrm>
            <a:off x="1667640" y="3365703"/>
            <a:ext cx="8424101" cy="1477328"/>
          </a:xfrm>
          <a:prstGeom prst="rect">
            <a:avLst/>
          </a:prstGeom>
          <a:noFill/>
        </p:spPr>
        <p:txBody>
          <a:bodyPr wrap="none" rtlCol="0">
            <a:spAutoFit/>
          </a:bodyPr>
          <a:lstStyle/>
          <a:p>
            <a:pPr algn="ctr"/>
            <a:r>
              <a:rPr lang="es-ES_tradnl" dirty="0">
                <a:solidFill>
                  <a:schemeClr val="accent1"/>
                </a:solidFill>
                <a:latin typeface="Century Gothic" panose="020B0502020202020204" pitchFamily="34" charset="0"/>
              </a:rPr>
              <a:t>Entonces, ¿qué impacto tiene la depreciación en los gastos de efectivo?</a:t>
            </a:r>
          </a:p>
          <a:p>
            <a:pPr algn="ctr"/>
            <a:endParaRPr lang="es-ES_tradnl" dirty="0">
              <a:solidFill>
                <a:schemeClr val="accent1"/>
              </a:solidFill>
              <a:latin typeface="Century Gothic" panose="020B0502020202020204" pitchFamily="34" charset="0"/>
            </a:endParaRPr>
          </a:p>
          <a:p>
            <a:pPr algn="ctr"/>
            <a:endParaRPr lang="es-ES_tradnl" dirty="0">
              <a:solidFill>
                <a:schemeClr val="accent1"/>
              </a:solidFill>
              <a:latin typeface="Century Gothic" panose="020B0502020202020204" pitchFamily="34" charset="0"/>
            </a:endParaRPr>
          </a:p>
          <a:p>
            <a:pPr algn="ctr"/>
            <a:endParaRPr lang="es-ES_tradnl" dirty="0">
              <a:solidFill>
                <a:schemeClr val="accent1"/>
              </a:solidFill>
              <a:latin typeface="Century Gothic" panose="020B0502020202020204" pitchFamily="34" charset="0"/>
            </a:endParaRPr>
          </a:p>
          <a:p>
            <a:pPr algn="ctr"/>
            <a:r>
              <a:rPr lang="es-ES_tradnl" dirty="0">
                <a:solidFill>
                  <a:schemeClr val="accent1"/>
                </a:solidFill>
                <a:latin typeface="Century Gothic" panose="020B0502020202020204" pitchFamily="34" charset="0"/>
              </a:rPr>
              <a:t>¿Qué pasa si en el ejercicio anterior hubiese impuestos?</a:t>
            </a:r>
          </a:p>
        </p:txBody>
      </p:sp>
      <p:sp>
        <p:nvSpPr>
          <p:cNvPr id="9" name="TextBox 8"/>
          <p:cNvSpPr txBox="1"/>
          <p:nvPr/>
        </p:nvSpPr>
        <p:spPr>
          <a:xfrm>
            <a:off x="1905048" y="5389737"/>
            <a:ext cx="8024621" cy="646331"/>
          </a:xfrm>
          <a:prstGeom prst="rect">
            <a:avLst/>
          </a:prstGeom>
          <a:noFill/>
        </p:spPr>
        <p:txBody>
          <a:bodyPr wrap="square" rtlCol="0">
            <a:spAutoFit/>
          </a:bodyPr>
          <a:lstStyle/>
          <a:p>
            <a:pPr algn="ctr"/>
            <a:r>
              <a:rPr lang="es-ES_tradnl">
                <a:solidFill>
                  <a:schemeClr val="accent1"/>
                </a:solidFill>
                <a:latin typeface="Century Gothic" panose="020B0502020202020204" pitchFamily="34" charset="0"/>
              </a:rPr>
              <a:t>Aunque la depreciación </a:t>
            </a:r>
            <a:r>
              <a:rPr lang="es-ES_tradnl" b="1">
                <a:solidFill>
                  <a:srgbClr val="C00000"/>
                </a:solidFill>
                <a:latin typeface="Century Gothic" panose="020B0502020202020204" pitchFamily="34" charset="0"/>
              </a:rPr>
              <a:t>NO ES UN GASTO EFECTIVO</a:t>
            </a:r>
            <a:r>
              <a:rPr lang="es-ES_tradnl">
                <a:solidFill>
                  <a:schemeClr val="accent1"/>
                </a:solidFill>
                <a:latin typeface="Century Gothic" panose="020B0502020202020204" pitchFamily="34" charset="0"/>
              </a:rPr>
              <a:t>, si puede llegar a impactar la liquidez a través del </a:t>
            </a:r>
            <a:r>
              <a:rPr lang="es-ES_tradnl" b="1">
                <a:solidFill>
                  <a:srgbClr val="D7A700"/>
                </a:solidFill>
                <a:latin typeface="Century Gothic" panose="020B0502020202020204" pitchFamily="34" charset="0"/>
              </a:rPr>
              <a:t>PAGO DE IMPUESTOS</a:t>
            </a:r>
            <a:r>
              <a:rPr lang="es-ES_tradnl">
                <a:solidFill>
                  <a:srgbClr val="800000"/>
                </a:solidFill>
                <a:latin typeface="Century Gothic" panose="020B0502020202020204" pitchFamily="34" charset="0"/>
              </a:rPr>
              <a:t>.</a:t>
            </a:r>
          </a:p>
        </p:txBody>
      </p:sp>
      <p:sp>
        <p:nvSpPr>
          <p:cNvPr id="2" name="Título 1">
            <a:extLst>
              <a:ext uri="{FF2B5EF4-FFF2-40B4-BE49-F238E27FC236}">
                <a16:creationId xmlns:a16="http://schemas.microsoft.com/office/drawing/2014/main" id="{773CC03A-A31F-0A5E-5E32-2990579796EC}"/>
              </a:ext>
            </a:extLst>
          </p:cNvPr>
          <p:cNvSpPr>
            <a:spLocks noGrp="1"/>
          </p:cNvSpPr>
          <p:nvPr>
            <p:ph type="title"/>
          </p:nvPr>
        </p:nvSpPr>
        <p:spPr/>
        <p:txBody>
          <a:bodyPr/>
          <a:lstStyle/>
          <a:p>
            <a:r>
              <a:rPr lang="es-ES"/>
              <a:t>¿Es la depreciación un gasto efectivo?</a:t>
            </a:r>
            <a:endParaRPr lang="es-CO"/>
          </a:p>
        </p:txBody>
      </p:sp>
      <p:sp>
        <p:nvSpPr>
          <p:cNvPr id="12" name="Rectángulo 11">
            <a:extLst>
              <a:ext uri="{FF2B5EF4-FFF2-40B4-BE49-F238E27FC236}">
                <a16:creationId xmlns:a16="http://schemas.microsoft.com/office/drawing/2014/main" id="{EF0523C3-77F1-1C14-3A94-FC9F87543B8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DEAAD056-B2D3-3258-8599-ECB4702CA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93928F22-4260-2F2E-A768-70FC201CC247}"/>
              </a:ext>
            </a:extLst>
          </p:cNvPr>
          <p:cNvPicPr>
            <a:picLocks noChangeAspect="1"/>
          </p:cNvPicPr>
          <p:nvPr/>
        </p:nvPicPr>
        <p:blipFill>
          <a:blip r:embed="rId4"/>
          <a:stretch>
            <a:fillRect/>
          </a:stretch>
        </p:blipFill>
        <p:spPr>
          <a:xfrm>
            <a:off x="9650529" y="3928488"/>
            <a:ext cx="2085286" cy="1468089"/>
          </a:xfrm>
          <a:prstGeom prst="rect">
            <a:avLst/>
          </a:prstGeom>
        </p:spPr>
      </p:pic>
      <p:sp>
        <p:nvSpPr>
          <p:cNvPr id="4" name="Rectángulo 3">
            <a:extLst>
              <a:ext uri="{FF2B5EF4-FFF2-40B4-BE49-F238E27FC236}">
                <a16:creationId xmlns:a16="http://schemas.microsoft.com/office/drawing/2014/main" id="{81E02054-5AC2-920D-211F-022DC512B9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D0B00453-F2C0-05C3-DDD2-C04602FC16C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952099313"/>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948C-F206-62CB-481C-45D6D833891A}"/>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89A7FCD1-187E-B000-4BC7-1FC4439522FA}"/>
              </a:ext>
            </a:extLst>
          </p:cNvPr>
          <p:cNvGraphicFramePr>
            <a:graphicFrameLocks noGrp="1"/>
          </p:cNvGraphicFramePr>
          <p:nvPr>
            <p:extLst>
              <p:ext uri="{D42A27DB-BD31-4B8C-83A1-F6EECF244321}">
                <p14:modId xmlns:p14="http://schemas.microsoft.com/office/powerpoint/2010/main" val="3092263946"/>
              </p:ext>
            </p:extLst>
          </p:nvPr>
        </p:nvGraphicFramePr>
        <p:xfrm>
          <a:off x="1351319" y="2981139"/>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Admon y Ventas</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err="1">
                          <a:solidFill>
                            <a:schemeClr val="accent1"/>
                          </a:solidFill>
                          <a:latin typeface="Century Gothic" panose="020B0502020202020204" pitchFamily="34" charset="0"/>
                        </a:rPr>
                        <a:t>Tax</a:t>
                      </a:r>
                      <a:r>
                        <a:rPr lang="es-ES_tradnl" sz="1200" noProof="0">
                          <a:solidFill>
                            <a:schemeClr val="accent1"/>
                          </a:solidFill>
                          <a:latin typeface="Century Gothic" panose="020B0502020202020204" pitchFamily="34" charset="0"/>
                        </a:rPr>
                        <a:t> (10%)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15</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135</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8" name="Título 7">
            <a:extLst>
              <a:ext uri="{FF2B5EF4-FFF2-40B4-BE49-F238E27FC236}">
                <a16:creationId xmlns:a16="http://schemas.microsoft.com/office/drawing/2014/main" id="{EE01D610-C9B4-439E-E844-BDC3B223C600}"/>
              </a:ext>
            </a:extLst>
          </p:cNvPr>
          <p:cNvSpPr>
            <a:spLocks noGrp="1"/>
          </p:cNvSpPr>
          <p:nvPr>
            <p:ph type="title"/>
          </p:nvPr>
        </p:nvSpPr>
        <p:spPr/>
        <p:txBody>
          <a:bodyPr/>
          <a:lstStyle/>
          <a:p>
            <a:r>
              <a:rPr lang="es-ES"/>
              <a:t>¿Es la depreciación un gasto efectivo?</a:t>
            </a:r>
            <a:endParaRPr lang="es-CO"/>
          </a:p>
        </p:txBody>
      </p:sp>
      <p:sp>
        <p:nvSpPr>
          <p:cNvPr id="10" name="Rectángulo 9">
            <a:extLst>
              <a:ext uri="{FF2B5EF4-FFF2-40B4-BE49-F238E27FC236}">
                <a16:creationId xmlns:a16="http://schemas.microsoft.com/office/drawing/2014/main" id="{7660D0B6-1D97-46F2-D944-278A55FE4FB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3C7716C-A8EC-588C-7F62-658C4DC89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DD278E94-0CFA-134C-021A-5BF491FF0A4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2" name="Table 16">
            <a:extLst>
              <a:ext uri="{FF2B5EF4-FFF2-40B4-BE49-F238E27FC236}">
                <a16:creationId xmlns:a16="http://schemas.microsoft.com/office/drawing/2014/main" id="{8B48860C-1294-EF1D-DC61-429FAF2E2068}"/>
              </a:ext>
            </a:extLst>
          </p:cNvPr>
          <p:cNvGraphicFramePr>
            <a:graphicFrameLocks noGrp="1"/>
          </p:cNvGraphicFramePr>
          <p:nvPr>
            <p:extLst>
              <p:ext uri="{D42A27DB-BD31-4B8C-83A1-F6EECF244321}">
                <p14:modId xmlns:p14="http://schemas.microsoft.com/office/powerpoint/2010/main" val="1333305163"/>
              </p:ext>
            </p:extLst>
          </p:nvPr>
        </p:nvGraphicFramePr>
        <p:xfrm>
          <a:off x="6318140" y="2981139"/>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dirty="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dirty="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dirty="0">
                          <a:solidFill>
                            <a:schemeClr val="accent1"/>
                          </a:solidFill>
                          <a:latin typeface="Century Gothic" panose="020B0502020202020204" pitchFamily="34" charset="0"/>
                        </a:rPr>
                        <a:t>Gastos</a:t>
                      </a:r>
                      <a:r>
                        <a:rPr lang="es-ES_tradnl" sz="1200" baseline="0" noProof="0" dirty="0">
                          <a:solidFill>
                            <a:schemeClr val="accent1"/>
                          </a:solidFill>
                          <a:latin typeface="Century Gothic" panose="020B0502020202020204" pitchFamily="34" charset="0"/>
                        </a:rPr>
                        <a:t> de AOM</a:t>
                      </a:r>
                      <a:endParaRPr lang="es-ES_tradnl" sz="1200" noProof="0" dirty="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dirty="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dirty="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dirty="0">
                          <a:solidFill>
                            <a:srgbClr val="FF0000"/>
                          </a:solidFill>
                          <a:latin typeface="Century Gothic" panose="020B0502020202020204" pitchFamily="34" charset="0"/>
                        </a:rPr>
                        <a:t>90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6" name="TextBox 2">
            <a:extLst>
              <a:ext uri="{FF2B5EF4-FFF2-40B4-BE49-F238E27FC236}">
                <a16:creationId xmlns:a16="http://schemas.microsoft.com/office/drawing/2014/main" id="{AF80071A-456D-38B1-7674-0D4B9824383D}"/>
              </a:ext>
            </a:extLst>
          </p:cNvPr>
          <p:cNvSpPr txBox="1"/>
          <p:nvPr/>
        </p:nvSpPr>
        <p:spPr>
          <a:xfrm>
            <a:off x="2176183" y="2358318"/>
            <a:ext cx="3163326"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Depreciación = 0</a:t>
            </a:r>
          </a:p>
        </p:txBody>
      </p:sp>
      <p:sp>
        <p:nvSpPr>
          <p:cNvPr id="9" name="TextBox 2">
            <a:extLst>
              <a:ext uri="{FF2B5EF4-FFF2-40B4-BE49-F238E27FC236}">
                <a16:creationId xmlns:a16="http://schemas.microsoft.com/office/drawing/2014/main" id="{C7EE962E-FBD2-1C69-0125-357C0A8E0997}"/>
              </a:ext>
            </a:extLst>
          </p:cNvPr>
          <p:cNvSpPr txBox="1"/>
          <p:nvPr/>
        </p:nvSpPr>
        <p:spPr>
          <a:xfrm>
            <a:off x="7317047" y="2358318"/>
            <a:ext cx="3163326"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Depreciación = 50</a:t>
            </a:r>
          </a:p>
        </p:txBody>
      </p:sp>
      <p:sp>
        <p:nvSpPr>
          <p:cNvPr id="4" name="Marcador de número de diapositiva 3">
            <a:extLst>
              <a:ext uri="{FF2B5EF4-FFF2-40B4-BE49-F238E27FC236}">
                <a16:creationId xmlns:a16="http://schemas.microsoft.com/office/drawing/2014/main" id="{BB39004A-77CA-0F17-26B7-D4E2D267E08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dirty="0">
              <a:latin typeface="Century Gothic" panose="020B0502020202020204" pitchFamily="34" charset="0"/>
            </a:endParaRPr>
          </a:p>
        </p:txBody>
      </p:sp>
      <p:sp>
        <p:nvSpPr>
          <p:cNvPr id="5" name="TextBox 4">
            <a:extLst>
              <a:ext uri="{FF2B5EF4-FFF2-40B4-BE49-F238E27FC236}">
                <a16:creationId xmlns:a16="http://schemas.microsoft.com/office/drawing/2014/main" id="{6F727027-D0CC-CE87-F507-9F1C5C5E4311}"/>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Tree>
    <p:extLst>
      <p:ext uri="{BB962C8B-B14F-4D97-AF65-F5344CB8AC3E}">
        <p14:creationId xmlns:p14="http://schemas.microsoft.com/office/powerpoint/2010/main" val="2155157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accent1"/>
                </a:solidFill>
                <a:latin typeface="Century Gothic"/>
              </a:rPr>
              <a:t>El cálculo de la Depreciación.</a:t>
            </a:r>
          </a:p>
          <a:p>
            <a:pPr marL="342900" indent="-342900">
              <a:buClr>
                <a:schemeClr val="accent3">
                  <a:lumMod val="75000"/>
                </a:schemeClr>
              </a:buClr>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BC79CFD-300D-14D7-2349-034D8A7300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5686363-8A1C-759F-0F23-929A6525D05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40101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3316045" y="1931543"/>
            <a:ext cx="4487126" cy="369332"/>
          </a:xfrm>
          <a:prstGeom prst="rect">
            <a:avLst/>
          </a:prstGeom>
          <a:noFill/>
        </p:spPr>
        <p:txBody>
          <a:bodyPr wrap="none" rtlCol="0">
            <a:spAutoFit/>
          </a:bodyPr>
          <a:lstStyle/>
          <a:p>
            <a:r>
              <a:rPr lang="es-ES_tradnl" b="1" dirty="0">
                <a:solidFill>
                  <a:schemeClr val="accent3">
                    <a:lumMod val="75000"/>
                  </a:schemeClr>
                </a:solidFill>
                <a:latin typeface="Century Gothic" panose="020B0502020202020204" pitchFamily="34" charset="0"/>
              </a:rPr>
              <a:t>¿Todos los activos se deprecian igual?</a:t>
            </a:r>
          </a:p>
        </p:txBody>
      </p:sp>
      <p:sp>
        <p:nvSpPr>
          <p:cNvPr id="8" name="TextBox 7"/>
          <p:cNvSpPr txBox="1"/>
          <p:nvPr/>
        </p:nvSpPr>
        <p:spPr>
          <a:xfrm>
            <a:off x="2750718" y="2622430"/>
            <a:ext cx="5690982" cy="369332"/>
          </a:xfrm>
          <a:prstGeom prst="rect">
            <a:avLst/>
          </a:prstGeom>
          <a:noFill/>
        </p:spPr>
        <p:txBody>
          <a:bodyPr wrap="none" rtlCol="0">
            <a:spAutoFit/>
          </a:bodyPr>
          <a:lstStyle/>
          <a:p>
            <a:r>
              <a:rPr lang="es-ES_tradnl" b="1">
                <a:solidFill>
                  <a:srgbClr val="D7A700"/>
                </a:solidFill>
                <a:latin typeface="Century Gothic" panose="020B0502020202020204" pitchFamily="34" charset="0"/>
              </a:rPr>
              <a:t>¿De qué depende la Depreciación de un activo?</a:t>
            </a:r>
          </a:p>
        </p:txBody>
      </p:sp>
      <p:sp>
        <p:nvSpPr>
          <p:cNvPr id="9" name="Shape 98"/>
          <p:cNvSpPr txBox="1">
            <a:spLocks/>
          </p:cNvSpPr>
          <p:nvPr/>
        </p:nvSpPr>
        <p:spPr>
          <a:xfrm>
            <a:off x="1200594" y="3242188"/>
            <a:ext cx="9357706" cy="2072292"/>
          </a:xfrm>
          <a:prstGeom prst="rect">
            <a:avLst/>
          </a:prstGeom>
        </p:spPr>
        <p:txBody>
          <a:bodyPr vert="horz" lIns="91436" tIns="45718" rIns="91436" bIns="45718" rtlCol="0">
            <a:noAutofit/>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0" indent="0" algn="ctr" defTabSz="630087">
              <a:spcBef>
                <a:spcPts val="1336"/>
              </a:spcBef>
              <a:buClr>
                <a:srgbClr val="BEBEBE"/>
              </a:buClr>
              <a:buSzPct val="125000"/>
              <a:buNone/>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La contabilización de la Depreciación puede variar entre diferentes Activos y depende de:</a:t>
            </a:r>
          </a:p>
          <a:p>
            <a:pPr marL="288790" lvl="1" indent="0" algn="ctr" defTabSz="630087">
              <a:spcBef>
                <a:spcPts val="352"/>
              </a:spcBef>
              <a:buClr>
                <a:srgbClr val="BEBEBE"/>
              </a:buClr>
              <a:buSzPct val="125000"/>
              <a:buNone/>
              <a:defRPr sz="1800">
                <a:solidFill>
                  <a:srgbClr val="000000"/>
                </a:solidFill>
              </a:defRPr>
            </a:pPr>
            <a:endParaRPr lang="es-ES_tradnl" sz="1800">
              <a:solidFill>
                <a:schemeClr val="accent1"/>
              </a:solidFill>
              <a:uFill>
                <a:solidFill>
                  <a:srgbClr val="595959"/>
                </a:solidFill>
              </a:uFill>
              <a:latin typeface="Century Gothic" panose="020B0502020202020204" pitchFamily="34" charset="0"/>
            </a:endParaRP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Valor del Activo</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Valor de Salvamento (Valor de rescate)</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Vida Útil</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Método de Depreciación</a:t>
            </a:r>
          </a:p>
        </p:txBody>
      </p:sp>
      <p:sp>
        <p:nvSpPr>
          <p:cNvPr id="2" name="Título 1">
            <a:extLst>
              <a:ext uri="{FF2B5EF4-FFF2-40B4-BE49-F238E27FC236}">
                <a16:creationId xmlns:a16="http://schemas.microsoft.com/office/drawing/2014/main" id="{E689DE89-410E-8008-5F64-E8040422A155}"/>
              </a:ext>
            </a:extLst>
          </p:cNvPr>
          <p:cNvSpPr>
            <a:spLocks noGrp="1"/>
          </p:cNvSpPr>
          <p:nvPr>
            <p:ph type="title"/>
          </p:nvPr>
        </p:nvSpPr>
        <p:spPr/>
        <p:txBody>
          <a:bodyPr/>
          <a:lstStyle/>
          <a:p>
            <a:r>
              <a:rPr lang="es-ES"/>
              <a:t>El cálculo de la depreciación</a:t>
            </a:r>
            <a:endParaRPr lang="es-CO"/>
          </a:p>
        </p:txBody>
      </p:sp>
      <p:sp>
        <p:nvSpPr>
          <p:cNvPr id="12" name="Rectángulo 11">
            <a:extLst>
              <a:ext uri="{FF2B5EF4-FFF2-40B4-BE49-F238E27FC236}">
                <a16:creationId xmlns:a16="http://schemas.microsoft.com/office/drawing/2014/main" id="{6925062F-703B-6366-4E9A-E40AF67FA4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CA322A4E-AADD-48DF-3A0B-5B8C8AB42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ipos de depreciación de los activos fijos – Colegio de Valuadores de  Chihuahua San Felipe el Real">
            <a:extLst>
              <a:ext uri="{FF2B5EF4-FFF2-40B4-BE49-F238E27FC236}">
                <a16:creationId xmlns:a16="http://schemas.microsoft.com/office/drawing/2014/main" id="{3B145B99-35C8-870F-1C0D-CDA9862965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5203" y="4159976"/>
            <a:ext cx="3399650" cy="183314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CE5EEDAA-7235-9A51-6880-3AB522B76A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AD3B044C-E265-DD2C-5F56-2DDFC754A1A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86639858"/>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p:tmAbs val="0"/>
                                  </p:iterate>
                                  <p:childTnLst>
                                    <p:set>
                                      <p:cBhvr>
                                        <p:cTn id="11" fill="hold"/>
                                        <p:tgtEl>
                                          <p:spTgt spid="9">
                                            <p:txEl>
                                              <p:pRg st="0" end="0"/>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9">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9">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9">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uiExpand="1" build="p" bldLvl="5"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p:cNvSpPr txBox="1"/>
          <p:nvPr/>
        </p:nvSpPr>
        <p:spPr>
          <a:xfrm>
            <a:off x="488181" y="2279967"/>
            <a:ext cx="10960254" cy="2569934"/>
          </a:xfrm>
          <a:prstGeom prst="rect">
            <a:avLst/>
          </a:prstGeom>
          <a:noFill/>
        </p:spPr>
        <p:txBody>
          <a:bodyPr wrap="square" rtlCol="0">
            <a:spAutoFit/>
          </a:bodyPr>
          <a:lstStyle/>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a:solidFill>
                  <a:srgbClr val="D7A700"/>
                </a:solidFill>
                <a:uFill>
                  <a:solidFill>
                    <a:srgbClr val="595959"/>
                  </a:solidFill>
                </a:uFill>
                <a:latin typeface="Century Gothic" panose="020B0502020202020204" pitchFamily="34" charset="0"/>
              </a:rPr>
              <a:t>Valor del Activo: </a:t>
            </a:r>
            <a:r>
              <a:rPr lang="es-ES_tradnl">
                <a:solidFill>
                  <a:schemeClr val="accent1"/>
                </a:solidFill>
                <a:uFill>
                  <a:solidFill>
                    <a:srgbClr val="595959"/>
                  </a:solidFill>
                </a:uFill>
                <a:latin typeface="Century Gothic" panose="020B0502020202020204" pitchFamily="34" charset="0"/>
              </a:rPr>
              <a:t>Valor de mercado del activo a depreciar (valor al que se adquiere el activo).</a:t>
            </a:r>
          </a:p>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endParaRPr lang="es-ES_tradnl">
              <a:solidFill>
                <a:schemeClr val="accent1"/>
              </a:solidFill>
              <a:uFill>
                <a:solidFill>
                  <a:srgbClr val="595959"/>
                </a:solidFill>
              </a:uFill>
              <a:latin typeface="Century Gothic" panose="020B0502020202020204" pitchFamily="34" charset="0"/>
            </a:endParaRPr>
          </a:p>
          <a:p>
            <a:pPr marL="742950" lvl="1" indent="-285750" algn="just" defTabSz="642947">
              <a:spcBef>
                <a:spcPts val="1406"/>
              </a:spcBef>
              <a:buClr>
                <a:srgbClr val="D7A700"/>
              </a:buClr>
              <a:buSzPct val="125000"/>
              <a:buFont typeface="Arial" panose="020B0604020202020204" pitchFamily="34" charset="0"/>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Se incluye el precio de compra, costos de transporte o de instalación, impuestos no recuperables.</a:t>
            </a:r>
          </a:p>
          <a:p>
            <a:pPr marL="742950" lvl="1" indent="-285750" algn="just" defTabSz="642947">
              <a:spcBef>
                <a:spcPts val="1406"/>
              </a:spcBef>
              <a:buClr>
                <a:srgbClr val="D7A700"/>
              </a:buClr>
              <a:buSzPct val="125000"/>
              <a:buFont typeface="Arial" panose="020B0604020202020204" pitchFamily="34" charset="0"/>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No se incluyen </a:t>
            </a:r>
            <a:r>
              <a:rPr lang="es-ES">
                <a:solidFill>
                  <a:schemeClr val="accent1"/>
                </a:solidFill>
                <a:uFill>
                  <a:solidFill>
                    <a:srgbClr val="595959"/>
                  </a:solidFill>
                </a:uFill>
                <a:latin typeface="Century Gothic" panose="020B0502020202020204" pitchFamily="34" charset="0"/>
              </a:rPr>
              <a:t>costos generales administrativos, costos de mantenimiento o costos relacionados con publicidad o promociones. </a:t>
            </a:r>
            <a:endParaRPr lang="es-ES_tradnl">
              <a:solidFill>
                <a:schemeClr val="accent1"/>
              </a:solidFill>
              <a:uFill>
                <a:solidFill>
                  <a:srgbClr val="595959"/>
                </a:solidFill>
              </a:uFill>
              <a:latin typeface="Century Gothic" panose="020B0502020202020204" pitchFamily="34" charset="0"/>
            </a:endParaRPr>
          </a:p>
        </p:txBody>
      </p:sp>
      <p:sp>
        <p:nvSpPr>
          <p:cNvPr id="2" name="Título 1">
            <a:extLst>
              <a:ext uri="{FF2B5EF4-FFF2-40B4-BE49-F238E27FC236}">
                <a16:creationId xmlns:a16="http://schemas.microsoft.com/office/drawing/2014/main" id="{3107FAC4-C5A5-FFA3-41FC-3F2ED520F861}"/>
              </a:ext>
            </a:extLst>
          </p:cNvPr>
          <p:cNvSpPr>
            <a:spLocks noGrp="1"/>
          </p:cNvSpPr>
          <p:nvPr>
            <p:ph type="title"/>
          </p:nvPr>
        </p:nvSpPr>
        <p:spPr/>
        <p:txBody>
          <a:bodyPr/>
          <a:lstStyle/>
          <a:p>
            <a:r>
              <a:rPr lang="es-ES"/>
              <a:t>El cálculo de la depreciación</a:t>
            </a:r>
            <a:endParaRPr lang="es-CO"/>
          </a:p>
        </p:txBody>
      </p:sp>
      <p:sp>
        <p:nvSpPr>
          <p:cNvPr id="9" name="Rectángulo 8">
            <a:extLst>
              <a:ext uri="{FF2B5EF4-FFF2-40B4-BE49-F238E27FC236}">
                <a16:creationId xmlns:a16="http://schemas.microsoft.com/office/drawing/2014/main" id="{FA964470-FEAD-0532-01D3-27E44791767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9EE1F4D6-5129-EB87-C6A3-992051C81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5CE84CAE-81C8-966C-72F8-E87C02A662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E6C0A1FD-8D6D-1599-4871-ED5346A29C7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642899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p:tgtEl>
                                          <p:spTgt spid="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p:tgtEl>
                                          <p:spTgt spid="10">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p:tgtEl>
                                          <p:spTgt spid="10">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08696-D0F2-A755-CC5C-A37BAA69ABA6}"/>
            </a:ext>
          </a:extLst>
        </p:cNvPr>
        <p:cNvGrpSpPr/>
        <p:nvPr/>
      </p:nvGrpSpPr>
      <p:grpSpPr>
        <a:xfrm>
          <a:off x="0" y="0"/>
          <a:ext cx="0" cy="0"/>
          <a:chOff x="0" y="0"/>
          <a:chExt cx="0" cy="0"/>
        </a:xfrm>
      </p:grpSpPr>
      <p:sp>
        <p:nvSpPr>
          <p:cNvPr id="7" name="Shape 75">
            <a:extLst>
              <a:ext uri="{FF2B5EF4-FFF2-40B4-BE49-F238E27FC236}">
                <a16:creationId xmlns:a16="http://schemas.microsoft.com/office/drawing/2014/main" id="{2ACDA570-CB78-6658-E352-363B707A6BD3}"/>
              </a:ext>
            </a:extLst>
          </p:cNvPr>
          <p:cNvSpPr/>
          <p:nvPr/>
        </p:nvSpPr>
        <p:spPr>
          <a:xfrm>
            <a:off x="2109219" y="1562679"/>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a:extLst>
              <a:ext uri="{FF2B5EF4-FFF2-40B4-BE49-F238E27FC236}">
                <a16:creationId xmlns:a16="http://schemas.microsoft.com/office/drawing/2014/main" id="{AA1D5B07-E422-5B79-4CEB-CA569F824334}"/>
              </a:ext>
            </a:extLst>
          </p:cNvPr>
          <p:cNvSpPr txBox="1"/>
          <p:nvPr/>
        </p:nvSpPr>
        <p:spPr>
          <a:xfrm>
            <a:off x="471247" y="2292587"/>
            <a:ext cx="10960254" cy="1933863"/>
          </a:xfrm>
          <a:prstGeom prst="rect">
            <a:avLst/>
          </a:prstGeom>
          <a:noFill/>
        </p:spPr>
        <p:txBody>
          <a:bodyPr wrap="square" rtlCol="0">
            <a:spAutoFit/>
          </a:bodyPr>
          <a:lstStyle/>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dirty="0">
                <a:solidFill>
                  <a:srgbClr val="D7A700"/>
                </a:solidFill>
                <a:uFill>
                  <a:solidFill>
                    <a:srgbClr val="595959"/>
                  </a:solidFill>
                </a:uFill>
                <a:latin typeface="Century Gothic" panose="020B0502020202020204" pitchFamily="34" charset="0"/>
              </a:rPr>
              <a:t>Valor de Salvamento (Rescate): </a:t>
            </a:r>
            <a:r>
              <a:rPr lang="es-ES_tradnl" dirty="0">
                <a:solidFill>
                  <a:schemeClr val="accent1"/>
                </a:solidFill>
                <a:uFill>
                  <a:solidFill>
                    <a:srgbClr val="595959"/>
                  </a:solidFill>
                </a:uFill>
                <a:latin typeface="Century Gothic" panose="020B0502020202020204" pitchFamily="34" charset="0"/>
              </a:rPr>
              <a:t>Corresponde al valor por el cual podría venderse el activo al finalizar su vida útil. Generalmente se establece como un porcentaje del valor del activo. </a:t>
            </a:r>
          </a:p>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dirty="0">
                <a:solidFill>
                  <a:srgbClr val="D7A700"/>
                </a:solidFill>
                <a:uFill>
                  <a:solidFill>
                    <a:srgbClr val="595959"/>
                  </a:solidFill>
                </a:uFill>
                <a:latin typeface="Century Gothic" panose="020B0502020202020204" pitchFamily="34" charset="0"/>
              </a:rPr>
              <a:t>Vida Útil del Activo: </a:t>
            </a:r>
            <a:r>
              <a:rPr lang="es-ES_tradnl" dirty="0">
                <a:solidFill>
                  <a:schemeClr val="accent1"/>
                </a:solidFill>
                <a:uFill>
                  <a:solidFill>
                    <a:srgbClr val="595959"/>
                  </a:solidFill>
                </a:uFill>
                <a:latin typeface="Century Gothic" panose="020B0502020202020204" pitchFamily="34" charset="0"/>
              </a:rPr>
              <a:t>Corresponde al tiempo que contablemente permanece el activo como elemento productivo de la empresa. La vida útil varía dependiendo del tipo de activo. Para efectos del curso de manera predeterminada supondremos la siguiente convención de vidas útiles:</a:t>
            </a:r>
          </a:p>
        </p:txBody>
      </p:sp>
      <p:graphicFrame>
        <p:nvGraphicFramePr>
          <p:cNvPr id="11" name="Table 109">
            <a:extLst>
              <a:ext uri="{FF2B5EF4-FFF2-40B4-BE49-F238E27FC236}">
                <a16:creationId xmlns:a16="http://schemas.microsoft.com/office/drawing/2014/main" id="{8B1744A9-53CC-4370-E14A-6AAFC5F3588E}"/>
              </a:ext>
            </a:extLst>
          </p:cNvPr>
          <p:cNvGraphicFramePr/>
          <p:nvPr>
            <p:extLst>
              <p:ext uri="{D42A27DB-BD31-4B8C-83A1-F6EECF244321}">
                <p14:modId xmlns:p14="http://schemas.microsoft.com/office/powerpoint/2010/main" val="3623413374"/>
              </p:ext>
            </p:extLst>
          </p:nvPr>
        </p:nvGraphicFramePr>
        <p:xfrm>
          <a:off x="2607277" y="4690534"/>
          <a:ext cx="6977446" cy="1943871"/>
        </p:xfrm>
        <a:graphic>
          <a:graphicData uri="http://schemas.openxmlformats.org/drawingml/2006/table">
            <a:tbl>
              <a:tblPr>
                <a:tableStyleId>{9DCAF9ED-07DC-4A11-8D7F-57B35C25682E}</a:tableStyleId>
              </a:tblPr>
              <a:tblGrid>
                <a:gridCol w="4804711">
                  <a:extLst>
                    <a:ext uri="{9D8B030D-6E8A-4147-A177-3AD203B41FA5}">
                      <a16:colId xmlns:a16="http://schemas.microsoft.com/office/drawing/2014/main" val="20000"/>
                    </a:ext>
                  </a:extLst>
                </a:gridCol>
                <a:gridCol w="2172735">
                  <a:extLst>
                    <a:ext uri="{9D8B030D-6E8A-4147-A177-3AD203B41FA5}">
                      <a16:colId xmlns:a16="http://schemas.microsoft.com/office/drawing/2014/main" val="20001"/>
                    </a:ext>
                  </a:extLst>
                </a:gridCol>
              </a:tblGrid>
              <a:tr h="441554">
                <a:tc>
                  <a:txBody>
                    <a:bodyPr/>
                    <a:lstStyle/>
                    <a:p>
                      <a:pPr lvl="0" algn="ctr" defTabSz="914400">
                        <a:tabLst>
                          <a:tab pos="1181100" algn="l"/>
                        </a:tabLst>
                        <a:defRPr>
                          <a:solidFill>
                            <a:srgbClr val="000000"/>
                          </a:solidFill>
                        </a:defRPr>
                      </a:pPr>
                      <a:r>
                        <a:rPr sz="1400" b="1">
                          <a:solidFill>
                            <a:schemeClr val="bg1"/>
                          </a:solidFill>
                          <a:latin typeface="Century Gothic" panose="020B0502020202020204" pitchFamily="34" charset="0"/>
                          <a:sym typeface="Gill Sans Light"/>
                        </a:rPr>
                        <a:t>ACTIVO</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945200"/>
                    </a:solidFill>
                  </a:tcPr>
                </a:tc>
                <a:tc>
                  <a:txBody>
                    <a:bodyPr/>
                    <a:lstStyle/>
                    <a:p>
                      <a:pPr lvl="0" algn="ctr" defTabSz="914400">
                        <a:tabLst>
                          <a:tab pos="1181100" algn="l"/>
                        </a:tabLst>
                        <a:defRPr>
                          <a:solidFill>
                            <a:srgbClr val="000000"/>
                          </a:solidFill>
                        </a:defRPr>
                      </a:pPr>
                      <a:r>
                        <a:rPr sz="1400" b="1">
                          <a:solidFill>
                            <a:schemeClr val="bg1"/>
                          </a:solidFill>
                          <a:latin typeface="Century Gothic" panose="020B0502020202020204" pitchFamily="34" charset="0"/>
                          <a:sym typeface="Gill Sans Light"/>
                        </a:rPr>
                        <a:t>VIDA ÚTIL</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441554">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Inmuebles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20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619209">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Maquinaria, Muebles, Equipos, Barcos, Aviones, Trenes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10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441554">
                <a:tc>
                  <a:txBody>
                    <a:bodyPr/>
                    <a:lstStyle/>
                    <a:p>
                      <a:pPr lvl="0" algn="ctr" defTabSz="914400">
                        <a:tabLst>
                          <a:tab pos="1181100" algn="l"/>
                        </a:tabLst>
                        <a:defRPr>
                          <a:solidFill>
                            <a:srgbClr val="000000"/>
                          </a:solidFill>
                        </a:defRPr>
                      </a:pPr>
                      <a:r>
                        <a:rPr sz="1400" err="1">
                          <a:solidFill>
                            <a:schemeClr val="accent1"/>
                          </a:solidFill>
                          <a:latin typeface="Century Gothic" panose="020B0502020202020204" pitchFamily="34" charset="0"/>
                          <a:sym typeface="Gill Sans Light"/>
                        </a:rPr>
                        <a:t>Automotores</a:t>
                      </a:r>
                      <a:r>
                        <a:rPr sz="1400">
                          <a:solidFill>
                            <a:schemeClr val="accent1"/>
                          </a:solidFill>
                          <a:latin typeface="Century Gothic" panose="020B0502020202020204" pitchFamily="34" charset="0"/>
                          <a:sym typeface="Gill Sans Light"/>
                        </a:rPr>
                        <a:t>, </a:t>
                      </a:r>
                      <a:r>
                        <a:rPr sz="1400" err="1">
                          <a:solidFill>
                            <a:schemeClr val="accent1"/>
                          </a:solidFill>
                          <a:latin typeface="Century Gothic" panose="020B0502020202020204" pitchFamily="34" charset="0"/>
                          <a:sym typeface="Gill Sans Light"/>
                        </a:rPr>
                        <a:t>Computadores</a:t>
                      </a:r>
                      <a:r>
                        <a:rPr sz="1400">
                          <a:solidFill>
                            <a:schemeClr val="accent1"/>
                          </a:solidFill>
                          <a:latin typeface="Century Gothic" panose="020B0502020202020204" pitchFamily="34" charset="0"/>
                          <a:sym typeface="Gill Sans Light"/>
                        </a:rPr>
                        <a:t>, </a:t>
                      </a:r>
                      <a:r>
                        <a:rPr sz="1400" err="1">
                          <a:solidFill>
                            <a:schemeClr val="accent1"/>
                          </a:solidFill>
                          <a:latin typeface="Century Gothic" panose="020B0502020202020204" pitchFamily="34" charset="0"/>
                          <a:sym typeface="Gill Sans Light"/>
                        </a:rPr>
                        <a:t>Tecnología</a:t>
                      </a:r>
                      <a:endParaRPr sz="1400">
                        <a:solidFill>
                          <a:schemeClr val="accent1"/>
                        </a:solidFill>
                        <a:latin typeface="Century Gothic" panose="020B0502020202020204" pitchFamily="34" charset="0"/>
                        <a:sym typeface="Gill Sans Light"/>
                      </a:endParaRP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5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Título 1">
            <a:extLst>
              <a:ext uri="{FF2B5EF4-FFF2-40B4-BE49-F238E27FC236}">
                <a16:creationId xmlns:a16="http://schemas.microsoft.com/office/drawing/2014/main" id="{FDEF656D-8F04-0DCA-2C2E-1CCCD10E044E}"/>
              </a:ext>
            </a:extLst>
          </p:cNvPr>
          <p:cNvSpPr>
            <a:spLocks noGrp="1"/>
          </p:cNvSpPr>
          <p:nvPr>
            <p:ph type="title"/>
          </p:nvPr>
        </p:nvSpPr>
        <p:spPr/>
        <p:txBody>
          <a:bodyPr/>
          <a:lstStyle/>
          <a:p>
            <a:r>
              <a:rPr lang="es-ES"/>
              <a:t>El cálculo de la depreciación</a:t>
            </a:r>
            <a:endParaRPr lang="es-CO"/>
          </a:p>
        </p:txBody>
      </p:sp>
      <p:sp>
        <p:nvSpPr>
          <p:cNvPr id="9" name="Rectángulo 8">
            <a:extLst>
              <a:ext uri="{FF2B5EF4-FFF2-40B4-BE49-F238E27FC236}">
                <a16:creationId xmlns:a16="http://schemas.microsoft.com/office/drawing/2014/main" id="{9441A7F0-3897-80CA-68CF-8D0FD55262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0A363454-D970-6C0A-8FD8-679BE873D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A778583-BADD-2D65-E0A4-BC98953C92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AD34D6F8-FEFE-F0B9-3FD4-4E0D2BA4D4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74238129"/>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p:tgtEl>
                                          <p:spTgt spid="10">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80">
                                          <p:stCondLst>
                                            <p:cond delay="0"/>
                                          </p:stCondLst>
                                        </p:cTn>
                                        <p:tgtEl>
                                          <p:spTgt spid="11"/>
                                        </p:tgtEl>
                                      </p:cBhvr>
                                    </p:animEffect>
                                    <p:anim calcmode="lin" valueType="num">
                                      <p:cBhvr>
                                        <p:cTn id="2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5" dur="26">
                                          <p:stCondLst>
                                            <p:cond delay="650"/>
                                          </p:stCondLst>
                                        </p:cTn>
                                        <p:tgtEl>
                                          <p:spTgt spid="11"/>
                                        </p:tgtEl>
                                      </p:cBhvr>
                                      <p:to x="100000" y="60000"/>
                                    </p:animScale>
                                    <p:animScale>
                                      <p:cBhvr>
                                        <p:cTn id="26" dur="166" decel="50000">
                                          <p:stCondLst>
                                            <p:cond delay="676"/>
                                          </p:stCondLst>
                                        </p:cTn>
                                        <p:tgtEl>
                                          <p:spTgt spid="11"/>
                                        </p:tgtEl>
                                      </p:cBhvr>
                                      <p:to x="100000" y="100000"/>
                                    </p:animScale>
                                    <p:animScale>
                                      <p:cBhvr>
                                        <p:cTn id="27" dur="26">
                                          <p:stCondLst>
                                            <p:cond delay="1312"/>
                                          </p:stCondLst>
                                        </p:cTn>
                                        <p:tgtEl>
                                          <p:spTgt spid="11"/>
                                        </p:tgtEl>
                                      </p:cBhvr>
                                      <p:to x="100000" y="80000"/>
                                    </p:animScale>
                                    <p:animScale>
                                      <p:cBhvr>
                                        <p:cTn id="28" dur="166" decel="50000">
                                          <p:stCondLst>
                                            <p:cond delay="1338"/>
                                          </p:stCondLst>
                                        </p:cTn>
                                        <p:tgtEl>
                                          <p:spTgt spid="11"/>
                                        </p:tgtEl>
                                      </p:cBhvr>
                                      <p:to x="100000" y="100000"/>
                                    </p:animScale>
                                    <p:animScale>
                                      <p:cBhvr>
                                        <p:cTn id="29" dur="26">
                                          <p:stCondLst>
                                            <p:cond delay="1642"/>
                                          </p:stCondLst>
                                        </p:cTn>
                                        <p:tgtEl>
                                          <p:spTgt spid="11"/>
                                        </p:tgtEl>
                                      </p:cBhvr>
                                      <p:to x="100000" y="90000"/>
                                    </p:animScale>
                                    <p:animScale>
                                      <p:cBhvr>
                                        <p:cTn id="30" dur="166" decel="50000">
                                          <p:stCondLst>
                                            <p:cond delay="1668"/>
                                          </p:stCondLst>
                                        </p:cTn>
                                        <p:tgtEl>
                                          <p:spTgt spid="11"/>
                                        </p:tgtEl>
                                      </p:cBhvr>
                                      <p:to x="100000" y="100000"/>
                                    </p:animScale>
                                    <p:animScale>
                                      <p:cBhvr>
                                        <p:cTn id="31" dur="26">
                                          <p:stCondLst>
                                            <p:cond delay="1808"/>
                                          </p:stCondLst>
                                        </p:cTn>
                                        <p:tgtEl>
                                          <p:spTgt spid="11"/>
                                        </p:tgtEl>
                                      </p:cBhvr>
                                      <p:to x="100000" y="95000"/>
                                    </p:animScale>
                                    <p:animScale>
                                      <p:cBhvr>
                                        <p:cTn id="32"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2214613"/>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6" name="TextBox 9">
            <a:extLst>
              <a:ext uri="{FF2B5EF4-FFF2-40B4-BE49-F238E27FC236}">
                <a16:creationId xmlns:a16="http://schemas.microsoft.com/office/drawing/2014/main" id="{4346C714-3789-40C8-92AD-7F0DD2D5B5D4}"/>
              </a:ext>
            </a:extLst>
          </p:cNvPr>
          <p:cNvSpPr txBox="1"/>
          <p:nvPr/>
        </p:nvSpPr>
        <p:spPr>
          <a:xfrm>
            <a:off x="2252610" y="2033299"/>
            <a:ext cx="7348537" cy="369332"/>
          </a:xfrm>
          <a:prstGeom prst="rect">
            <a:avLst/>
          </a:prstGeom>
          <a:noFill/>
        </p:spPr>
        <p:txBody>
          <a:bodyPr wrap="square" rtlCol="0">
            <a:spAutoFit/>
          </a:bodyPr>
          <a:lstStyle/>
          <a:p>
            <a:pPr algn="ctr" defTabSz="642947">
              <a:spcBef>
                <a:spcPts val="1406"/>
              </a:spcBef>
              <a:buClr>
                <a:srgbClr val="BEBEBE"/>
              </a:buClr>
              <a:buSzPct val="125000"/>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¿Qué pasa si el activo que se analiza es un </a:t>
            </a:r>
            <a:r>
              <a:rPr lang="es-ES_tradnl" b="1" dirty="0">
                <a:solidFill>
                  <a:srgbClr val="C00000"/>
                </a:solidFill>
                <a:uFill>
                  <a:solidFill>
                    <a:srgbClr val="595959"/>
                  </a:solidFill>
                </a:uFill>
                <a:latin typeface="Century Gothic" panose="020B0502020202020204" pitchFamily="34" charset="0"/>
              </a:rPr>
              <a:t>terreno</a:t>
            </a:r>
            <a:r>
              <a:rPr lang="es-ES_tradnl" dirty="0">
                <a:solidFill>
                  <a:schemeClr val="accent1"/>
                </a:solidFill>
                <a:uFill>
                  <a:solidFill>
                    <a:srgbClr val="595959"/>
                  </a:solidFill>
                </a:uFill>
                <a:latin typeface="Century Gothic" panose="020B0502020202020204" pitchFamily="34" charset="0"/>
              </a:rPr>
              <a:t>?</a:t>
            </a:r>
          </a:p>
        </p:txBody>
      </p:sp>
      <p:sp>
        <p:nvSpPr>
          <p:cNvPr id="12" name="Título 11">
            <a:extLst>
              <a:ext uri="{FF2B5EF4-FFF2-40B4-BE49-F238E27FC236}">
                <a16:creationId xmlns:a16="http://schemas.microsoft.com/office/drawing/2014/main" id="{8D1B3959-43C0-7A0B-36F9-0218EF0BA8F6}"/>
              </a:ext>
            </a:extLst>
          </p:cNvPr>
          <p:cNvSpPr>
            <a:spLocks noGrp="1"/>
          </p:cNvSpPr>
          <p:nvPr>
            <p:ph type="title"/>
          </p:nvPr>
        </p:nvSpPr>
        <p:spPr/>
        <p:txBody>
          <a:bodyPr/>
          <a:lstStyle/>
          <a:p>
            <a:r>
              <a:rPr lang="es-ES"/>
              <a:t>El cálculo de la depreciación</a:t>
            </a:r>
            <a:endParaRPr lang="es-CO"/>
          </a:p>
        </p:txBody>
      </p:sp>
      <p:sp>
        <p:nvSpPr>
          <p:cNvPr id="10" name="Rectángulo 9">
            <a:extLst>
              <a:ext uri="{FF2B5EF4-FFF2-40B4-BE49-F238E27FC236}">
                <a16:creationId xmlns:a16="http://schemas.microsoft.com/office/drawing/2014/main" id="{DDBF9D36-9608-2763-CEDC-39D87C5EDEF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E248B206-6B74-3B1B-C7F8-4AE8CB69F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ómo funciona la compra y venta de terrenos?">
            <a:extLst>
              <a:ext uri="{FF2B5EF4-FFF2-40B4-BE49-F238E27FC236}">
                <a16:creationId xmlns:a16="http://schemas.microsoft.com/office/drawing/2014/main" id="{9AA9A530-7F8B-4534-0043-446703AC5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1961" y="4317084"/>
            <a:ext cx="2852125" cy="213909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nstrucción Y Obras De Construcción En Curso Fotos, retratos, imágenes y  fotografía de archivo libres de derecho. Image 17615393">
            <a:extLst>
              <a:ext uri="{FF2B5EF4-FFF2-40B4-BE49-F238E27FC236}">
                <a16:creationId xmlns:a16="http://schemas.microsoft.com/office/drawing/2014/main" id="{90920567-054E-16E1-E596-67922BCECA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412" y="4426764"/>
            <a:ext cx="2957683" cy="202941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lan de negocio para poner en marcha una explotación agrícola">
            <a:extLst>
              <a:ext uri="{FF2B5EF4-FFF2-40B4-BE49-F238E27FC236}">
                <a16:creationId xmlns:a16="http://schemas.microsoft.com/office/drawing/2014/main" id="{5835E495-EDFC-A51D-51FC-E85BCF6C1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1683" y="4414299"/>
            <a:ext cx="2986537" cy="206180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064525D7-BE2D-CA74-D194-55C21CBC6F0A}"/>
              </a:ext>
            </a:extLst>
          </p:cNvPr>
          <p:cNvSpPr txBox="1"/>
          <p:nvPr/>
        </p:nvSpPr>
        <p:spPr>
          <a:xfrm>
            <a:off x="2301992" y="2580989"/>
            <a:ext cx="7348537" cy="646331"/>
          </a:xfrm>
          <a:prstGeom prst="rect">
            <a:avLst/>
          </a:prstGeom>
          <a:noFill/>
        </p:spPr>
        <p:txBody>
          <a:bodyPr wrap="square">
            <a:spAutoFit/>
          </a:bodyPr>
          <a:lstStyle/>
          <a:p>
            <a:pPr algn="ctr" defTabSz="642947">
              <a:spcBef>
                <a:spcPts val="1406"/>
              </a:spcBef>
              <a:buClr>
                <a:srgbClr val="BEBEBE"/>
              </a:buClr>
              <a:buSzPct val="125000"/>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¿Qué pasa si el activo que se analiza es una </a:t>
            </a:r>
            <a:r>
              <a:rPr lang="es-ES_tradnl" b="1" dirty="0">
                <a:solidFill>
                  <a:schemeClr val="accent3">
                    <a:lumMod val="75000"/>
                  </a:schemeClr>
                </a:solidFill>
                <a:uFill>
                  <a:solidFill>
                    <a:srgbClr val="595959"/>
                  </a:solidFill>
                </a:uFill>
                <a:latin typeface="Century Gothic" panose="020B0502020202020204" pitchFamily="34" charset="0"/>
              </a:rPr>
              <a:t>construcción en curso</a:t>
            </a:r>
            <a:r>
              <a:rPr lang="es-ES_tradnl" dirty="0">
                <a:solidFill>
                  <a:schemeClr val="accent1"/>
                </a:solidFill>
                <a:uFill>
                  <a:solidFill>
                    <a:srgbClr val="595959"/>
                  </a:solidFill>
                </a:uFill>
                <a:latin typeface="Century Gothic" panose="020B0502020202020204" pitchFamily="34" charset="0"/>
              </a:rPr>
              <a:t>?</a:t>
            </a:r>
          </a:p>
        </p:txBody>
      </p:sp>
      <p:sp>
        <p:nvSpPr>
          <p:cNvPr id="9" name="CuadroTexto 8">
            <a:extLst>
              <a:ext uri="{FF2B5EF4-FFF2-40B4-BE49-F238E27FC236}">
                <a16:creationId xmlns:a16="http://schemas.microsoft.com/office/drawing/2014/main" id="{3866439B-21F4-549B-80CE-D028F7EB70A2}"/>
              </a:ext>
            </a:extLst>
          </p:cNvPr>
          <p:cNvSpPr txBox="1"/>
          <p:nvPr/>
        </p:nvSpPr>
        <p:spPr>
          <a:xfrm>
            <a:off x="2371311" y="3390403"/>
            <a:ext cx="7205146" cy="369332"/>
          </a:xfrm>
          <a:prstGeom prst="rect">
            <a:avLst/>
          </a:prstGeom>
          <a:noFill/>
        </p:spPr>
        <p:txBody>
          <a:bodyPr wrap="square">
            <a:spAutoFit/>
          </a:bodyPr>
          <a:lstStyle/>
          <a:p>
            <a:pPr algn="ctr"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¿Qué pasa si el terreno se utiliza para un </a:t>
            </a:r>
            <a:r>
              <a:rPr lang="es-ES_tradnl" b="1">
                <a:solidFill>
                  <a:srgbClr val="C00000"/>
                </a:solidFill>
                <a:uFill>
                  <a:solidFill>
                    <a:srgbClr val="595959"/>
                  </a:solidFill>
                </a:uFill>
                <a:latin typeface="Century Gothic" panose="020B0502020202020204" pitchFamily="34" charset="0"/>
              </a:rPr>
              <a:t>negocio agrícola</a:t>
            </a:r>
            <a:r>
              <a:rPr lang="es-ES_tradnl">
                <a:solidFill>
                  <a:schemeClr val="accent1"/>
                </a:solidFill>
                <a:uFill>
                  <a:solidFill>
                    <a:srgbClr val="595959"/>
                  </a:solidFill>
                </a:uFill>
                <a:latin typeface="Century Gothic" panose="020B0502020202020204" pitchFamily="34" charset="0"/>
              </a:rPr>
              <a:t>?</a:t>
            </a:r>
          </a:p>
        </p:txBody>
      </p:sp>
      <p:sp>
        <p:nvSpPr>
          <p:cNvPr id="2" name="Marcador de número de diapositiva 3">
            <a:extLst>
              <a:ext uri="{FF2B5EF4-FFF2-40B4-BE49-F238E27FC236}">
                <a16:creationId xmlns:a16="http://schemas.microsoft.com/office/drawing/2014/main" id="{8B2F6629-095B-4EE5-A0FE-A4028CABBD4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381510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anim calcmode="lin" valueType="num">
                                      <p:cBhvr additive="base">
                                        <p:cTn id="11" dur="500" fill="hold"/>
                                        <p:tgtEl>
                                          <p:spTgt spid="3076"/>
                                        </p:tgtEl>
                                        <p:attrNameLst>
                                          <p:attrName>ppt_x</p:attrName>
                                        </p:attrNameLst>
                                      </p:cBhvr>
                                      <p:tavLst>
                                        <p:tav tm="0">
                                          <p:val>
                                            <p:strVal val="#ppt_x"/>
                                          </p:val>
                                        </p:tav>
                                        <p:tav tm="100000">
                                          <p:val>
                                            <p:strVal val="#ppt_x"/>
                                          </p:val>
                                        </p:tav>
                                      </p:tavLst>
                                    </p:anim>
                                    <p:anim calcmode="lin" valueType="num">
                                      <p:cBhvr additive="base">
                                        <p:cTn id="12"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p:tgtEl>
                                          <p:spTgt spid="3"/>
                                        </p:tgtEl>
                                        <p:attrNameLst>
                                          <p:attrName>ppt_y</p:attrName>
                                        </p:attrNameLst>
                                      </p:cBhvr>
                                      <p:tavLst>
                                        <p:tav tm="0">
                                          <p:val>
                                            <p:strVal val="#ppt_y+#ppt_h*1.125000"/>
                                          </p:val>
                                        </p:tav>
                                        <p:tav tm="100000">
                                          <p:val>
                                            <p:strVal val="#ppt_y"/>
                                          </p:val>
                                        </p:tav>
                                      </p:tavLst>
                                    </p:anim>
                                    <p:animEffect transition="in" filter="wipe(up)">
                                      <p:cBhvr>
                                        <p:cTn id="18" dur="500"/>
                                        <p:tgtEl>
                                          <p:spTgt spid="3"/>
                                        </p:tgtEl>
                                      </p:cBhvr>
                                    </p:animEffect>
                                  </p:childTnLst>
                                </p:cTn>
                              </p:par>
                              <p:par>
                                <p:cTn id="19" presetID="12" presetClass="entr" presetSubtype="4" fill="hold" nodeType="withEffect">
                                  <p:stCondLst>
                                    <p:cond delay="0"/>
                                  </p:stCondLst>
                                  <p:childTnLst>
                                    <p:set>
                                      <p:cBhvr>
                                        <p:cTn id="20" dur="1" fill="hold">
                                          <p:stCondLst>
                                            <p:cond delay="0"/>
                                          </p:stCondLst>
                                        </p:cTn>
                                        <p:tgtEl>
                                          <p:spTgt spid="3078"/>
                                        </p:tgtEl>
                                        <p:attrNameLst>
                                          <p:attrName>style.visibility</p:attrName>
                                        </p:attrNameLst>
                                      </p:cBhvr>
                                      <p:to>
                                        <p:strVal val="visible"/>
                                      </p:to>
                                    </p:set>
                                    <p:anim calcmode="lin" valueType="num">
                                      <p:cBhvr additive="base">
                                        <p:cTn id="21" dur="500"/>
                                        <p:tgtEl>
                                          <p:spTgt spid="3078"/>
                                        </p:tgtEl>
                                        <p:attrNameLst>
                                          <p:attrName>ppt_y</p:attrName>
                                        </p:attrNameLst>
                                      </p:cBhvr>
                                      <p:tavLst>
                                        <p:tav tm="0">
                                          <p:val>
                                            <p:strVal val="#ppt_y+#ppt_h*1.125000"/>
                                          </p:val>
                                        </p:tav>
                                        <p:tav tm="100000">
                                          <p:val>
                                            <p:strVal val="#ppt_y"/>
                                          </p:val>
                                        </p:tav>
                                      </p:tavLst>
                                    </p:anim>
                                    <p:animEffect transition="in" filter="wipe(up)">
                                      <p:cBhvr>
                                        <p:cTn id="22" dur="500"/>
                                        <p:tgtEl>
                                          <p:spTgt spid="307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80"/>
                                        </p:tgtEl>
                                        <p:attrNameLst>
                                          <p:attrName>style.visibility</p:attrName>
                                        </p:attrNameLst>
                                      </p:cBhvr>
                                      <p:to>
                                        <p:strVal val="visible"/>
                                      </p:to>
                                    </p:set>
                                    <p:anim calcmode="lin" valueType="num">
                                      <p:cBhvr additive="base">
                                        <p:cTn id="31" dur="500" fill="hold"/>
                                        <p:tgtEl>
                                          <p:spTgt spid="3080"/>
                                        </p:tgtEl>
                                        <p:attrNameLst>
                                          <p:attrName>ppt_x</p:attrName>
                                        </p:attrNameLst>
                                      </p:cBhvr>
                                      <p:tavLst>
                                        <p:tav tm="0">
                                          <p:val>
                                            <p:strVal val="#ppt_x"/>
                                          </p:val>
                                        </p:tav>
                                        <p:tav tm="100000">
                                          <p:val>
                                            <p:strVal val="#ppt_x"/>
                                          </p:val>
                                        </p:tav>
                                      </p:tavLst>
                                    </p:anim>
                                    <p:anim calcmode="lin" valueType="num">
                                      <p:cBhvr additive="base">
                                        <p:cTn id="32" dur="500" fill="hold"/>
                                        <p:tgtEl>
                                          <p:spTgt spid="3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accent1"/>
                </a:solidFill>
                <a:latin typeface="Century Gothic"/>
              </a:rPr>
              <a:t>¿Cuáles son los métodos de Depreciación?</a:t>
            </a:r>
            <a:endParaRPr lang="es-CO" sz="2000">
              <a:solidFill>
                <a:schemeClr val="accent1"/>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427A8A7-A921-1543-1A3C-32E34217BA5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FB1B2FC-B97D-A5C0-DAE5-C9484EF7C96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6649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p:cNvSpPr txBox="1"/>
          <p:nvPr/>
        </p:nvSpPr>
        <p:spPr>
          <a:xfrm>
            <a:off x="1173143" y="2248626"/>
            <a:ext cx="9597358" cy="3647152"/>
          </a:xfrm>
          <a:prstGeom prst="rect">
            <a:avLst/>
          </a:prstGeom>
          <a:noFill/>
        </p:spPr>
        <p:txBody>
          <a:bodyPr wrap="square" rtlCol="0">
            <a:spAutoFit/>
          </a:bodyPr>
          <a:lstStyle/>
          <a:p>
            <a:pPr algn="just" defTabSz="642947">
              <a:spcBef>
                <a:spcPts val="1406"/>
              </a:spcBef>
              <a:buClr>
                <a:srgbClr val="BEBEBE"/>
              </a:buClr>
              <a:buSzPct val="125000"/>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Existen varios métodos de depreciación utilizados en el mundo. Pese a lo anterior, sólo se mostrarán tres métodos que serán suficientes para entender el concepto de depreciación y las diferentes formas de depreciar. </a:t>
            </a:r>
          </a:p>
          <a:p>
            <a:pPr algn="just" defTabSz="642947">
              <a:spcBef>
                <a:spcPts val="1406"/>
              </a:spcBef>
              <a:buClr>
                <a:srgbClr val="BEBEBE"/>
              </a:buClr>
              <a:buSzPct val="125000"/>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Cabe anotar que, aunque no son los únicos métodos existentes, sí </a:t>
            </a:r>
            <a:r>
              <a:rPr lang="es-ES_tradnl" b="1" dirty="0">
                <a:solidFill>
                  <a:srgbClr val="C00000"/>
                </a:solidFill>
                <a:uFill>
                  <a:solidFill>
                    <a:srgbClr val="595959"/>
                  </a:solidFill>
                </a:uFill>
                <a:latin typeface="Century Gothic" panose="020B0502020202020204" pitchFamily="34" charset="0"/>
              </a:rPr>
              <a:t>son los más utilizados en Colombia</a:t>
            </a:r>
            <a:r>
              <a:rPr lang="es-ES_tradnl" dirty="0">
                <a:solidFill>
                  <a:srgbClr val="595959"/>
                </a:solidFill>
                <a:uFill>
                  <a:solidFill>
                    <a:srgbClr val="595959"/>
                  </a:solidFill>
                </a:uFill>
                <a:latin typeface="Century Gothic" panose="020B0502020202020204" pitchFamily="34" charset="0"/>
              </a:rPr>
              <a:t>. </a:t>
            </a:r>
            <a:r>
              <a:rPr lang="es-ES_tradnl" dirty="0">
                <a:solidFill>
                  <a:schemeClr val="accent1"/>
                </a:solidFill>
                <a:uFill>
                  <a:solidFill>
                    <a:srgbClr val="595959"/>
                  </a:solidFill>
                </a:uFill>
                <a:latin typeface="Century Gothic" panose="020B0502020202020204" pitchFamily="34" charset="0"/>
              </a:rPr>
              <a:t>En este orden de ideas, los métodos pueden clasificarse así:</a:t>
            </a:r>
          </a:p>
          <a:p>
            <a:pPr marL="208012" indent="-208012" algn="just" defTabSz="642947">
              <a:spcBef>
                <a:spcPts val="1406"/>
              </a:spcBef>
              <a:buClr>
                <a:srgbClr val="BEBEBE"/>
              </a:buClr>
              <a:buSzPct val="125000"/>
              <a:buFontTx/>
              <a:buChar char="•"/>
              <a:defRPr sz="1800">
                <a:solidFill>
                  <a:srgbClr val="000000"/>
                </a:solidFill>
              </a:defRPr>
            </a:pPr>
            <a:endParaRPr lang="es-ES_tradnl" dirty="0">
              <a:solidFill>
                <a:schemeClr val="accent1"/>
              </a:solidFill>
              <a:uFill>
                <a:solidFill>
                  <a:srgbClr val="595959"/>
                </a:solidFill>
              </a:uFill>
              <a:latin typeface="Century Gothic" panose="020B0502020202020204" pitchFamily="34" charset="0"/>
            </a:endParaRP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Método Lineal (Línea Recta).</a:t>
            </a: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Método Acelerado: Reducción de Saldos.</a:t>
            </a: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dirty="0">
                <a:solidFill>
                  <a:schemeClr val="accent1"/>
                </a:solidFill>
                <a:uFill>
                  <a:solidFill>
                    <a:srgbClr val="595959"/>
                  </a:solidFill>
                </a:uFill>
                <a:latin typeface="Century Gothic" panose="020B0502020202020204" pitchFamily="34" charset="0"/>
              </a:rPr>
              <a:t>Método de Unidades Productivas.</a:t>
            </a:r>
          </a:p>
          <a:p>
            <a:pPr marL="241105" indent="-241105" algn="just" defTabSz="642947">
              <a:spcBef>
                <a:spcPts val="1406"/>
              </a:spcBef>
              <a:buClr>
                <a:srgbClr val="BEBEBE"/>
              </a:buClr>
              <a:buSzPct val="125000"/>
              <a:buFont typeface="Arial"/>
              <a:buChar char="•"/>
              <a:defRPr sz="1800">
                <a:solidFill>
                  <a:srgbClr val="000000"/>
                </a:solidFill>
              </a:defRPr>
            </a:pPr>
            <a:endParaRPr lang="es-ES_tradnl" sz="2000" dirty="0">
              <a:solidFill>
                <a:srgbClr val="595959"/>
              </a:solidFill>
              <a:uFill>
                <a:solidFill>
                  <a:srgbClr val="595959"/>
                </a:solidFill>
              </a:uFill>
            </a:endParaRPr>
          </a:p>
        </p:txBody>
      </p:sp>
      <p:sp>
        <p:nvSpPr>
          <p:cNvPr id="2" name="Título 1">
            <a:extLst>
              <a:ext uri="{FF2B5EF4-FFF2-40B4-BE49-F238E27FC236}">
                <a16:creationId xmlns:a16="http://schemas.microsoft.com/office/drawing/2014/main" id="{7C993C8B-01D6-7A76-D091-831771ABF4F3}"/>
              </a:ext>
            </a:extLst>
          </p:cNvPr>
          <p:cNvSpPr>
            <a:spLocks noGrp="1"/>
          </p:cNvSpPr>
          <p:nvPr>
            <p:ph type="title"/>
          </p:nvPr>
        </p:nvSpPr>
        <p:spPr>
          <a:xfrm>
            <a:off x="520419" y="732616"/>
            <a:ext cx="11029616" cy="1013800"/>
          </a:xfrm>
        </p:spPr>
        <p:txBody>
          <a:bodyPr/>
          <a:lstStyle/>
          <a:p>
            <a:r>
              <a:rPr lang="es-ES"/>
              <a:t>¿Cuáles son los métodos de depreciación?</a:t>
            </a:r>
            <a:endParaRPr lang="es-CO"/>
          </a:p>
        </p:txBody>
      </p:sp>
      <p:sp>
        <p:nvSpPr>
          <p:cNvPr id="9" name="Rectángulo 8">
            <a:extLst>
              <a:ext uri="{FF2B5EF4-FFF2-40B4-BE49-F238E27FC236}">
                <a16:creationId xmlns:a16="http://schemas.microsoft.com/office/drawing/2014/main" id="{E803E2CC-3A36-9A21-0F26-1697842355A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A094A3F-7D98-98BF-B0ED-6EF4F1E38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ategoría «Depreciación» de imágenes, fotos de stock e ilustraciones libres  de regalías | Shutterstock">
            <a:extLst>
              <a:ext uri="{FF2B5EF4-FFF2-40B4-BE49-F238E27FC236}">
                <a16:creationId xmlns:a16="http://schemas.microsoft.com/office/drawing/2014/main" id="{6604A6A4-9E3A-8F9B-FDB8-6F0148FB31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359"/>
          <a:stretch/>
        </p:blipFill>
        <p:spPr bwMode="auto">
          <a:xfrm>
            <a:off x="7636440" y="4282311"/>
            <a:ext cx="3055926" cy="171578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27DAC3AF-CA9F-4329-CE2E-79C71118092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0637DD5A-D959-CE91-297C-E0EF8265F90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8200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Vertic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barn(inVertical)">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barn(inVertical)">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barn(inVertical)">
                                      <p:cBhvr>
                                        <p:cTn id="2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27991" y="2252136"/>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accent1"/>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A79B673-8C81-6D8E-82EF-E1DD7262F0B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47A09804-E9F0-01AB-F7BC-AC5CAF934B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01880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955615" y="1618911"/>
            <a:ext cx="10280769" cy="1480750"/>
          </a:xfrm>
        </p:spPr>
        <p:txBody>
          <a:bodyPr>
            <a:normAutofit/>
          </a:bodyPr>
          <a:lstStyle/>
          <a:p>
            <a:pPr marL="0" indent="0" algn="ctr">
              <a:buNone/>
            </a:pPr>
            <a:r>
              <a:rPr lang="es-ES" dirty="0">
                <a:solidFill>
                  <a:schemeClr val="accent1"/>
                </a:solidFill>
                <a:latin typeface="Century Gothic" panose="020B0502020202020204" pitchFamily="34" charset="0"/>
              </a:rPr>
              <a:t>Consiste en depreciar el activo de manera </a:t>
            </a:r>
            <a:r>
              <a:rPr lang="es-ES" b="1" dirty="0">
                <a:solidFill>
                  <a:srgbClr val="C00000"/>
                </a:solidFill>
                <a:latin typeface="Century Gothic" panose="020B0502020202020204" pitchFamily="34" charset="0"/>
              </a:rPr>
              <a:t>constante </a:t>
            </a:r>
            <a:r>
              <a:rPr lang="es-ES" dirty="0">
                <a:solidFill>
                  <a:schemeClr val="accent1"/>
                </a:solidFill>
                <a:latin typeface="Century Gothic" panose="020B0502020202020204" pitchFamily="34" charset="0"/>
              </a:rPr>
              <a:t>a lo largo de su vida útil. Es decir, nominalmente el activo pierde el mismo valor por periodo (Anualidad). </a:t>
            </a:r>
          </a:p>
        </p:txBody>
      </p:sp>
      <p:sp>
        <p:nvSpPr>
          <p:cNvPr id="11" name="Rectángulo 10"/>
          <p:cNvSpPr/>
          <p:nvPr/>
        </p:nvSpPr>
        <p:spPr>
          <a:xfrm>
            <a:off x="326141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2" name="Rectángulo 11"/>
          <p:cNvSpPr/>
          <p:nvPr/>
        </p:nvSpPr>
        <p:spPr>
          <a:xfrm>
            <a:off x="3863554"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3" name="Rectángulo 12"/>
          <p:cNvSpPr/>
          <p:nvPr/>
        </p:nvSpPr>
        <p:spPr>
          <a:xfrm>
            <a:off x="4518606"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4" name="Rectángulo 13"/>
          <p:cNvSpPr/>
          <p:nvPr/>
        </p:nvSpPr>
        <p:spPr>
          <a:xfrm>
            <a:off x="5213341"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5" name="Rectángulo 14"/>
          <p:cNvSpPr/>
          <p:nvPr/>
        </p:nvSpPr>
        <p:spPr>
          <a:xfrm>
            <a:off x="5848551"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6" name="Rectángulo 15"/>
          <p:cNvSpPr/>
          <p:nvPr/>
        </p:nvSpPr>
        <p:spPr>
          <a:xfrm>
            <a:off x="6484313"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7" name="Rectángulo 16"/>
          <p:cNvSpPr/>
          <p:nvPr/>
        </p:nvSpPr>
        <p:spPr>
          <a:xfrm>
            <a:off x="716147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8" name="Rectángulo 17"/>
          <p:cNvSpPr/>
          <p:nvPr/>
        </p:nvSpPr>
        <p:spPr>
          <a:xfrm>
            <a:off x="775418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9" name="Rectángulo 18"/>
          <p:cNvSpPr/>
          <p:nvPr/>
        </p:nvSpPr>
        <p:spPr>
          <a:xfrm>
            <a:off x="8316638"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5" name="CuadroTexto 4"/>
          <p:cNvSpPr txBox="1"/>
          <p:nvPr/>
        </p:nvSpPr>
        <p:spPr>
          <a:xfrm>
            <a:off x="5073359" y="5006267"/>
            <a:ext cx="2119491"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Depreciación del periodo</a:t>
            </a:r>
          </a:p>
        </p:txBody>
      </p:sp>
      <p:sp>
        <p:nvSpPr>
          <p:cNvPr id="20" name="Abrir llave 19"/>
          <p:cNvSpPr/>
          <p:nvPr/>
        </p:nvSpPr>
        <p:spPr>
          <a:xfrm rot="5400000">
            <a:off x="5774041" y="547065"/>
            <a:ext cx="299544" cy="554323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1" name="CuadroTexto 20"/>
          <p:cNvSpPr txBox="1"/>
          <p:nvPr/>
        </p:nvSpPr>
        <p:spPr>
          <a:xfrm>
            <a:off x="4851224" y="2833613"/>
            <a:ext cx="2310248"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Valor a depreciar del Activo</a:t>
            </a:r>
          </a:p>
        </p:txBody>
      </p:sp>
      <p:sp>
        <p:nvSpPr>
          <p:cNvPr id="22" name="Abrir llave 21"/>
          <p:cNvSpPr/>
          <p:nvPr/>
        </p:nvSpPr>
        <p:spPr>
          <a:xfrm rot="5400000" flipH="1">
            <a:off x="3155519" y="4904146"/>
            <a:ext cx="364622" cy="474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3" name="Abrir llave 22"/>
          <p:cNvSpPr/>
          <p:nvPr/>
        </p:nvSpPr>
        <p:spPr>
          <a:xfrm rot="5400000" flipH="1">
            <a:off x="3450541" y="4973747"/>
            <a:ext cx="364622" cy="10649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4" name="Abrir llave 23"/>
          <p:cNvSpPr/>
          <p:nvPr/>
        </p:nvSpPr>
        <p:spPr>
          <a:xfrm rot="5400000" flipH="1">
            <a:off x="3715581" y="5070643"/>
            <a:ext cx="364622" cy="16818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5" name="CuadroTexto 24"/>
          <p:cNvSpPr txBox="1"/>
          <p:nvPr/>
        </p:nvSpPr>
        <p:spPr>
          <a:xfrm>
            <a:off x="3100392" y="6127369"/>
            <a:ext cx="2143536"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Depreciación Acumulada</a:t>
            </a:r>
          </a:p>
        </p:txBody>
      </p:sp>
      <p:sp>
        <p:nvSpPr>
          <p:cNvPr id="26" name="CuadroTexto 25"/>
          <p:cNvSpPr txBox="1"/>
          <p:nvPr/>
        </p:nvSpPr>
        <p:spPr>
          <a:xfrm>
            <a:off x="4791370" y="5580391"/>
            <a:ext cx="415498" cy="369332"/>
          </a:xfrm>
          <a:prstGeom prst="rect">
            <a:avLst/>
          </a:prstGeom>
          <a:noFill/>
        </p:spPr>
        <p:txBody>
          <a:bodyPr wrap="none" rtlCol="0">
            <a:spAutoFit/>
          </a:bodyPr>
          <a:lstStyle/>
          <a:p>
            <a:r>
              <a:rPr lang="es-ES">
                <a:solidFill>
                  <a:schemeClr val="accent1"/>
                </a:solidFill>
              </a:rPr>
              <a:t>…</a:t>
            </a:r>
          </a:p>
        </p:txBody>
      </p:sp>
      <p:sp>
        <p:nvSpPr>
          <p:cNvPr id="30" name="CuadroTexto 29">
            <a:extLst>
              <a:ext uri="{FF2B5EF4-FFF2-40B4-BE49-F238E27FC236}">
                <a16:creationId xmlns:a16="http://schemas.microsoft.com/office/drawing/2014/main" id="{060AA08E-F10F-4198-BF7C-57DA66096E87}"/>
              </a:ext>
            </a:extLst>
          </p:cNvPr>
          <p:cNvSpPr txBox="1"/>
          <p:nvPr/>
        </p:nvSpPr>
        <p:spPr>
          <a:xfrm>
            <a:off x="7454415" y="6127368"/>
            <a:ext cx="2507418" cy="276999"/>
          </a:xfrm>
          <a:prstGeom prst="rect">
            <a:avLst/>
          </a:prstGeom>
          <a:noFill/>
        </p:spPr>
        <p:txBody>
          <a:bodyPr wrap="none" rtlCol="0">
            <a:spAutoFit/>
          </a:bodyPr>
          <a:lstStyle/>
          <a:p>
            <a:r>
              <a:rPr lang="es-ES" sz="1200" b="1">
                <a:solidFill>
                  <a:schemeClr val="accent1"/>
                </a:solidFill>
                <a:latin typeface="Century Gothic" panose="020B0502020202020204" pitchFamily="34" charset="0"/>
              </a:rPr>
              <a:t>Estado de Situación Financiera</a:t>
            </a:r>
          </a:p>
        </p:txBody>
      </p:sp>
      <p:sp>
        <p:nvSpPr>
          <p:cNvPr id="31" name="CuadroTexto 30">
            <a:extLst>
              <a:ext uri="{FF2B5EF4-FFF2-40B4-BE49-F238E27FC236}">
                <a16:creationId xmlns:a16="http://schemas.microsoft.com/office/drawing/2014/main" id="{71DCF9BE-FFD1-4779-93C4-C6DE874746B7}"/>
              </a:ext>
            </a:extLst>
          </p:cNvPr>
          <p:cNvSpPr txBox="1"/>
          <p:nvPr/>
        </p:nvSpPr>
        <p:spPr>
          <a:xfrm>
            <a:off x="7454415" y="5003084"/>
            <a:ext cx="1762021" cy="276999"/>
          </a:xfrm>
          <a:prstGeom prst="rect">
            <a:avLst/>
          </a:prstGeom>
          <a:noFill/>
        </p:spPr>
        <p:txBody>
          <a:bodyPr wrap="none" rtlCol="0">
            <a:spAutoFit/>
          </a:bodyPr>
          <a:lstStyle/>
          <a:p>
            <a:r>
              <a:rPr lang="es-ES" sz="1200" b="1">
                <a:solidFill>
                  <a:schemeClr val="accent3">
                    <a:lumMod val="75000"/>
                  </a:schemeClr>
                </a:solidFill>
                <a:latin typeface="Century Gothic" panose="020B0502020202020204" pitchFamily="34" charset="0"/>
              </a:rPr>
              <a:t>Estado de Resultados</a:t>
            </a:r>
          </a:p>
        </p:txBody>
      </p:sp>
      <p:cxnSp>
        <p:nvCxnSpPr>
          <p:cNvPr id="9" name="Conector recto de flecha 8">
            <a:extLst>
              <a:ext uri="{FF2B5EF4-FFF2-40B4-BE49-F238E27FC236}">
                <a16:creationId xmlns:a16="http://schemas.microsoft.com/office/drawing/2014/main" id="{980EC580-4A52-4920-B5AB-CCA58C681ED9}"/>
              </a:ext>
            </a:extLst>
          </p:cNvPr>
          <p:cNvCxnSpPr>
            <a:stCxn id="5" idx="3"/>
            <a:endCxn id="31" idx="1"/>
          </p:cNvCxnSpPr>
          <p:nvPr/>
        </p:nvCxnSpPr>
        <p:spPr>
          <a:xfrm flipV="1">
            <a:off x="7192850" y="5141584"/>
            <a:ext cx="261565" cy="3183"/>
          </a:xfrm>
          <a:prstGeom prst="straightConnector1">
            <a:avLst/>
          </a:prstGeom>
          <a:ln w="28575">
            <a:solidFill>
              <a:schemeClr val="accent5">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9D16BFBD-C6B5-4013-B397-CB8D2DE884CE}"/>
              </a:ext>
            </a:extLst>
          </p:cNvPr>
          <p:cNvCxnSpPr>
            <a:stCxn id="25" idx="3"/>
            <a:endCxn id="30" idx="1"/>
          </p:cNvCxnSpPr>
          <p:nvPr/>
        </p:nvCxnSpPr>
        <p:spPr>
          <a:xfrm flipV="1">
            <a:off x="5243928" y="6265868"/>
            <a:ext cx="2210487" cy="1"/>
          </a:xfrm>
          <a:prstGeom prst="straightConnector1">
            <a:avLst/>
          </a:prstGeom>
          <a:ln w="28575">
            <a:solidFill>
              <a:schemeClr val="accent5">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ángulo 9">
            <a:extLst>
              <a:ext uri="{FF2B5EF4-FFF2-40B4-BE49-F238E27FC236}">
                <a16:creationId xmlns:a16="http://schemas.microsoft.com/office/drawing/2014/main" id="{BEF9EE31-E7E5-214F-88A1-60B5122DD8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2" name="Picture 2" descr="Clientes y aliados | Centro de Evaluación | Uniandes">
            <a:extLst>
              <a:ext uri="{FF2B5EF4-FFF2-40B4-BE49-F238E27FC236}">
                <a16:creationId xmlns:a16="http://schemas.microsoft.com/office/drawing/2014/main" id="{31F8DA33-BFDE-8928-1341-9F78B898C9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3B7EF7E-4485-1932-DFAD-8839FF2582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D1195507-11DF-C842-83D5-D598F9A5D3A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77452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additive="base">
                                        <p:cTn id="64" dur="500"/>
                                        <p:tgtEl>
                                          <p:spTgt spid="9"/>
                                        </p:tgtEl>
                                        <p:attrNameLst>
                                          <p:attrName>ppt_y</p:attrName>
                                        </p:attrNameLst>
                                      </p:cBhvr>
                                      <p:tavLst>
                                        <p:tav tm="0">
                                          <p:val>
                                            <p:strVal val="#ppt_y+#ppt_h*1.125000"/>
                                          </p:val>
                                        </p:tav>
                                        <p:tav tm="100000">
                                          <p:val>
                                            <p:strVal val="#ppt_y"/>
                                          </p:val>
                                        </p:tav>
                                      </p:tavLst>
                                    </p:anim>
                                    <p:animEffect transition="in" filter="wipe(up)">
                                      <p:cBhvr>
                                        <p:cTn id="65" dur="500"/>
                                        <p:tgtEl>
                                          <p:spTgt spid="9"/>
                                        </p:tgtEl>
                                      </p:cBhvr>
                                    </p:animEffect>
                                  </p:childTnLst>
                                </p:cTn>
                              </p:par>
                              <p:par>
                                <p:cTn id="66" presetID="12" presetClass="entr" presetSubtype="4"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 calcmode="lin" valueType="num">
                                      <p:cBhvr additive="base">
                                        <p:cTn id="68" dur="500"/>
                                        <p:tgtEl>
                                          <p:spTgt spid="31"/>
                                        </p:tgtEl>
                                        <p:attrNameLst>
                                          <p:attrName>ppt_y</p:attrName>
                                        </p:attrNameLst>
                                      </p:cBhvr>
                                      <p:tavLst>
                                        <p:tav tm="0">
                                          <p:val>
                                            <p:strVal val="#ppt_y+#ppt_h*1.125000"/>
                                          </p:val>
                                        </p:tav>
                                        <p:tav tm="100000">
                                          <p:val>
                                            <p:strVal val="#ppt_y"/>
                                          </p:val>
                                        </p:tav>
                                      </p:tavLst>
                                    </p:anim>
                                    <p:animEffect transition="in" filter="wipe(up)">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 calcmode="lin" valueType="num">
                                      <p:cBhvr additive="base">
                                        <p:cTn id="74" dur="500" fill="hold"/>
                                        <p:tgtEl>
                                          <p:spTgt spid="27"/>
                                        </p:tgtEl>
                                        <p:attrNameLst>
                                          <p:attrName>ppt_x</p:attrName>
                                        </p:attrNameLst>
                                      </p:cBhvr>
                                      <p:tavLst>
                                        <p:tav tm="0">
                                          <p:val>
                                            <p:strVal val="#ppt_x"/>
                                          </p:val>
                                        </p:tav>
                                        <p:tav tm="100000">
                                          <p:val>
                                            <p:strVal val="#ppt_x"/>
                                          </p:val>
                                        </p:tav>
                                      </p:tavLst>
                                    </p:anim>
                                    <p:anim calcmode="lin" valueType="num">
                                      <p:cBhvr additive="base">
                                        <p:cTn id="75" dur="500" fill="hold"/>
                                        <p:tgtEl>
                                          <p:spTgt spid="27"/>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 calcmode="lin" valueType="num">
                                      <p:cBhvr additive="base">
                                        <p:cTn id="78" dur="500" fill="hold"/>
                                        <p:tgtEl>
                                          <p:spTgt spid="30"/>
                                        </p:tgtEl>
                                        <p:attrNameLst>
                                          <p:attrName>ppt_x</p:attrName>
                                        </p:attrNameLst>
                                      </p:cBhvr>
                                      <p:tavLst>
                                        <p:tav tm="0">
                                          <p:val>
                                            <p:strVal val="#ppt_x"/>
                                          </p:val>
                                        </p:tav>
                                        <p:tav tm="100000">
                                          <p:val>
                                            <p:strVal val="#ppt_x"/>
                                          </p:val>
                                        </p:tav>
                                      </p:tavLst>
                                    </p:anim>
                                    <p:anim calcmode="lin" valueType="num">
                                      <p:cBhvr additive="base">
                                        <p:cTn id="7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5" grpId="0"/>
      <p:bldP spid="20" grpId="0" animBg="1"/>
      <p:bldP spid="21" grpId="0"/>
      <p:bldP spid="22" grpId="0" animBg="1"/>
      <p:bldP spid="23" grpId="0" animBg="1"/>
      <p:bldP spid="24" grpId="0" animBg="1"/>
      <p:bldP spid="25" grpId="0"/>
      <p:bldP spid="26" grpId="0"/>
      <p:bldP spid="30" grpId="0"/>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770351" y="1643485"/>
            <a:ext cx="10187635" cy="1480750"/>
          </a:xfrm>
        </p:spPr>
        <p:txBody>
          <a:bodyPr>
            <a:normAutofit/>
          </a:bodyPr>
          <a:lstStyle/>
          <a:p>
            <a:pPr marL="0" indent="0" algn="ctr">
              <a:buNone/>
            </a:pPr>
            <a:r>
              <a:rPr lang="es-ES" dirty="0">
                <a:solidFill>
                  <a:schemeClr val="accent1"/>
                </a:solidFill>
                <a:latin typeface="Century Gothic" panose="020B0502020202020204" pitchFamily="34" charset="0"/>
              </a:rPr>
              <a:t>Consiste en depreciar el activo de manera </a:t>
            </a:r>
            <a:r>
              <a:rPr lang="es-ES" b="1" dirty="0">
                <a:solidFill>
                  <a:srgbClr val="C00000"/>
                </a:solidFill>
                <a:latin typeface="Century Gothic" panose="020B0502020202020204" pitchFamily="34" charset="0"/>
              </a:rPr>
              <a:t>constante</a:t>
            </a:r>
            <a:r>
              <a:rPr lang="es-ES" dirty="0">
                <a:solidFill>
                  <a:schemeClr val="accent1"/>
                </a:solidFill>
                <a:latin typeface="Century Gothic" panose="020B0502020202020204" pitchFamily="34" charset="0"/>
              </a:rPr>
              <a:t> a lo largo de su vida útil. Es decir, nominalmente el activo pierde el mismo valor por periodo (Anualidad). </a:t>
            </a:r>
          </a:p>
        </p:txBody>
      </p:sp>
      <p:pic>
        <p:nvPicPr>
          <p:cNvPr id="28" name="Imagen 27">
            <a:extLst>
              <a:ext uri="{FF2B5EF4-FFF2-40B4-BE49-F238E27FC236}">
                <a16:creationId xmlns:a16="http://schemas.microsoft.com/office/drawing/2014/main" id="{4B22458C-5775-45BE-AF85-63F9565D2B1E}"/>
              </a:ext>
            </a:extLst>
          </p:cNvPr>
          <p:cNvPicPr>
            <a:picLocks noChangeAspect="1"/>
          </p:cNvPicPr>
          <p:nvPr/>
        </p:nvPicPr>
        <p:blipFill>
          <a:blip r:embed="rId2"/>
          <a:stretch>
            <a:fillRect/>
          </a:stretch>
        </p:blipFill>
        <p:spPr>
          <a:xfrm>
            <a:off x="2133930" y="3824749"/>
            <a:ext cx="7818208" cy="261295"/>
          </a:xfrm>
          <a:prstGeom prst="rect">
            <a:avLst/>
          </a:prstGeom>
        </p:spPr>
      </p:pic>
      <p:pic>
        <p:nvPicPr>
          <p:cNvPr id="29" name="Imagen 28">
            <a:extLst>
              <a:ext uri="{FF2B5EF4-FFF2-40B4-BE49-F238E27FC236}">
                <a16:creationId xmlns:a16="http://schemas.microsoft.com/office/drawing/2014/main" id="{D0304288-359D-4EB0-932C-70A60236A328}"/>
              </a:ext>
            </a:extLst>
          </p:cNvPr>
          <p:cNvPicPr>
            <a:picLocks noChangeAspect="1"/>
          </p:cNvPicPr>
          <p:nvPr/>
        </p:nvPicPr>
        <p:blipFill>
          <a:blip r:embed="rId3"/>
          <a:stretch>
            <a:fillRect/>
          </a:stretch>
        </p:blipFill>
        <p:spPr>
          <a:xfrm>
            <a:off x="2133928" y="4474140"/>
            <a:ext cx="7014044" cy="275344"/>
          </a:xfrm>
          <a:prstGeom prst="rect">
            <a:avLst/>
          </a:prstGeom>
        </p:spPr>
      </p:pic>
      <p:pic>
        <p:nvPicPr>
          <p:cNvPr id="32" name="Imagen 31">
            <a:extLst>
              <a:ext uri="{FF2B5EF4-FFF2-40B4-BE49-F238E27FC236}">
                <a16:creationId xmlns:a16="http://schemas.microsoft.com/office/drawing/2014/main" id="{FBC567DC-6B24-433D-8742-6F1992C2C44A}"/>
              </a:ext>
            </a:extLst>
          </p:cNvPr>
          <p:cNvPicPr>
            <a:picLocks noChangeAspect="1"/>
          </p:cNvPicPr>
          <p:nvPr/>
        </p:nvPicPr>
        <p:blipFill>
          <a:blip r:embed="rId4"/>
          <a:stretch>
            <a:fillRect/>
          </a:stretch>
        </p:blipFill>
        <p:spPr>
          <a:xfrm>
            <a:off x="2133928" y="2922502"/>
            <a:ext cx="7460483" cy="598766"/>
          </a:xfrm>
          <a:prstGeom prst="rect">
            <a:avLst/>
          </a:prstGeom>
        </p:spPr>
      </p:pic>
      <p:pic>
        <p:nvPicPr>
          <p:cNvPr id="33" name="Imagen 32">
            <a:extLst>
              <a:ext uri="{FF2B5EF4-FFF2-40B4-BE49-F238E27FC236}">
                <a16:creationId xmlns:a16="http://schemas.microsoft.com/office/drawing/2014/main" id="{4A6F290E-5053-4CE0-B78C-ADED6E8A5E78}"/>
              </a:ext>
            </a:extLst>
          </p:cNvPr>
          <p:cNvPicPr>
            <a:picLocks noChangeAspect="1"/>
          </p:cNvPicPr>
          <p:nvPr/>
        </p:nvPicPr>
        <p:blipFill>
          <a:blip r:embed="rId5"/>
          <a:stretch>
            <a:fillRect/>
          </a:stretch>
        </p:blipFill>
        <p:spPr>
          <a:xfrm>
            <a:off x="8199964" y="5177600"/>
            <a:ext cx="1511254" cy="171445"/>
          </a:xfrm>
          <a:prstGeom prst="rect">
            <a:avLst/>
          </a:prstGeom>
        </p:spPr>
      </p:pic>
      <p:pic>
        <p:nvPicPr>
          <p:cNvPr id="34" name="Imagen 33">
            <a:extLst>
              <a:ext uri="{FF2B5EF4-FFF2-40B4-BE49-F238E27FC236}">
                <a16:creationId xmlns:a16="http://schemas.microsoft.com/office/drawing/2014/main" id="{90A8AE56-4C84-48A5-86C8-CE70D71985BD}"/>
              </a:ext>
            </a:extLst>
          </p:cNvPr>
          <p:cNvPicPr>
            <a:picLocks noChangeAspect="1"/>
          </p:cNvPicPr>
          <p:nvPr/>
        </p:nvPicPr>
        <p:blipFill>
          <a:blip r:embed="rId6"/>
          <a:stretch>
            <a:fillRect/>
          </a:stretch>
        </p:blipFill>
        <p:spPr>
          <a:xfrm>
            <a:off x="8213331" y="5425306"/>
            <a:ext cx="1428027" cy="216573"/>
          </a:xfrm>
          <a:prstGeom prst="rect">
            <a:avLst/>
          </a:prstGeom>
        </p:spPr>
      </p:pic>
      <p:cxnSp>
        <p:nvCxnSpPr>
          <p:cNvPr id="35" name="Conector recto de flecha 34">
            <a:extLst>
              <a:ext uri="{FF2B5EF4-FFF2-40B4-BE49-F238E27FC236}">
                <a16:creationId xmlns:a16="http://schemas.microsoft.com/office/drawing/2014/main" id="{6371FCA3-3CDC-4672-AB27-7CD8EBE9410E}"/>
              </a:ext>
            </a:extLst>
          </p:cNvPr>
          <p:cNvCxnSpPr/>
          <p:nvPr/>
        </p:nvCxnSpPr>
        <p:spPr>
          <a:xfrm>
            <a:off x="3158319" y="4757133"/>
            <a:ext cx="0" cy="420467"/>
          </a:xfrm>
          <a:prstGeom prst="straightConnector1">
            <a:avLst/>
          </a:prstGeom>
          <a:ln w="38100">
            <a:solidFill>
              <a:srgbClr val="D7A700"/>
            </a:solidFill>
            <a:tailEnd type="arrow"/>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53EC9FA8-7A86-44B6-BD69-B9DBC767EB45}"/>
              </a:ext>
            </a:extLst>
          </p:cNvPr>
          <p:cNvSpPr txBox="1"/>
          <p:nvPr/>
        </p:nvSpPr>
        <p:spPr>
          <a:xfrm>
            <a:off x="1976104" y="5234302"/>
            <a:ext cx="2206053" cy="369332"/>
          </a:xfrm>
          <a:prstGeom prst="rect">
            <a:avLst/>
          </a:prstGeom>
          <a:noFill/>
        </p:spPr>
        <p:txBody>
          <a:bodyPr wrap="none" rtlCol="0">
            <a:spAutoFit/>
          </a:bodyPr>
          <a:lstStyle/>
          <a:p>
            <a:r>
              <a:rPr lang="es-ES" dirty="0">
                <a:solidFill>
                  <a:schemeClr val="accent5">
                    <a:lumMod val="25000"/>
                  </a:schemeClr>
                </a:solidFill>
                <a:latin typeface="Century Gothic" panose="020B0502020202020204" pitchFamily="34" charset="0"/>
                <a:cs typeface="Times New Roman"/>
              </a:rPr>
              <a:t>Valor Activo </a:t>
            </a:r>
            <a:r>
              <a:rPr lang="es-ES" dirty="0" err="1">
                <a:solidFill>
                  <a:schemeClr val="accent5">
                    <a:lumMod val="25000"/>
                  </a:schemeClr>
                </a:solidFill>
                <a:latin typeface="Century Gothic" panose="020B0502020202020204" pitchFamily="34" charset="0"/>
                <a:cs typeface="Times New Roman"/>
              </a:rPr>
              <a:t>Neto</a:t>
            </a:r>
            <a:r>
              <a:rPr lang="es-ES" baseline="-25000" dirty="0" err="1">
                <a:solidFill>
                  <a:schemeClr val="accent5">
                    <a:lumMod val="25000"/>
                  </a:schemeClr>
                </a:solidFill>
                <a:latin typeface="Century Gothic" panose="020B0502020202020204" pitchFamily="34" charset="0"/>
                <a:cs typeface="Times New Roman"/>
              </a:rPr>
              <a:t>j</a:t>
            </a:r>
            <a:endParaRPr lang="es-ES" dirty="0">
              <a:solidFill>
                <a:schemeClr val="accent5">
                  <a:lumMod val="25000"/>
                </a:schemeClr>
              </a:solidFill>
              <a:latin typeface="Century Gothic" panose="020B0502020202020204" pitchFamily="34" charset="0"/>
              <a:cs typeface="Times New Roman"/>
            </a:endParaRPr>
          </a:p>
        </p:txBody>
      </p:sp>
      <p:sp>
        <p:nvSpPr>
          <p:cNvPr id="9" name="Rectángulo 8">
            <a:extLst>
              <a:ext uri="{FF2B5EF4-FFF2-40B4-BE49-F238E27FC236}">
                <a16:creationId xmlns:a16="http://schemas.microsoft.com/office/drawing/2014/main" id="{A97CA805-5250-E6C9-1FBD-CCB6BF15B8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8D5F2A2A-CFF4-C021-674C-517168BAE0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CA33030-A0EE-5570-AE85-9BFCF987C7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092AC87-4562-74FD-E34B-9F3635784E1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0803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581192" y="3334647"/>
            <a:ext cx="5627696" cy="2340660"/>
          </a:xfrm>
        </p:spPr>
        <p:txBody>
          <a:bodyPr>
            <a:noAutofit/>
          </a:bodyPr>
          <a:lstStyle/>
          <a:p>
            <a:pPr marL="0" indent="0" algn="ctr">
              <a:buNone/>
            </a:pPr>
            <a:r>
              <a:rPr lang="es-ES" dirty="0">
                <a:solidFill>
                  <a:schemeClr val="accent1"/>
                </a:solidFill>
                <a:latin typeface="Century Gothic" panose="020B0502020202020204" pitchFamily="34" charset="0"/>
              </a:rPr>
              <a:t>Usted adquiere, por COP $80.000.000, un </a:t>
            </a:r>
            <a:r>
              <a:rPr lang="es-ES" dirty="0" err="1">
                <a:solidFill>
                  <a:schemeClr val="accent1"/>
                </a:solidFill>
                <a:latin typeface="Century Gothic" panose="020B0502020202020204" pitchFamily="34" charset="0"/>
              </a:rPr>
              <a:t>chiller</a:t>
            </a:r>
            <a:r>
              <a:rPr lang="es-ES" dirty="0">
                <a:solidFill>
                  <a:schemeClr val="accent1"/>
                </a:solidFill>
                <a:latin typeface="Century Gothic" panose="020B0502020202020204" pitchFamily="34" charset="0"/>
              </a:rPr>
              <a:t> para el Centro Comercial San Rafael.</a:t>
            </a:r>
          </a:p>
          <a:p>
            <a:pPr marL="0" indent="0" algn="ctr">
              <a:buNone/>
            </a:pPr>
            <a:r>
              <a:rPr lang="es-ES" dirty="0">
                <a:solidFill>
                  <a:schemeClr val="accent1"/>
                </a:solidFill>
                <a:latin typeface="Century Gothic" panose="020B0502020202020204" pitchFamily="34" charset="0"/>
              </a:rPr>
              <a:t>Según el experto técnico, la vida útil de dicha máquina es de 10 años. Así mismo, espera que en 10 años la máquina se pueda vender a COP $10.000.000 (Valor de Salvamento).</a:t>
            </a:r>
          </a:p>
          <a:p>
            <a:pPr marL="0" indent="0" algn="ctr">
              <a:buNone/>
            </a:pPr>
            <a:r>
              <a:rPr lang="es-CO" b="1" dirty="0">
                <a:solidFill>
                  <a:schemeClr val="accent3">
                    <a:lumMod val="50000"/>
                  </a:schemeClr>
                </a:solidFill>
                <a:latin typeface="Century Gothic" panose="020B0502020202020204" pitchFamily="34" charset="0"/>
              </a:rPr>
              <a:t>Si su asesor contable le indica que deprecie por el Método de Línea Recta, </a:t>
            </a:r>
            <a:r>
              <a:rPr lang="es-ES" b="1" dirty="0">
                <a:solidFill>
                  <a:schemeClr val="accent3">
                    <a:lumMod val="50000"/>
                  </a:schemeClr>
                </a:solidFill>
                <a:latin typeface="Century Gothic" panose="020B0502020202020204" pitchFamily="34" charset="0"/>
              </a:rPr>
              <a:t>¿cuál es la Depreciación Periódica y la Depreciación Acumulada del Chiller?</a:t>
            </a:r>
          </a:p>
        </p:txBody>
      </p:sp>
      <p:sp>
        <p:nvSpPr>
          <p:cNvPr id="5" name="Rectángulo 4">
            <a:extLst>
              <a:ext uri="{FF2B5EF4-FFF2-40B4-BE49-F238E27FC236}">
                <a16:creationId xmlns:a16="http://schemas.microsoft.com/office/drawing/2014/main" id="{5FAD9136-5760-44FE-9788-0D83CA3C4F7E}"/>
              </a:ext>
            </a:extLst>
          </p:cNvPr>
          <p:cNvSpPr/>
          <p:nvPr/>
        </p:nvSpPr>
        <p:spPr>
          <a:xfrm>
            <a:off x="581193" y="2074004"/>
            <a:ext cx="1359026" cy="369332"/>
          </a:xfrm>
          <a:prstGeom prst="rect">
            <a:avLst/>
          </a:prstGeom>
        </p:spPr>
        <p:txBody>
          <a:bodyPr wrap="none">
            <a:spAutoFit/>
          </a:bodyPr>
          <a:lstStyle/>
          <a:p>
            <a:r>
              <a:rPr lang="es-ES" b="1">
                <a:solidFill>
                  <a:srgbClr val="C00000"/>
                </a:solidFill>
                <a:latin typeface="Century Gothic" panose="020B0502020202020204" pitchFamily="34" charset="0"/>
              </a:rPr>
              <a:t>Ejemplo 1</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6835322" y="2592201"/>
            <a:ext cx="4054555" cy="30409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Rectángulo 10">
            <a:extLst>
              <a:ext uri="{FF2B5EF4-FFF2-40B4-BE49-F238E27FC236}">
                <a16:creationId xmlns:a16="http://schemas.microsoft.com/office/drawing/2014/main" id="{C60BC292-15EE-0473-7C4A-3DAFDBDAE6E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85F15D8C-E3FA-D630-8D7C-D2AC3D90F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E26EC8C-5B52-FEBC-DEA0-61FD9A7FDB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41ACB62D-8329-99D3-8C2A-EA4D92FA13B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3385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850877640"/>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491A8DFE-C264-4FDF-A774-DC3B1D40E8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E6E5A6A-8F61-BAC1-7C72-C6CBBDBAA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EE1797D-10AC-94E3-F150-621C7F1755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192476A-8464-FA88-56D7-ADD0103F308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15124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4035038970"/>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4AA0209D-C19A-1CA0-F61F-3F294E9587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6E402475-B55A-98E2-9108-F20E890CE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EF0102E-CE61-3552-DBF0-591C9B982E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4B9DC1B9-ADA9-D98B-644A-7FE166B516D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423118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129715383"/>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1E94FFE9-1737-FAA8-6786-56D6CEEFC6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98652688-7EF7-BBC0-5EA3-A718C3CE5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E41C98F4-038B-5432-2AD8-AC282672C7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CB04AD93-AEA9-3051-75A6-0B4938CEB61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448348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474759283"/>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E1805876-0583-04A6-E7CA-0158E5B762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9EA1613-3E13-CF34-854E-E2A2DA467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9532494-F9EB-6014-D4ED-602685851D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B9ECEAB9-2792-5A19-D37D-7E375CDF8CE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01200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2828799095"/>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7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10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ED8227E4-21AE-FAA2-2AAE-4A92CE2E04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8C72C4A-58BD-E128-15E7-6EE41A9A55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40BCDD4-8B67-8847-CD14-27A528DC61E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F45C22A-C799-26A8-1AA3-505C19D1E03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888706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149432289"/>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7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b="1" u="none" strike="noStrike" dirty="0">
                          <a:solidFill>
                            <a:schemeClr val="bg1"/>
                          </a:solidFill>
                          <a:effectLst/>
                          <a:latin typeface="Century Gothic" panose="020B0502020202020204" pitchFamily="34" charset="0"/>
                        </a:rPr>
                        <a:t> 10 </a:t>
                      </a:r>
                      <a:endParaRPr lang="en-US" sz="1200" b="1" i="0" u="none" strike="noStrike" dirty="0">
                        <a:solidFill>
                          <a:schemeClr val="bg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DA015C8E-F526-69CF-FA54-0957690A8B1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1A5B34B-C595-417E-BA3E-5EEA1FE06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2157765-ACB0-F371-0435-CD23B52CFA1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6C3FAEB-D451-E3EE-7DF5-B50800D5D57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458545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36458" y="2175935"/>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panose="020B0502020202020204" pitchFamily="34" charset="0"/>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panose="020B0502020202020204" pitchFamily="34" charset="0"/>
              </a:rPr>
              <a:t>¿Cómo se contabiliza una Depreciación?</a:t>
            </a: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panose="020B0502020202020204" pitchFamily="34" charset="0"/>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panose="020B0502020202020204" pitchFamily="34" charset="0"/>
              </a:rPr>
              <a:t>¿Cuáles son los métodos de Depreciación?</a:t>
            </a:r>
          </a:p>
          <a:p>
            <a:pPr>
              <a:buClr>
                <a:schemeClr val="accent3">
                  <a:lumMod val="75000"/>
                </a:schemeClr>
              </a:buClr>
            </a:pPr>
            <a:endParaRPr lang="es-CO" sz="2000">
              <a:solidFill>
                <a:schemeClr val="accent1"/>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4.1. </a:t>
            </a:r>
            <a:r>
              <a:rPr lang="es-CO" sz="2000">
                <a:solidFill>
                  <a:schemeClr val="bg2">
                    <a:lumMod val="90000"/>
                  </a:schemeClr>
                </a:solidFill>
                <a:latin typeface="Century Gothic" panose="020B0502020202020204" pitchFamily="34" charset="0"/>
              </a:rPr>
              <a:t>Método de Línea Recta.</a:t>
            </a:r>
          </a:p>
          <a:p>
            <a:pPr lvl="1">
              <a:buClr>
                <a:schemeClr val="accent3">
                  <a:lumMod val="75000"/>
                </a:schemeClr>
              </a:buClr>
            </a:pPr>
            <a:endParaRPr lang="es-CO" sz="2000">
              <a:solidFill>
                <a:schemeClr val="accent1"/>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4.2. </a:t>
            </a:r>
            <a:r>
              <a:rPr lang="es-CO" sz="2000">
                <a:solidFill>
                  <a:schemeClr val="accent1"/>
                </a:solidFill>
                <a:latin typeface="Century Gothic" panose="020B0502020202020204" pitchFamily="34" charset="0"/>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4.3. </a:t>
            </a:r>
            <a:r>
              <a:rPr lang="es-CO" sz="2000">
                <a:solidFill>
                  <a:schemeClr val="bg2">
                    <a:lumMod val="90000"/>
                  </a:schemeClr>
                </a:solidFill>
                <a:latin typeface="Century Gothic" panose="020B0502020202020204" pitchFamily="34" charset="0"/>
              </a:rPr>
              <a:t>Método de Unidades Productivas.</a:t>
            </a: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B8447CB-966F-A7C6-A301-81ABBFDB1A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F690A78-9E3D-0363-1F93-FE03589CADC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80540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sp>
        <p:nvSpPr>
          <p:cNvPr id="3" name="Marcador de contenido 2"/>
          <p:cNvSpPr>
            <a:spLocks noGrp="1"/>
          </p:cNvSpPr>
          <p:nvPr>
            <p:ph idx="1"/>
          </p:nvPr>
        </p:nvSpPr>
        <p:spPr>
          <a:xfrm>
            <a:off x="550363" y="2363984"/>
            <a:ext cx="6814860" cy="3678303"/>
          </a:xfrm>
        </p:spPr>
        <p:txBody>
          <a:bodyPr>
            <a:normAutofit/>
          </a:bodyPr>
          <a:lstStyle/>
          <a:p>
            <a:pPr marL="0" indent="0" algn="ctr">
              <a:buNone/>
            </a:pPr>
            <a:r>
              <a:rPr lang="es-ES" dirty="0">
                <a:solidFill>
                  <a:schemeClr val="accent1"/>
                </a:solidFill>
                <a:latin typeface="Century Gothic" panose="020B0502020202020204" pitchFamily="34" charset="0"/>
              </a:rPr>
              <a:t>Este método consiste en depreciar el activo </a:t>
            </a:r>
            <a:r>
              <a:rPr lang="es-ES" b="1" dirty="0">
                <a:solidFill>
                  <a:srgbClr val="C00000"/>
                </a:solidFill>
                <a:latin typeface="Century Gothic" panose="020B0502020202020204" pitchFamily="34" charset="0"/>
              </a:rPr>
              <a:t>aceleradamente</a:t>
            </a:r>
            <a:r>
              <a:rPr lang="es-ES" dirty="0">
                <a:solidFill>
                  <a:schemeClr val="accent1"/>
                </a:solidFill>
                <a:latin typeface="Century Gothic" panose="020B0502020202020204" pitchFamily="34" charset="0"/>
              </a:rPr>
              <a:t>; es decir, </a:t>
            </a:r>
            <a:r>
              <a:rPr lang="es-ES" b="1" dirty="0">
                <a:solidFill>
                  <a:schemeClr val="accent3">
                    <a:lumMod val="50000"/>
                  </a:schemeClr>
                </a:solidFill>
                <a:latin typeface="Century Gothic" panose="020B0502020202020204" pitchFamily="34" charset="0"/>
              </a:rPr>
              <a:t>al inicio de su vida útil se deprecia un mayor porcentaje del activo </a:t>
            </a:r>
            <a:r>
              <a:rPr lang="es-ES" dirty="0">
                <a:solidFill>
                  <a:schemeClr val="accent1"/>
                </a:solidFill>
                <a:latin typeface="Century Gothic" panose="020B0502020202020204" pitchFamily="34" charset="0"/>
              </a:rPr>
              <a:t>y a medida que pasa el tiempo se deprecia en menor proporción. </a:t>
            </a:r>
          </a:p>
          <a:p>
            <a:pPr marL="0" indent="0" algn="just">
              <a:buNone/>
            </a:pPr>
            <a:endParaRPr lang="es-ES" dirty="0">
              <a:solidFill>
                <a:schemeClr val="accent1"/>
              </a:solidFill>
              <a:latin typeface="Century Gothic" panose="020B0502020202020204" pitchFamily="34" charset="0"/>
            </a:endParaRPr>
          </a:p>
          <a:p>
            <a:pPr marL="0" indent="0" algn="just">
              <a:buNone/>
            </a:pPr>
            <a:r>
              <a:rPr lang="es-ES" dirty="0">
                <a:solidFill>
                  <a:schemeClr val="accent1"/>
                </a:solidFill>
                <a:latin typeface="Century Gothic" panose="020B0502020202020204" pitchFamily="34" charset="0"/>
              </a:rPr>
              <a:t>El método acelerado más comúnmente usado es:</a:t>
            </a:r>
          </a:p>
          <a:p>
            <a:pPr marL="0" indent="0" algn="just">
              <a:buNone/>
            </a:pPr>
            <a:endParaRPr lang="es-ES" dirty="0">
              <a:solidFill>
                <a:schemeClr val="accent1"/>
              </a:solidFill>
              <a:latin typeface="Century Gothic" panose="020B0502020202020204" pitchFamily="34" charset="0"/>
            </a:endParaRPr>
          </a:p>
          <a:p>
            <a:r>
              <a:rPr lang="es-ES" dirty="0">
                <a:solidFill>
                  <a:schemeClr val="accent1"/>
                </a:solidFill>
                <a:latin typeface="Century Gothic" panose="020B0502020202020204" pitchFamily="34" charset="0"/>
              </a:rPr>
              <a:t>Método de Reducción de Saldos.</a:t>
            </a:r>
          </a:p>
          <a:p>
            <a:pPr algn="just"/>
            <a:endParaRPr lang="es-ES" dirty="0">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1652F79D-FD2A-4E0D-A09A-83A13FED8D48}"/>
              </a:ext>
            </a:extLst>
          </p:cNvPr>
          <p:cNvSpPr/>
          <p:nvPr/>
        </p:nvSpPr>
        <p:spPr>
          <a:xfrm>
            <a:off x="7825545" y="2487878"/>
            <a:ext cx="119050" cy="2368063"/>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6" name="Rectángulo 5">
            <a:extLst>
              <a:ext uri="{FF2B5EF4-FFF2-40B4-BE49-F238E27FC236}">
                <a16:creationId xmlns:a16="http://schemas.microsoft.com/office/drawing/2014/main" id="{8C55FF4E-1CA8-4FF3-ACD1-05A56C0DCEF4}"/>
              </a:ext>
            </a:extLst>
          </p:cNvPr>
          <p:cNvSpPr/>
          <p:nvPr/>
        </p:nvSpPr>
        <p:spPr>
          <a:xfrm>
            <a:off x="8272589" y="3109662"/>
            <a:ext cx="119050" cy="1746281"/>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7" name="Rectángulo 6">
            <a:extLst>
              <a:ext uri="{FF2B5EF4-FFF2-40B4-BE49-F238E27FC236}">
                <a16:creationId xmlns:a16="http://schemas.microsoft.com/office/drawing/2014/main" id="{2BFD8E77-1AB5-4524-A045-DA0C9D30BF43}"/>
              </a:ext>
            </a:extLst>
          </p:cNvPr>
          <p:cNvSpPr/>
          <p:nvPr/>
        </p:nvSpPr>
        <p:spPr>
          <a:xfrm>
            <a:off x="8716272" y="344039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8" name="Rectángulo 7">
            <a:extLst>
              <a:ext uri="{FF2B5EF4-FFF2-40B4-BE49-F238E27FC236}">
                <a16:creationId xmlns:a16="http://schemas.microsoft.com/office/drawing/2014/main" id="{135B7C98-C7CC-451B-A4BD-4E56A16E2968}"/>
              </a:ext>
            </a:extLst>
          </p:cNvPr>
          <p:cNvSpPr/>
          <p:nvPr/>
        </p:nvSpPr>
        <p:spPr>
          <a:xfrm>
            <a:off x="9172908" y="3797590"/>
            <a:ext cx="119050" cy="1058352"/>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9" name="Rectángulo 8">
            <a:extLst>
              <a:ext uri="{FF2B5EF4-FFF2-40B4-BE49-F238E27FC236}">
                <a16:creationId xmlns:a16="http://schemas.microsoft.com/office/drawing/2014/main" id="{0943227A-CC8D-4DBF-9657-5793E8748552}"/>
              </a:ext>
            </a:extLst>
          </p:cNvPr>
          <p:cNvSpPr/>
          <p:nvPr/>
        </p:nvSpPr>
        <p:spPr>
          <a:xfrm>
            <a:off x="9629541" y="4115094"/>
            <a:ext cx="119050" cy="7408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0" name="Rectángulo 9">
            <a:extLst>
              <a:ext uri="{FF2B5EF4-FFF2-40B4-BE49-F238E27FC236}">
                <a16:creationId xmlns:a16="http://schemas.microsoft.com/office/drawing/2014/main" id="{FA6D8483-B440-493C-B5A5-452288E7C347}"/>
              </a:ext>
            </a:extLst>
          </p:cNvPr>
          <p:cNvSpPr/>
          <p:nvPr/>
        </p:nvSpPr>
        <p:spPr>
          <a:xfrm>
            <a:off x="10059723" y="4273849"/>
            <a:ext cx="119050" cy="582093"/>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1" name="Rectángulo 10">
            <a:extLst>
              <a:ext uri="{FF2B5EF4-FFF2-40B4-BE49-F238E27FC236}">
                <a16:creationId xmlns:a16="http://schemas.microsoft.com/office/drawing/2014/main" id="{147A12A5-DAEE-44EB-8E42-AB1D4C856C2E}"/>
              </a:ext>
            </a:extLst>
          </p:cNvPr>
          <p:cNvSpPr/>
          <p:nvPr/>
        </p:nvSpPr>
        <p:spPr>
          <a:xfrm>
            <a:off x="10476674" y="4419372"/>
            <a:ext cx="119050" cy="436570"/>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2" name="Rectángulo 11">
            <a:extLst>
              <a:ext uri="{FF2B5EF4-FFF2-40B4-BE49-F238E27FC236}">
                <a16:creationId xmlns:a16="http://schemas.microsoft.com/office/drawing/2014/main" id="{C4B3CA47-8298-4157-84BC-95DC915205AB}"/>
              </a:ext>
            </a:extLst>
          </p:cNvPr>
          <p:cNvSpPr/>
          <p:nvPr/>
        </p:nvSpPr>
        <p:spPr>
          <a:xfrm>
            <a:off x="10867172" y="4538437"/>
            <a:ext cx="119050" cy="317505"/>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3" name="CuadroTexto 12">
            <a:extLst>
              <a:ext uri="{FF2B5EF4-FFF2-40B4-BE49-F238E27FC236}">
                <a16:creationId xmlns:a16="http://schemas.microsoft.com/office/drawing/2014/main" id="{762DD9B4-3F89-4FE0-AF16-6FEB731FE794}"/>
              </a:ext>
            </a:extLst>
          </p:cNvPr>
          <p:cNvSpPr txBox="1"/>
          <p:nvPr/>
        </p:nvSpPr>
        <p:spPr>
          <a:xfrm>
            <a:off x="8967696" y="4855943"/>
            <a:ext cx="1620957"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Depreciación del periodo</a:t>
            </a:r>
          </a:p>
        </p:txBody>
      </p:sp>
      <p:sp>
        <p:nvSpPr>
          <p:cNvPr id="14" name="Abrir llave 13">
            <a:extLst>
              <a:ext uri="{FF2B5EF4-FFF2-40B4-BE49-F238E27FC236}">
                <a16:creationId xmlns:a16="http://schemas.microsoft.com/office/drawing/2014/main" id="{79F4AB75-495F-4198-8FED-994AA0D57E24}"/>
              </a:ext>
            </a:extLst>
          </p:cNvPr>
          <p:cNvSpPr/>
          <p:nvPr/>
        </p:nvSpPr>
        <p:spPr>
          <a:xfrm rot="5400000">
            <a:off x="9201226" y="663103"/>
            <a:ext cx="305813" cy="340176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5" name="CuadroTexto 14">
            <a:extLst>
              <a:ext uri="{FF2B5EF4-FFF2-40B4-BE49-F238E27FC236}">
                <a16:creationId xmlns:a16="http://schemas.microsoft.com/office/drawing/2014/main" id="{D2592BBB-87D9-49E0-A507-4B1982AA7447}"/>
              </a:ext>
            </a:extLst>
          </p:cNvPr>
          <p:cNvSpPr txBox="1"/>
          <p:nvPr/>
        </p:nvSpPr>
        <p:spPr>
          <a:xfrm>
            <a:off x="8591106" y="1926927"/>
            <a:ext cx="1760418"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Valor a depreciar del Activo</a:t>
            </a:r>
          </a:p>
        </p:txBody>
      </p:sp>
      <p:sp>
        <p:nvSpPr>
          <p:cNvPr id="16" name="Abrir llave 15">
            <a:extLst>
              <a:ext uri="{FF2B5EF4-FFF2-40B4-BE49-F238E27FC236}">
                <a16:creationId xmlns:a16="http://schemas.microsoft.com/office/drawing/2014/main" id="{32421B50-A642-46CF-AC11-C2CE2B0EF98D}"/>
              </a:ext>
            </a:extLst>
          </p:cNvPr>
          <p:cNvSpPr/>
          <p:nvPr/>
        </p:nvSpPr>
        <p:spPr>
          <a:xfrm rot="5400000" flipH="1">
            <a:off x="7708380" y="4813794"/>
            <a:ext cx="364622" cy="474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7" name="Abrir llave 16">
            <a:extLst>
              <a:ext uri="{FF2B5EF4-FFF2-40B4-BE49-F238E27FC236}">
                <a16:creationId xmlns:a16="http://schemas.microsoft.com/office/drawing/2014/main" id="{394D3291-4BD6-47A0-834E-9C07A3D2C255}"/>
              </a:ext>
            </a:extLst>
          </p:cNvPr>
          <p:cNvSpPr/>
          <p:nvPr/>
        </p:nvSpPr>
        <p:spPr>
          <a:xfrm rot="5400000" flipH="1">
            <a:off x="8003402" y="4883394"/>
            <a:ext cx="364622" cy="10649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8" name="Abrir llave 17">
            <a:extLst>
              <a:ext uri="{FF2B5EF4-FFF2-40B4-BE49-F238E27FC236}">
                <a16:creationId xmlns:a16="http://schemas.microsoft.com/office/drawing/2014/main" id="{D5CF9C7E-E699-448C-A9BA-951FB5425546}"/>
              </a:ext>
            </a:extLst>
          </p:cNvPr>
          <p:cNvSpPr/>
          <p:nvPr/>
        </p:nvSpPr>
        <p:spPr>
          <a:xfrm rot="5400000" flipH="1">
            <a:off x="8311845" y="4893107"/>
            <a:ext cx="364622" cy="16818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9" name="CuadroTexto 18">
            <a:extLst>
              <a:ext uri="{FF2B5EF4-FFF2-40B4-BE49-F238E27FC236}">
                <a16:creationId xmlns:a16="http://schemas.microsoft.com/office/drawing/2014/main" id="{F36B8BA9-7212-4C44-862B-AA7512C3730E}"/>
              </a:ext>
            </a:extLst>
          </p:cNvPr>
          <p:cNvSpPr txBox="1"/>
          <p:nvPr/>
        </p:nvSpPr>
        <p:spPr>
          <a:xfrm>
            <a:off x="7832476" y="5926040"/>
            <a:ext cx="1638590"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Depreciación Acumulada</a:t>
            </a:r>
          </a:p>
        </p:txBody>
      </p:sp>
      <p:sp>
        <p:nvSpPr>
          <p:cNvPr id="24" name="Rectángulo 23">
            <a:extLst>
              <a:ext uri="{FF2B5EF4-FFF2-40B4-BE49-F238E27FC236}">
                <a16:creationId xmlns:a16="http://schemas.microsoft.com/office/drawing/2014/main" id="{7CB946DF-DA26-71D4-46BC-83F8EE1A57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7" name="Picture 2" descr="Clientes y aliados | Centro de Evaluación | Uniandes">
            <a:extLst>
              <a:ext uri="{FF2B5EF4-FFF2-40B4-BE49-F238E27FC236}">
                <a16:creationId xmlns:a16="http://schemas.microsoft.com/office/drawing/2014/main" id="{70420CD2-D9C4-CF98-1904-A270AAB26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420F1232-4293-B525-D114-70FD9B7570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4373B064-D529-6050-F035-D9B5832AB60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27558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pic>
        <p:nvPicPr>
          <p:cNvPr id="15" name="Imagen 14"/>
          <p:cNvPicPr>
            <a:picLocks noChangeAspect="1"/>
          </p:cNvPicPr>
          <p:nvPr/>
        </p:nvPicPr>
        <p:blipFill>
          <a:blip r:embed="rId2"/>
          <a:stretch>
            <a:fillRect/>
          </a:stretch>
        </p:blipFill>
        <p:spPr>
          <a:xfrm>
            <a:off x="2040139" y="3940130"/>
            <a:ext cx="7818208" cy="261295"/>
          </a:xfrm>
          <a:prstGeom prst="rect">
            <a:avLst/>
          </a:prstGeom>
        </p:spPr>
      </p:pic>
      <p:pic>
        <p:nvPicPr>
          <p:cNvPr id="16" name="Imagen 15"/>
          <p:cNvPicPr>
            <a:picLocks noChangeAspect="1"/>
          </p:cNvPicPr>
          <p:nvPr/>
        </p:nvPicPr>
        <p:blipFill>
          <a:blip r:embed="rId3"/>
          <a:stretch>
            <a:fillRect/>
          </a:stretch>
        </p:blipFill>
        <p:spPr>
          <a:xfrm>
            <a:off x="2442221" y="4819176"/>
            <a:ext cx="7014044" cy="275344"/>
          </a:xfrm>
          <a:prstGeom prst="rect">
            <a:avLst/>
          </a:prstGeom>
        </p:spPr>
      </p:pic>
      <p:pic>
        <p:nvPicPr>
          <p:cNvPr id="6" name="Imagen 5"/>
          <p:cNvPicPr>
            <a:picLocks noChangeAspect="1"/>
          </p:cNvPicPr>
          <p:nvPr/>
        </p:nvPicPr>
        <p:blipFill>
          <a:blip r:embed="rId4"/>
          <a:stretch>
            <a:fillRect/>
          </a:stretch>
        </p:blipFill>
        <p:spPr>
          <a:xfrm>
            <a:off x="1703315" y="2816901"/>
            <a:ext cx="8261661" cy="710189"/>
          </a:xfrm>
          <a:prstGeom prst="rect">
            <a:avLst/>
          </a:prstGeom>
        </p:spPr>
      </p:pic>
      <p:sp>
        <p:nvSpPr>
          <p:cNvPr id="10" name="Marcador de contenido 4">
            <a:extLst>
              <a:ext uri="{FF2B5EF4-FFF2-40B4-BE49-F238E27FC236}">
                <a16:creationId xmlns:a16="http://schemas.microsoft.com/office/drawing/2014/main" id="{B1D20092-ECEA-4294-992F-35F7896CD0BD}"/>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D7A700"/>
                </a:solidFill>
                <a:latin typeface="Century Gothic" panose="020B0502020202020204" pitchFamily="34" charset="0"/>
              </a:rPr>
              <a:t>Método de Reducción de Saldos</a:t>
            </a:r>
          </a:p>
        </p:txBody>
      </p:sp>
      <p:sp>
        <p:nvSpPr>
          <p:cNvPr id="8" name="Rectángulo 7">
            <a:extLst>
              <a:ext uri="{FF2B5EF4-FFF2-40B4-BE49-F238E27FC236}">
                <a16:creationId xmlns:a16="http://schemas.microsoft.com/office/drawing/2014/main" id="{B01FAFE8-4ECC-36AD-B9B5-E16AC2C9FB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407BA993-BE4B-65B3-5174-CE8AF17A7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54304BB8-25C1-F2AD-4A26-DFED6165AB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1F290C9-BC27-CC3A-FC4F-F8638F204A6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0396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sp>
        <p:nvSpPr>
          <p:cNvPr id="3" name="Marcador de contenido 2"/>
          <p:cNvSpPr>
            <a:spLocks noGrp="1"/>
          </p:cNvSpPr>
          <p:nvPr>
            <p:ph idx="1"/>
          </p:nvPr>
        </p:nvSpPr>
        <p:spPr>
          <a:xfrm>
            <a:off x="581192" y="3700143"/>
            <a:ext cx="5627696" cy="2340660"/>
          </a:xfrm>
        </p:spPr>
        <p:txBody>
          <a:bodyPr>
            <a:noAutofit/>
          </a:bodyPr>
          <a:lstStyle/>
          <a:p>
            <a:pPr marL="0" indent="0" algn="ctr">
              <a:buNone/>
            </a:pPr>
            <a:r>
              <a:rPr lang="es-ES" dirty="0">
                <a:solidFill>
                  <a:schemeClr val="accent1"/>
                </a:solidFill>
                <a:latin typeface="Century Gothic" panose="020B0502020202020204" pitchFamily="34" charset="0"/>
              </a:rPr>
              <a:t>Usted adquiere, por COP $80.000.000, un </a:t>
            </a:r>
            <a:r>
              <a:rPr lang="es-ES" dirty="0" err="1">
                <a:solidFill>
                  <a:schemeClr val="accent1"/>
                </a:solidFill>
                <a:latin typeface="Century Gothic" panose="020B0502020202020204" pitchFamily="34" charset="0"/>
              </a:rPr>
              <a:t>chiller</a:t>
            </a:r>
            <a:r>
              <a:rPr lang="es-ES" dirty="0">
                <a:solidFill>
                  <a:schemeClr val="accent1"/>
                </a:solidFill>
                <a:latin typeface="Century Gothic" panose="020B0502020202020204" pitchFamily="34" charset="0"/>
              </a:rPr>
              <a:t> para el Centro Comercial San Rafael.</a:t>
            </a:r>
          </a:p>
          <a:p>
            <a:pPr marL="0" indent="0" algn="ctr">
              <a:buNone/>
            </a:pPr>
            <a:r>
              <a:rPr lang="es-ES" dirty="0">
                <a:solidFill>
                  <a:schemeClr val="accent1"/>
                </a:solidFill>
                <a:latin typeface="Century Gothic" panose="020B0502020202020204" pitchFamily="34" charset="0"/>
              </a:rPr>
              <a:t>Según el experto técnico, la vida útil de dicha máquina es de 10 años. Así mismo, espera que en 10 años la máquina se pueda vender a COP $10.000.000 (Valor de Salvamento).</a:t>
            </a:r>
          </a:p>
          <a:p>
            <a:pPr marL="0" indent="0" algn="ctr">
              <a:buNone/>
            </a:pPr>
            <a:r>
              <a:rPr lang="es-CO" b="1" dirty="0">
                <a:solidFill>
                  <a:schemeClr val="accent3">
                    <a:lumMod val="50000"/>
                  </a:schemeClr>
                </a:solidFill>
                <a:latin typeface="Century Gothic" panose="020B0502020202020204" pitchFamily="34" charset="0"/>
              </a:rPr>
              <a:t>Si su asesor contable le indica que deprecie por el Método de Reducción de Saldos, </a:t>
            </a:r>
            <a:r>
              <a:rPr lang="es-ES" b="1" dirty="0">
                <a:solidFill>
                  <a:schemeClr val="accent3">
                    <a:lumMod val="50000"/>
                  </a:schemeClr>
                </a:solidFill>
                <a:latin typeface="Century Gothic" panose="020B0502020202020204" pitchFamily="34" charset="0"/>
              </a:rPr>
              <a:t>¿cuál es la Depreciación Periódica y la Depreciación Acumulada del Chiller?</a:t>
            </a:r>
          </a:p>
        </p:txBody>
      </p:sp>
      <p:sp>
        <p:nvSpPr>
          <p:cNvPr id="5" name="Rectángulo 4">
            <a:extLst>
              <a:ext uri="{FF2B5EF4-FFF2-40B4-BE49-F238E27FC236}">
                <a16:creationId xmlns:a16="http://schemas.microsoft.com/office/drawing/2014/main" id="{5FAD9136-5760-44FE-9788-0D83CA3C4F7E}"/>
              </a:ext>
            </a:extLst>
          </p:cNvPr>
          <p:cNvSpPr/>
          <p:nvPr/>
        </p:nvSpPr>
        <p:spPr>
          <a:xfrm>
            <a:off x="581192" y="2570738"/>
            <a:ext cx="1342034" cy="369332"/>
          </a:xfrm>
          <a:prstGeom prst="rect">
            <a:avLst/>
          </a:prstGeom>
        </p:spPr>
        <p:txBody>
          <a:bodyPr wrap="none">
            <a:spAutoFit/>
          </a:bodyPr>
          <a:lstStyle/>
          <a:p>
            <a:r>
              <a:rPr lang="es-ES" b="1">
                <a:solidFill>
                  <a:srgbClr val="C00000"/>
                </a:solidFill>
                <a:latin typeface="Century Gothic" panose="020B0502020202020204" pitchFamily="34" charset="0"/>
              </a:rPr>
              <a:t>Ejemplo 2</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6835322" y="2592201"/>
            <a:ext cx="4054555" cy="30409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Marcador de contenido 4">
            <a:extLst>
              <a:ext uri="{FF2B5EF4-FFF2-40B4-BE49-F238E27FC236}">
                <a16:creationId xmlns:a16="http://schemas.microsoft.com/office/drawing/2014/main" id="{1D52B9ED-2FE1-4C0B-9A0F-B67FEC59CDD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b="1">
                <a:solidFill>
                  <a:srgbClr val="D7A700"/>
                </a:solidFill>
                <a:latin typeface="Century Gothic" panose="020B0502020202020204" pitchFamily="34" charset="0"/>
              </a:rPr>
              <a:t>Método de Reducción de Saldos</a:t>
            </a:r>
          </a:p>
        </p:txBody>
      </p:sp>
      <p:sp>
        <p:nvSpPr>
          <p:cNvPr id="12" name="Rectángulo 11">
            <a:extLst>
              <a:ext uri="{FF2B5EF4-FFF2-40B4-BE49-F238E27FC236}">
                <a16:creationId xmlns:a16="http://schemas.microsoft.com/office/drawing/2014/main" id="{80A6B3AE-146E-D36F-7C4E-B643E9C1AE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C7EA8D3E-1E0B-D434-A353-F62F36B8D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39E8AF0-B906-8E27-9FAA-D2F2A0F43F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654B8F63-0781-38CD-E33B-B306334EC02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17704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3822913198"/>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96E55186-EB60-42BE-9A52-4A04B906D19F}"/>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805024FA-18D8-F995-74BE-36AE00D20FF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C92C208-DBB6-E46B-AC35-631CB57F9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ACD5DD1-1525-1AA5-ABFB-1D293BC880F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140341D-6701-65FA-7DAE-36A089804B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970519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2283255590"/>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50B3A94A-8FF4-4BBD-815D-E093D4739D80}"/>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60FE92F2-FCD3-EDCF-B278-65BC181B37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0DCD3F1-390C-CDF1-2331-C132CC5DE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FC2C53F-AF08-0B83-0C2B-71C130C2DD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D8F5001-886D-D962-F027-ACDD2AFDC97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970519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3563800722"/>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30DB7FD4-6200-45F4-8392-F93DD41C5DF4}"/>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E1175D17-B1E9-77FE-7F24-2E39D13F13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3788AE44-B887-A706-C34D-44AD9910B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BA12C75-2E84-1E64-FFED-C65B2631E9A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7EFCB3D-62AE-8813-2211-A0A588FD8A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11100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753778791"/>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BF59000E-AC28-47B1-9F82-9BFCB8B9AA57}"/>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75BC54BE-BD4A-C694-997D-98D47F4412E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29051B9-1713-C32A-B246-B3C8D17A5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18F72BE-7288-6B7D-8268-EC0966B721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91C9437-A15F-D7BB-7422-BBA4B9DFDE1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3559609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1845805813"/>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9,9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2,3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37,1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61,3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67,7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18,7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10,0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3D32ED49-3ECF-4E2C-999E-76FF78EC85FB}"/>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C1FF1B6F-2F95-931D-B7ED-9A2FB0AEBFF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A0ECECF3-0101-7F2B-6A3D-1827F6E44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3C5B675-72BF-FA7F-BD1C-C6FE24F4B90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C5DF7E7-95FB-685A-C940-B8F8F5EC3CC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754207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417157064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9,9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dirty="0">
                          <a:solidFill>
                            <a:schemeClr val="accent1"/>
                          </a:solidFill>
                          <a:effectLst/>
                          <a:latin typeface="Century Gothic" panose="020B0502020202020204" pitchFamily="34" charset="0"/>
                        </a:rPr>
                        <a:t> 2,3 </a:t>
                      </a:r>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37,1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61,3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67,7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18,7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b="1" u="none" strike="noStrike" dirty="0">
                          <a:solidFill>
                            <a:schemeClr val="bg1"/>
                          </a:solidFill>
                          <a:effectLst/>
                          <a:latin typeface="Century Gothic" panose="020B0502020202020204" pitchFamily="34" charset="0"/>
                        </a:rPr>
                        <a:t> 10,0 </a:t>
                      </a:r>
                      <a:endParaRPr lang="en-US" sz="1200" b="1" i="0" u="none" strike="noStrike" dirty="0">
                        <a:solidFill>
                          <a:schemeClr val="bg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1CB98BDD-9B06-4377-A8D2-1C213CC206AB}"/>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291CEF04-EE02-CE97-5CB3-B17C1F41B5B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8C273DD-FB01-F089-891A-37BE144B5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8E6C2670-D60A-1E9C-CBE7-45E59B851E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561749F-E60F-38C1-25FD-84737B458CE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02535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11057" y="21420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accent1"/>
                </a:solidFill>
                <a:latin typeface="Century Gothic"/>
              </a:rPr>
              <a:t>Método de Unidades Productivas.</a:t>
            </a:r>
            <a:endParaRPr lang="es-CO" sz="2000">
              <a:solidFill>
                <a:schemeClr val="accent3">
                  <a:lumMod val="75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277B866-432D-92F8-8FBD-75CF8253885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F5F4E52-727F-22A6-67C1-192DBE1AE38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01653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Marcador de contenido 2">
            <a:extLst>
              <a:ext uri="{FF2B5EF4-FFF2-40B4-BE49-F238E27FC236}">
                <a16:creationId xmlns:a16="http://schemas.microsoft.com/office/drawing/2014/main" id="{86D28DFB-F80B-D3FC-AADF-792FD4853017}"/>
              </a:ext>
            </a:extLst>
          </p:cNvPr>
          <p:cNvSpPr>
            <a:spLocks noGrp="1"/>
          </p:cNvSpPr>
          <p:nvPr>
            <p:ph idx="1"/>
          </p:nvPr>
        </p:nvSpPr>
        <p:spPr>
          <a:xfrm>
            <a:off x="565494" y="1947616"/>
            <a:ext cx="11044409" cy="1179653"/>
          </a:xfrm>
        </p:spPr>
        <p:txBody>
          <a:bodyPr>
            <a:normAutofit/>
          </a:bodyPr>
          <a:lstStyle/>
          <a:p>
            <a:pPr marL="0" indent="0" algn="just">
              <a:buNone/>
            </a:pPr>
            <a:r>
              <a:rPr lang="es-ES" dirty="0">
                <a:solidFill>
                  <a:schemeClr val="accent1"/>
                </a:solidFill>
                <a:latin typeface="Century Gothic"/>
              </a:rPr>
              <a:t>El objetivo del método de unidades productivas es </a:t>
            </a:r>
            <a:r>
              <a:rPr lang="es-ES" b="1" dirty="0">
                <a:solidFill>
                  <a:srgbClr val="C00000"/>
                </a:solidFill>
                <a:latin typeface="Century Gothic"/>
              </a:rPr>
              <a:t>depreciar a un cargo basado en la utilización o producción esperada.</a:t>
            </a:r>
            <a:r>
              <a:rPr lang="es-ES" dirty="0">
                <a:solidFill>
                  <a:schemeClr val="accent1"/>
                </a:solidFill>
                <a:latin typeface="Century Gothic"/>
              </a:rPr>
              <a:t> </a:t>
            </a:r>
          </a:p>
        </p:txBody>
      </p:sp>
      <p:sp>
        <p:nvSpPr>
          <p:cNvPr id="8" name="Rectángulo 7">
            <a:extLst>
              <a:ext uri="{FF2B5EF4-FFF2-40B4-BE49-F238E27FC236}">
                <a16:creationId xmlns:a16="http://schemas.microsoft.com/office/drawing/2014/main" id="{61BE27AA-7EA4-4EC8-DB8B-EDB47E343E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512C0BE-8C7A-D567-D7BD-EC8CAD6DE8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63472F67-946C-DDCF-6E11-D51E5626EB27}"/>
              </a:ext>
            </a:extLst>
          </p:cNvPr>
          <p:cNvPicPr>
            <a:picLocks noChangeAspect="1"/>
          </p:cNvPicPr>
          <p:nvPr/>
        </p:nvPicPr>
        <p:blipFill>
          <a:blip r:embed="rId3"/>
          <a:stretch>
            <a:fillRect/>
          </a:stretch>
        </p:blipFill>
        <p:spPr>
          <a:xfrm>
            <a:off x="1951912" y="4492511"/>
            <a:ext cx="7818208" cy="261295"/>
          </a:xfrm>
          <a:prstGeom prst="rect">
            <a:avLst/>
          </a:prstGeom>
        </p:spPr>
      </p:pic>
      <p:pic>
        <p:nvPicPr>
          <p:cNvPr id="7" name="Imagen 6">
            <a:extLst>
              <a:ext uri="{FF2B5EF4-FFF2-40B4-BE49-F238E27FC236}">
                <a16:creationId xmlns:a16="http://schemas.microsoft.com/office/drawing/2014/main" id="{DFF4B39D-6D57-79F6-344C-9A2A6D2FB042}"/>
              </a:ext>
            </a:extLst>
          </p:cNvPr>
          <p:cNvPicPr>
            <a:picLocks noChangeAspect="1"/>
          </p:cNvPicPr>
          <p:nvPr/>
        </p:nvPicPr>
        <p:blipFill>
          <a:blip r:embed="rId4"/>
          <a:stretch>
            <a:fillRect/>
          </a:stretch>
        </p:blipFill>
        <p:spPr>
          <a:xfrm>
            <a:off x="2289407" y="5152964"/>
            <a:ext cx="7014044" cy="275344"/>
          </a:xfrm>
          <a:prstGeom prst="rect">
            <a:avLst/>
          </a:prstGeom>
        </p:spPr>
      </p:pic>
      <p:pic>
        <p:nvPicPr>
          <p:cNvPr id="17" name="Imagen 16" descr="Imagen que contiene Logotipo&#10;&#10;El contenido generado por inteligencia artificial puede ser incorrecto.">
            <a:extLst>
              <a:ext uri="{FF2B5EF4-FFF2-40B4-BE49-F238E27FC236}">
                <a16:creationId xmlns:a16="http://schemas.microsoft.com/office/drawing/2014/main" id="{A31188F6-28C8-177D-443A-8157CDA1BC00}"/>
              </a:ext>
            </a:extLst>
          </p:cNvPr>
          <p:cNvPicPr>
            <a:picLocks noChangeAspect="1"/>
          </p:cNvPicPr>
          <p:nvPr/>
        </p:nvPicPr>
        <p:blipFill>
          <a:blip r:embed="rId5"/>
          <a:stretch>
            <a:fillRect/>
          </a:stretch>
        </p:blipFill>
        <p:spPr>
          <a:xfrm>
            <a:off x="1415434" y="3358929"/>
            <a:ext cx="8745058" cy="580139"/>
          </a:xfrm>
          <a:prstGeom prst="rect">
            <a:avLst/>
          </a:prstGeom>
        </p:spPr>
      </p:pic>
      <p:sp>
        <p:nvSpPr>
          <p:cNvPr id="6" name="Rectángulo 5">
            <a:extLst>
              <a:ext uri="{FF2B5EF4-FFF2-40B4-BE49-F238E27FC236}">
                <a16:creationId xmlns:a16="http://schemas.microsoft.com/office/drawing/2014/main" id="{EF947E2F-E71D-AC23-2F74-5F4E84C4D1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91A8984-93E9-1AD0-6629-8FAEA2B370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54709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5" name="Rectángulo 4">
            <a:extLst>
              <a:ext uri="{FF2B5EF4-FFF2-40B4-BE49-F238E27FC236}">
                <a16:creationId xmlns:a16="http://schemas.microsoft.com/office/drawing/2014/main" id="{5FAD9136-5760-44FE-9788-0D83CA3C4F7E}"/>
              </a:ext>
            </a:extLst>
          </p:cNvPr>
          <p:cNvSpPr/>
          <p:nvPr/>
        </p:nvSpPr>
        <p:spPr>
          <a:xfrm>
            <a:off x="581192" y="1895172"/>
            <a:ext cx="1342034" cy="369332"/>
          </a:xfrm>
          <a:prstGeom prst="rect">
            <a:avLst/>
          </a:prstGeom>
        </p:spPr>
        <p:txBody>
          <a:bodyPr wrap="none">
            <a:spAutoFit/>
          </a:bodyPr>
          <a:lstStyle/>
          <a:p>
            <a:r>
              <a:rPr lang="es-ES" b="1">
                <a:solidFill>
                  <a:srgbClr val="C00000"/>
                </a:solidFill>
                <a:latin typeface="Century Gothic" panose="020B0502020202020204" pitchFamily="34" charset="0"/>
              </a:rPr>
              <a:t>Ejemplo 3</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8325291" y="2858446"/>
            <a:ext cx="3531514" cy="26486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Rectángulo 11">
            <a:extLst>
              <a:ext uri="{FF2B5EF4-FFF2-40B4-BE49-F238E27FC236}">
                <a16:creationId xmlns:a16="http://schemas.microsoft.com/office/drawing/2014/main" id="{1E3F8031-6F9D-6806-681A-655FFE2914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6C595EC2-1922-9802-7A47-A83379EAF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1B5913F9-46E0-6914-E003-C9872DA6922B}"/>
              </a:ext>
            </a:extLst>
          </p:cNvPr>
          <p:cNvSpPr txBox="1"/>
          <p:nvPr/>
        </p:nvSpPr>
        <p:spPr>
          <a:xfrm>
            <a:off x="515197" y="2334012"/>
            <a:ext cx="7502735" cy="2862322"/>
          </a:xfrm>
          <a:prstGeom prst="rect">
            <a:avLst/>
          </a:prstGeom>
          <a:noFill/>
        </p:spPr>
        <p:txBody>
          <a:bodyPr wrap="square">
            <a:spAutoFit/>
          </a:bodyPr>
          <a:lstStyle/>
          <a:p>
            <a:pPr marL="0" indent="0" algn="ctr">
              <a:buNone/>
            </a:pPr>
            <a:r>
              <a:rPr lang="es-ES" dirty="0">
                <a:solidFill>
                  <a:schemeClr val="accent1"/>
                </a:solidFill>
                <a:latin typeface="Century Gothic" panose="020B0502020202020204" pitchFamily="34" charset="0"/>
              </a:rPr>
              <a:t>Usted adquiere, por COP $80.000.000, un </a:t>
            </a:r>
            <a:r>
              <a:rPr lang="es-ES" dirty="0" err="1">
                <a:solidFill>
                  <a:schemeClr val="accent1"/>
                </a:solidFill>
                <a:latin typeface="Century Gothic" panose="020B0502020202020204" pitchFamily="34" charset="0"/>
              </a:rPr>
              <a:t>chiller</a:t>
            </a:r>
            <a:r>
              <a:rPr lang="es-ES" dirty="0">
                <a:solidFill>
                  <a:schemeClr val="accent1"/>
                </a:solidFill>
                <a:latin typeface="Century Gothic" panose="020B0502020202020204" pitchFamily="34" charset="0"/>
              </a:rPr>
              <a:t> para el Centro Comercial San Rafael.</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a:rPr>
              <a:t>Según el experto técnico, la vida útil de dicha máquina es de 10 años. Así mismo, espera que en 10 años la máquina se pueda vender a COP $10.000.000 (Valor de Salvamento).</a:t>
            </a:r>
          </a:p>
          <a:p>
            <a:pPr marL="0" indent="0" algn="ctr">
              <a:buNone/>
            </a:pPr>
            <a:endParaRPr lang="es-ES" dirty="0">
              <a:solidFill>
                <a:schemeClr val="accent1"/>
              </a:solidFill>
              <a:latin typeface="Century Gothic"/>
            </a:endParaRPr>
          </a:p>
          <a:p>
            <a:pPr marL="0" indent="0" algn="ctr">
              <a:spcBef>
                <a:spcPts val="20"/>
              </a:spcBef>
              <a:buNone/>
            </a:pPr>
            <a:r>
              <a:rPr lang="es-ES" dirty="0">
                <a:solidFill>
                  <a:schemeClr val="accent1"/>
                </a:solidFill>
                <a:latin typeface="Century Gothic"/>
              </a:rPr>
              <a:t>Por otro lado, se estima que durante su vida útil el </a:t>
            </a:r>
            <a:r>
              <a:rPr lang="es-ES" dirty="0" err="1">
                <a:solidFill>
                  <a:schemeClr val="accent1"/>
                </a:solidFill>
                <a:latin typeface="Century Gothic"/>
              </a:rPr>
              <a:t>chiller</a:t>
            </a:r>
            <a:r>
              <a:rPr lang="es-ES" dirty="0">
                <a:solidFill>
                  <a:schemeClr val="accent1"/>
                </a:solidFill>
                <a:latin typeface="Century Gothic"/>
              </a:rPr>
              <a:t> enfriaría unos 20.000 litros de líquido y que el número de litros enfriados cada año sería el siguiente: </a:t>
            </a:r>
          </a:p>
        </p:txBody>
      </p:sp>
      <p:graphicFrame>
        <p:nvGraphicFramePr>
          <p:cNvPr id="16" name="Tabla 15">
            <a:extLst>
              <a:ext uri="{FF2B5EF4-FFF2-40B4-BE49-F238E27FC236}">
                <a16:creationId xmlns:a16="http://schemas.microsoft.com/office/drawing/2014/main" id="{7A9B4FE9-2C20-9896-717C-7CB5C86D9F5E}"/>
              </a:ext>
            </a:extLst>
          </p:cNvPr>
          <p:cNvGraphicFramePr>
            <a:graphicFrameLocks noGrp="1"/>
          </p:cNvGraphicFramePr>
          <p:nvPr>
            <p:extLst>
              <p:ext uri="{D42A27DB-BD31-4B8C-83A1-F6EECF244321}">
                <p14:modId xmlns:p14="http://schemas.microsoft.com/office/powerpoint/2010/main" val="2365096366"/>
              </p:ext>
            </p:extLst>
          </p:nvPr>
        </p:nvGraphicFramePr>
        <p:xfrm>
          <a:off x="641965" y="5189108"/>
          <a:ext cx="7191356" cy="716655"/>
        </p:xfrm>
        <a:graphic>
          <a:graphicData uri="http://schemas.openxmlformats.org/drawingml/2006/table">
            <a:tbl>
              <a:tblPr bandRow="1">
                <a:tableStyleId>{5C22544A-7EE6-4342-B048-85BDC9FD1C3A}</a:tableStyleId>
              </a:tblPr>
              <a:tblGrid>
                <a:gridCol w="573023">
                  <a:extLst>
                    <a:ext uri="{9D8B030D-6E8A-4147-A177-3AD203B41FA5}">
                      <a16:colId xmlns:a16="http://schemas.microsoft.com/office/drawing/2014/main" val="2032322659"/>
                    </a:ext>
                  </a:extLst>
                </a:gridCol>
                <a:gridCol w="433702">
                  <a:extLst>
                    <a:ext uri="{9D8B030D-6E8A-4147-A177-3AD203B41FA5}">
                      <a16:colId xmlns:a16="http://schemas.microsoft.com/office/drawing/2014/main" val="416869394"/>
                    </a:ext>
                  </a:extLst>
                </a:gridCol>
                <a:gridCol w="578501">
                  <a:extLst>
                    <a:ext uri="{9D8B030D-6E8A-4147-A177-3AD203B41FA5}">
                      <a16:colId xmlns:a16="http://schemas.microsoft.com/office/drawing/2014/main" val="803836604"/>
                    </a:ext>
                  </a:extLst>
                </a:gridCol>
                <a:gridCol w="686288">
                  <a:extLst>
                    <a:ext uri="{9D8B030D-6E8A-4147-A177-3AD203B41FA5}">
                      <a16:colId xmlns:a16="http://schemas.microsoft.com/office/drawing/2014/main" val="1349908274"/>
                    </a:ext>
                  </a:extLst>
                </a:gridCol>
                <a:gridCol w="649714">
                  <a:extLst>
                    <a:ext uri="{9D8B030D-6E8A-4147-A177-3AD203B41FA5}">
                      <a16:colId xmlns:a16="http://schemas.microsoft.com/office/drawing/2014/main" val="1930001805"/>
                    </a:ext>
                  </a:extLst>
                </a:gridCol>
                <a:gridCol w="741152">
                  <a:extLst>
                    <a:ext uri="{9D8B030D-6E8A-4147-A177-3AD203B41FA5}">
                      <a16:colId xmlns:a16="http://schemas.microsoft.com/office/drawing/2014/main" val="3149504336"/>
                    </a:ext>
                  </a:extLst>
                </a:gridCol>
                <a:gridCol w="649711">
                  <a:extLst>
                    <a:ext uri="{9D8B030D-6E8A-4147-A177-3AD203B41FA5}">
                      <a16:colId xmlns:a16="http://schemas.microsoft.com/office/drawing/2014/main" val="3014391259"/>
                    </a:ext>
                  </a:extLst>
                </a:gridCol>
                <a:gridCol w="710671">
                  <a:extLst>
                    <a:ext uri="{9D8B030D-6E8A-4147-A177-3AD203B41FA5}">
                      <a16:colId xmlns:a16="http://schemas.microsoft.com/office/drawing/2014/main" val="795723388"/>
                    </a:ext>
                  </a:extLst>
                </a:gridCol>
                <a:gridCol w="588751">
                  <a:extLst>
                    <a:ext uri="{9D8B030D-6E8A-4147-A177-3AD203B41FA5}">
                      <a16:colId xmlns:a16="http://schemas.microsoft.com/office/drawing/2014/main" val="2178969049"/>
                    </a:ext>
                  </a:extLst>
                </a:gridCol>
                <a:gridCol w="607041">
                  <a:extLst>
                    <a:ext uri="{9D8B030D-6E8A-4147-A177-3AD203B41FA5}">
                      <a16:colId xmlns:a16="http://schemas.microsoft.com/office/drawing/2014/main" val="2257081558"/>
                    </a:ext>
                  </a:extLst>
                </a:gridCol>
                <a:gridCol w="972802">
                  <a:extLst>
                    <a:ext uri="{9D8B030D-6E8A-4147-A177-3AD203B41FA5}">
                      <a16:colId xmlns:a16="http://schemas.microsoft.com/office/drawing/2014/main" val="3406254277"/>
                    </a:ext>
                  </a:extLst>
                </a:gridCol>
              </a:tblGrid>
              <a:tr h="150163">
                <a:tc>
                  <a:txBody>
                    <a:bodyPr/>
                    <a:lstStyle/>
                    <a:p>
                      <a:pPr algn="ctr" fontAlgn="base">
                        <a:lnSpc>
                          <a:spcPts val="1650"/>
                        </a:lnSpc>
                      </a:pPr>
                      <a:r>
                        <a:rPr lang="es-CO" sz="1200" b="1" kern="1200">
                          <a:solidFill>
                            <a:schemeClr val="bg1"/>
                          </a:solidFill>
                          <a:latin typeface="Century Gothic"/>
                          <a:ea typeface="+mn-ea"/>
                          <a:cs typeface="+mn-cs"/>
                        </a:rPr>
                        <a:t>Año</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1</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2</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3</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4</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5</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6</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7</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8</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9</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10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2646330591"/>
                  </a:ext>
                </a:extLst>
              </a:tr>
              <a:tr h="469392">
                <a:tc>
                  <a:txBody>
                    <a:bodyPr/>
                    <a:lstStyle/>
                    <a:p>
                      <a:pPr algn="ctr" fontAlgn="base">
                        <a:lnSpc>
                          <a:spcPts val="1650"/>
                        </a:lnSpc>
                      </a:pPr>
                      <a:r>
                        <a:rPr lang="es-CO" sz="1200" kern="1200">
                          <a:solidFill>
                            <a:schemeClr val="accent1"/>
                          </a:solidFill>
                          <a:latin typeface="Century Gothic"/>
                          <a:ea typeface="+mn-ea"/>
                          <a:cs typeface="+mn-cs"/>
                        </a:rPr>
                        <a:t>Litros</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600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1.200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2.400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2.800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3.000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3.000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2.800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2.400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1.200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dirty="0">
                          <a:ln>
                            <a:noFill/>
                          </a:ln>
                          <a:solidFill>
                            <a:schemeClr val="accent1"/>
                          </a:solidFill>
                          <a:effectLst/>
                          <a:uLnTx/>
                          <a:uFillTx/>
                          <a:latin typeface="Century Gothic"/>
                        </a:rPr>
                        <a:t>600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34431014"/>
                  </a:ext>
                </a:extLst>
              </a:tr>
            </a:tbl>
          </a:graphicData>
        </a:graphic>
      </p:graphicFrame>
      <p:sp>
        <p:nvSpPr>
          <p:cNvPr id="18" name="CuadroTexto 17">
            <a:extLst>
              <a:ext uri="{FF2B5EF4-FFF2-40B4-BE49-F238E27FC236}">
                <a16:creationId xmlns:a16="http://schemas.microsoft.com/office/drawing/2014/main" id="{D1595A53-F33E-D9C6-B0C2-CA7D1DA6BDAC}"/>
              </a:ext>
            </a:extLst>
          </p:cNvPr>
          <p:cNvSpPr txBox="1"/>
          <p:nvPr/>
        </p:nvSpPr>
        <p:spPr>
          <a:xfrm>
            <a:off x="1045026" y="5905763"/>
            <a:ext cx="6100174" cy="830997"/>
          </a:xfrm>
          <a:prstGeom prst="rect">
            <a:avLst/>
          </a:prstGeom>
          <a:noFill/>
        </p:spPr>
        <p:txBody>
          <a:bodyPr wrap="square">
            <a:spAutoFit/>
          </a:bodyPr>
          <a:lstStyle/>
          <a:p>
            <a:pPr marL="0" indent="0" algn="ctr">
              <a:buNone/>
            </a:pPr>
            <a:r>
              <a:rPr lang="es-CO" sz="1600" b="1" u="sng">
                <a:solidFill>
                  <a:schemeClr val="accent3">
                    <a:lumMod val="50000"/>
                  </a:schemeClr>
                </a:solidFill>
                <a:latin typeface="Century Gothic" panose="020B0502020202020204" pitchFamily="34" charset="0"/>
              </a:rPr>
              <a:t>Si su asesor contable le indica que deprecie por el Método de Unidades Productivas, </a:t>
            </a:r>
            <a:r>
              <a:rPr lang="es-ES" sz="1600" b="1" u="sng">
                <a:solidFill>
                  <a:schemeClr val="accent3">
                    <a:lumMod val="50000"/>
                  </a:schemeClr>
                </a:solidFill>
                <a:latin typeface="Century Gothic" panose="020B0502020202020204" pitchFamily="34" charset="0"/>
              </a:rPr>
              <a:t>¿cuál es la Depreciación Periódica y la Depreciación Acumulada del Chiller?</a:t>
            </a:r>
          </a:p>
        </p:txBody>
      </p:sp>
      <p:sp>
        <p:nvSpPr>
          <p:cNvPr id="3" name="Rectángulo 2">
            <a:extLst>
              <a:ext uri="{FF2B5EF4-FFF2-40B4-BE49-F238E27FC236}">
                <a16:creationId xmlns:a16="http://schemas.microsoft.com/office/drawing/2014/main" id="{58C6A30D-AA6B-E68F-43F5-F723016D5B4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71DAC49D-581A-CB5F-97A1-3B81AE248F4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08673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0348FC39-BEAA-84C0-8A43-DB4597C101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6E123AC-4F08-5A6F-5A75-7AD87B206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73DA1765-1716-4B25-2CF1-97FAC6787739}"/>
              </a:ext>
            </a:extLst>
          </p:cNvPr>
          <p:cNvGraphicFramePr>
            <a:graphicFrameLocks noGrp="1"/>
          </p:cNvGraphicFramePr>
          <p:nvPr>
            <p:extLst>
              <p:ext uri="{D42A27DB-BD31-4B8C-83A1-F6EECF244321}">
                <p14:modId xmlns:p14="http://schemas.microsoft.com/office/powerpoint/2010/main" val="69687637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858F983D-AC7B-0B39-CD79-4E1458419DD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085D9083-4E57-9B43-1BC8-A69F923E18E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2C3E58B-CCC1-F4AB-CCB7-BB189572A55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206600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A8E7613A-01FD-C573-8A04-A6345BE0C86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39C1392-023A-FC0D-A687-1A042D33F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A6D9EE40-0B85-8095-B3FE-594323142DFF}"/>
              </a:ext>
            </a:extLst>
          </p:cNvPr>
          <p:cNvGraphicFramePr>
            <a:graphicFrameLocks noGrp="1"/>
          </p:cNvGraphicFramePr>
          <p:nvPr>
            <p:extLst>
              <p:ext uri="{D42A27DB-BD31-4B8C-83A1-F6EECF244321}">
                <p14:modId xmlns:p14="http://schemas.microsoft.com/office/powerpoint/2010/main" val="167304126"/>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63C48AA7-7A86-C30E-B5AB-60E57BDCBA74}"/>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DECAFFBE-8ED5-2C5F-1BE1-52F8855D9A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E3B008C-9C67-C78D-E7AD-5237902CB11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48783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395822DE-728A-D86B-5D2C-3E02D6C18C8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9976A49D-32A5-B290-18D2-C789F40AF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FAF8EDF4-C92F-54E0-339B-B5343DE4E0CB}"/>
              </a:ext>
            </a:extLst>
          </p:cNvPr>
          <p:cNvGraphicFramePr>
            <a:graphicFrameLocks noGrp="1"/>
          </p:cNvGraphicFramePr>
          <p:nvPr>
            <p:extLst>
              <p:ext uri="{D42A27DB-BD31-4B8C-83A1-F6EECF244321}">
                <p14:modId xmlns:p14="http://schemas.microsoft.com/office/powerpoint/2010/main" val="3116522810"/>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dirty="0">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5AA01E74-8CDF-D55D-B1F5-850AFD75BD3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A47FA493-3C9D-CF16-F191-66F4D2B0DB8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D91138-F707-8B76-86E2-B8D5C57AD70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018705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36969AAB-61D5-1856-C824-A23EEFC7F7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AE69B54-36F8-2EEA-349D-9880DA7DC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3B5A43CA-0107-D6E1-1FEA-68DF7D8BFE5C}"/>
              </a:ext>
            </a:extLst>
          </p:cNvPr>
          <p:cNvGraphicFramePr>
            <a:graphicFrameLocks noGrp="1"/>
          </p:cNvGraphicFramePr>
          <p:nvPr>
            <p:extLst>
              <p:ext uri="{D42A27DB-BD31-4B8C-83A1-F6EECF244321}">
                <p14:modId xmlns:p14="http://schemas.microsoft.com/office/powerpoint/2010/main" val="274537308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dirty="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dirty="0">
                          <a:solidFill>
                            <a:schemeClr val="accent1"/>
                          </a:solidFill>
                          <a:effectLst/>
                          <a:latin typeface="Century Gothic"/>
                        </a:rPr>
                        <a:t>2,1</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14,7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67,9</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70</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65,3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12,1</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dirty="0">
                          <a:solidFill>
                            <a:schemeClr val="accent1"/>
                          </a:solidFill>
                          <a:effectLst/>
                          <a:latin typeface="Century Gothic"/>
                        </a:rPr>
                        <a:t>10</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7B1C7247-370A-75A6-7609-594D22F5AF41}"/>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328EDD35-FFBB-FFA6-6735-45353425E1A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F38C2FE-6BD4-B434-1443-4257B6B45D0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726230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572CA4C5-0DC3-1B89-C1DB-468F5D828D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B71426A-8E16-2714-018D-E2898D58C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B9D289A3-3C3D-FB53-C4B6-680C8D5EA143}"/>
              </a:ext>
            </a:extLst>
          </p:cNvPr>
          <p:cNvGraphicFramePr>
            <a:graphicFrameLocks noGrp="1"/>
          </p:cNvGraphicFramePr>
          <p:nvPr>
            <p:extLst>
              <p:ext uri="{D42A27DB-BD31-4B8C-83A1-F6EECF244321}">
                <p14:modId xmlns:p14="http://schemas.microsoft.com/office/powerpoint/2010/main" val="473332052"/>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dirty="0">
                          <a:solidFill>
                            <a:schemeClr val="accent1"/>
                          </a:solidFill>
                          <a:effectLst/>
                          <a:latin typeface="Century Gothic"/>
                        </a:rPr>
                        <a:t>2,1</a:t>
                      </a:r>
                      <a:endParaRPr lang="es-ES" sz="1200" dirty="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dirty="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14,7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67,9</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70</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73,7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65,3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16,3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12,1</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dirty="0">
                          <a:solidFill>
                            <a:schemeClr val="accent1"/>
                          </a:solidFill>
                          <a:effectLst/>
                          <a:latin typeface="Century Gothic"/>
                        </a:rPr>
                        <a:t> </a:t>
                      </a:r>
                      <a:r>
                        <a:rPr lang="en-US" sz="1200" b="1" u="none" strike="noStrike" dirty="0">
                          <a:solidFill>
                            <a:schemeClr val="bg1"/>
                          </a:solidFill>
                          <a:effectLst/>
                          <a:latin typeface="Century Gothic"/>
                        </a:rPr>
                        <a:t>10</a:t>
                      </a:r>
                      <a:endParaRPr lang="en-US" sz="1200" b="1" i="0" u="none" strike="noStrike" dirty="0">
                        <a:solidFill>
                          <a:schemeClr val="bg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A5BF222D-F8A5-EF7F-32B6-F2A5213A7F01}"/>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D06459C4-7AF7-FFF9-E450-154C33414F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61C80E-60D5-9754-555F-D14DEE9B2D6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893516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RESUMEN – Métodos de depreciación &amp; AMORTIZACIÓN</a:t>
            </a:r>
          </a:p>
        </p:txBody>
      </p:sp>
      <p:sp>
        <p:nvSpPr>
          <p:cNvPr id="3" name="Marcador de contenido 2"/>
          <p:cNvSpPr>
            <a:spLocks noGrp="1"/>
          </p:cNvSpPr>
          <p:nvPr>
            <p:ph idx="1"/>
          </p:nvPr>
        </p:nvSpPr>
        <p:spPr>
          <a:xfrm>
            <a:off x="1963933" y="1982131"/>
            <a:ext cx="8264134" cy="749496"/>
          </a:xfrm>
        </p:spPr>
        <p:txBody>
          <a:bodyPr>
            <a:normAutofit/>
          </a:bodyPr>
          <a:lstStyle/>
          <a:p>
            <a:pPr marL="0" indent="0" algn="ctr">
              <a:buNone/>
            </a:pPr>
            <a:r>
              <a:rPr lang="es-ES" sz="2400" b="1">
                <a:solidFill>
                  <a:srgbClr val="C00000"/>
                </a:solidFill>
                <a:latin typeface="Century Gothic" panose="020B0502020202020204" pitchFamily="34" charset="0"/>
              </a:rPr>
              <a:t>EN RESUMEN</a:t>
            </a:r>
          </a:p>
        </p:txBody>
      </p:sp>
      <p:sp>
        <p:nvSpPr>
          <p:cNvPr id="10" name="Rectángulo 9">
            <a:extLst>
              <a:ext uri="{FF2B5EF4-FFF2-40B4-BE49-F238E27FC236}">
                <a16:creationId xmlns:a16="http://schemas.microsoft.com/office/drawing/2014/main" id="{7D7EAF9F-9ACC-D181-1AF7-3E6A3BB9BD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6EF5834D-86A7-78FF-1566-34CBD398F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4">
            <a:extLst>
              <a:ext uri="{FF2B5EF4-FFF2-40B4-BE49-F238E27FC236}">
                <a16:creationId xmlns:a16="http://schemas.microsoft.com/office/drawing/2014/main" id="{3317B4B0-F4FC-8322-7A30-5CF7352243C1}"/>
              </a:ext>
            </a:extLst>
          </p:cNvPr>
          <p:cNvGraphicFramePr>
            <a:graphicFrameLocks noGrp="1"/>
          </p:cNvGraphicFramePr>
          <p:nvPr>
            <p:extLst>
              <p:ext uri="{D42A27DB-BD31-4B8C-83A1-F6EECF244321}">
                <p14:modId xmlns:p14="http://schemas.microsoft.com/office/powerpoint/2010/main" val="174945127"/>
              </p:ext>
            </p:extLst>
          </p:nvPr>
        </p:nvGraphicFramePr>
        <p:xfrm>
          <a:off x="1045026" y="3065794"/>
          <a:ext cx="10020820" cy="2121160"/>
        </p:xfrm>
        <a:graphic>
          <a:graphicData uri="http://schemas.openxmlformats.org/drawingml/2006/table">
            <a:tbl>
              <a:tblPr firstRow="1" bandRow="1">
                <a:tableStyleId>{72833802-FEF1-4C79-8D5D-14CF1EAF98D9}</a:tableStyleId>
              </a:tblPr>
              <a:tblGrid>
                <a:gridCol w="1333768">
                  <a:extLst>
                    <a:ext uri="{9D8B030D-6E8A-4147-A177-3AD203B41FA5}">
                      <a16:colId xmlns:a16="http://schemas.microsoft.com/office/drawing/2014/main" val="20000"/>
                    </a:ext>
                  </a:extLst>
                </a:gridCol>
                <a:gridCol w="723921">
                  <a:extLst>
                    <a:ext uri="{9D8B030D-6E8A-4147-A177-3AD203B41FA5}">
                      <a16:colId xmlns:a16="http://schemas.microsoft.com/office/drawing/2014/main" val="20001"/>
                    </a:ext>
                  </a:extLst>
                </a:gridCol>
                <a:gridCol w="723921">
                  <a:extLst>
                    <a:ext uri="{9D8B030D-6E8A-4147-A177-3AD203B41FA5}">
                      <a16:colId xmlns:a16="http://schemas.microsoft.com/office/drawing/2014/main" val="20002"/>
                    </a:ext>
                  </a:extLst>
                </a:gridCol>
                <a:gridCol w="723921">
                  <a:extLst>
                    <a:ext uri="{9D8B030D-6E8A-4147-A177-3AD203B41FA5}">
                      <a16:colId xmlns:a16="http://schemas.microsoft.com/office/drawing/2014/main" val="20003"/>
                    </a:ext>
                  </a:extLst>
                </a:gridCol>
                <a:gridCol w="723921">
                  <a:extLst>
                    <a:ext uri="{9D8B030D-6E8A-4147-A177-3AD203B41FA5}">
                      <a16:colId xmlns:a16="http://schemas.microsoft.com/office/drawing/2014/main" val="20004"/>
                    </a:ext>
                  </a:extLst>
                </a:gridCol>
                <a:gridCol w="723921">
                  <a:extLst>
                    <a:ext uri="{9D8B030D-6E8A-4147-A177-3AD203B41FA5}">
                      <a16:colId xmlns:a16="http://schemas.microsoft.com/office/drawing/2014/main" val="20005"/>
                    </a:ext>
                  </a:extLst>
                </a:gridCol>
                <a:gridCol w="723921">
                  <a:extLst>
                    <a:ext uri="{9D8B030D-6E8A-4147-A177-3AD203B41FA5}">
                      <a16:colId xmlns:a16="http://schemas.microsoft.com/office/drawing/2014/main" val="20006"/>
                    </a:ext>
                  </a:extLst>
                </a:gridCol>
                <a:gridCol w="723921">
                  <a:extLst>
                    <a:ext uri="{9D8B030D-6E8A-4147-A177-3AD203B41FA5}">
                      <a16:colId xmlns:a16="http://schemas.microsoft.com/office/drawing/2014/main" val="20007"/>
                    </a:ext>
                  </a:extLst>
                </a:gridCol>
                <a:gridCol w="723921">
                  <a:extLst>
                    <a:ext uri="{9D8B030D-6E8A-4147-A177-3AD203B41FA5}">
                      <a16:colId xmlns:a16="http://schemas.microsoft.com/office/drawing/2014/main" val="20008"/>
                    </a:ext>
                  </a:extLst>
                </a:gridCol>
                <a:gridCol w="723921">
                  <a:extLst>
                    <a:ext uri="{9D8B030D-6E8A-4147-A177-3AD203B41FA5}">
                      <a16:colId xmlns:a16="http://schemas.microsoft.com/office/drawing/2014/main" val="20009"/>
                    </a:ext>
                  </a:extLst>
                </a:gridCol>
                <a:gridCol w="723921">
                  <a:extLst>
                    <a:ext uri="{9D8B030D-6E8A-4147-A177-3AD203B41FA5}">
                      <a16:colId xmlns:a16="http://schemas.microsoft.com/office/drawing/2014/main" val="20010"/>
                    </a:ext>
                  </a:extLst>
                </a:gridCol>
                <a:gridCol w="723921">
                  <a:extLst>
                    <a:ext uri="{9D8B030D-6E8A-4147-A177-3AD203B41FA5}">
                      <a16:colId xmlns:a16="http://schemas.microsoft.com/office/drawing/2014/main" val="20011"/>
                    </a:ext>
                  </a:extLst>
                </a:gridCol>
                <a:gridCol w="723921">
                  <a:extLst>
                    <a:ext uri="{9D8B030D-6E8A-4147-A177-3AD203B41FA5}">
                      <a16:colId xmlns:a16="http://schemas.microsoft.com/office/drawing/2014/main" val="20012"/>
                    </a:ext>
                  </a:extLst>
                </a:gridCol>
              </a:tblGrid>
              <a:tr h="530290">
                <a:tc>
                  <a:txBody>
                    <a:bodyPr/>
                    <a:lstStyle/>
                    <a:p>
                      <a:pPr algn="ctr"/>
                      <a:endParaRPr lang="es-ES_tradnl" sz="14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TOTAL</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fontAlgn="b"/>
                      <a:r>
                        <a:rPr lang="en-US" sz="1400" b="0" u="none" strike="noStrike">
                          <a:solidFill>
                            <a:schemeClr val="accent1"/>
                          </a:solidFill>
                          <a:effectLst/>
                          <a:latin typeface="Century Gothic"/>
                        </a:rPr>
                        <a:t> </a:t>
                      </a:r>
                      <a:r>
                        <a:rPr lang="en-US" sz="1400" b="0" u="none" strike="noStrike" err="1">
                          <a:solidFill>
                            <a:schemeClr val="accent1"/>
                          </a:solidFill>
                          <a:effectLst/>
                          <a:latin typeface="Century Gothic"/>
                        </a:rPr>
                        <a:t>Línea</a:t>
                      </a:r>
                      <a:r>
                        <a:rPr lang="en-US" sz="1400" b="0" u="none" strike="noStrike">
                          <a:solidFill>
                            <a:schemeClr val="accent1"/>
                          </a:solidFill>
                          <a:effectLst/>
                          <a:latin typeface="Century Gothic"/>
                        </a:rPr>
                        <a:t> Recta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530290">
                <a:tc>
                  <a:txBody>
                    <a:bodyPr/>
                    <a:lstStyle/>
                    <a:p>
                      <a:pPr algn="ctr" fontAlgn="b"/>
                      <a:r>
                        <a:rPr lang="en-US" sz="1400" b="0" u="none" strike="noStrike">
                          <a:solidFill>
                            <a:schemeClr val="accent1"/>
                          </a:solidFill>
                          <a:effectLst/>
                          <a:latin typeface="Century Gothic"/>
                        </a:rPr>
                        <a:t> </a:t>
                      </a:r>
                      <a:r>
                        <a:rPr lang="en-US" sz="1400" b="0" u="none" strike="noStrike" err="1">
                          <a:solidFill>
                            <a:schemeClr val="accent1"/>
                          </a:solidFill>
                          <a:effectLst/>
                          <a:latin typeface="Century Gothic"/>
                        </a:rPr>
                        <a:t>Reducción</a:t>
                      </a:r>
                      <a:r>
                        <a:rPr lang="en-US" sz="1400" b="0" u="none" strike="noStrike">
                          <a:solidFill>
                            <a:schemeClr val="accent1"/>
                          </a:solidFill>
                          <a:effectLst/>
                          <a:latin typeface="Century Gothic"/>
                        </a:rPr>
                        <a:t> de </a:t>
                      </a:r>
                      <a:r>
                        <a:rPr lang="en-US" sz="1400" b="0" u="none" strike="noStrike" err="1">
                          <a:solidFill>
                            <a:schemeClr val="accent1"/>
                          </a:solidFill>
                          <a:effectLst/>
                          <a:latin typeface="Century Gothic"/>
                        </a:rPr>
                        <a:t>Saldos</a:t>
                      </a:r>
                      <a:r>
                        <a:rPr lang="en-US" sz="1400" b="0" u="none" strike="noStrike">
                          <a:solidFill>
                            <a:schemeClr val="accent1"/>
                          </a:solidFill>
                          <a:effectLst/>
                          <a:latin typeface="Century Gothic"/>
                        </a:rPr>
                        <a:t>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15,0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12,2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9,9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8,0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6,5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5,3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4,3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3,5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2,8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2,3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fontAlgn="b"/>
                      <a:r>
                        <a:rPr lang="en-US" sz="1400" b="0" u="none" strike="noStrike">
                          <a:solidFill>
                            <a:schemeClr val="accent1"/>
                          </a:solidFill>
                          <a:effectLst/>
                          <a:latin typeface="Century Gothic"/>
                        </a:rPr>
                        <a:t> Unidades </a:t>
                      </a:r>
                      <a:r>
                        <a:rPr lang="en-US" sz="1400" b="0" u="none" strike="noStrike" err="1">
                          <a:solidFill>
                            <a:schemeClr val="accent1"/>
                          </a:solidFill>
                          <a:effectLst/>
                          <a:latin typeface="Century Gothic"/>
                        </a:rPr>
                        <a:t>Productivas</a:t>
                      </a:r>
                      <a:r>
                        <a:rPr lang="en-US" sz="1400" b="0" u="none" strike="noStrike">
                          <a:solidFill>
                            <a:schemeClr val="accent1"/>
                          </a:solidFill>
                          <a:effectLst/>
                          <a:latin typeface="Century Gothic"/>
                        </a:rPr>
                        <a:t>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u="none" strike="noStrike">
                          <a:solidFill>
                            <a:schemeClr val="accent1"/>
                          </a:solidFill>
                          <a:effectLst/>
                          <a:latin typeface="Century Gothic"/>
                        </a:rPr>
                        <a:t> 2,1</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4,2</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8,4</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9,8</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10,5</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10,5</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9,8</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8,4</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4,2</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2,1</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DBB9AD67-875F-20B3-80FB-EF924ADDA8F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1C78F462-FB0A-E6CD-2CC5-BA4B79BEFE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365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RESUMEN – Métodos de depreciación &amp; AMORTIZACIÓN</a:t>
            </a:r>
          </a:p>
        </p:txBody>
      </p:sp>
      <p:sp>
        <p:nvSpPr>
          <p:cNvPr id="8" name="Marcador de contenido 2">
            <a:extLst>
              <a:ext uri="{FF2B5EF4-FFF2-40B4-BE49-F238E27FC236}">
                <a16:creationId xmlns:a16="http://schemas.microsoft.com/office/drawing/2014/main" id="{5D24C042-3742-1589-768A-8F8F3317A8FC}"/>
              </a:ext>
            </a:extLst>
          </p:cNvPr>
          <p:cNvSpPr>
            <a:spLocks noGrp="1"/>
          </p:cNvSpPr>
          <p:nvPr>
            <p:ph idx="1"/>
          </p:nvPr>
        </p:nvSpPr>
        <p:spPr>
          <a:xfrm>
            <a:off x="1963933" y="1982131"/>
            <a:ext cx="8264134" cy="749496"/>
          </a:xfrm>
        </p:spPr>
        <p:txBody>
          <a:bodyPr>
            <a:normAutofit/>
          </a:bodyPr>
          <a:lstStyle/>
          <a:p>
            <a:pPr marL="0" indent="0" algn="ctr">
              <a:buNone/>
            </a:pPr>
            <a:r>
              <a:rPr lang="es-ES" sz="2400" b="1">
                <a:solidFill>
                  <a:srgbClr val="C00000"/>
                </a:solidFill>
                <a:latin typeface="Century Gothic" panose="020B0502020202020204" pitchFamily="34" charset="0"/>
              </a:rPr>
              <a:t>EN RESUMEN</a:t>
            </a:r>
          </a:p>
        </p:txBody>
      </p:sp>
      <p:sp>
        <p:nvSpPr>
          <p:cNvPr id="10" name="Rectángulo 9">
            <a:extLst>
              <a:ext uri="{FF2B5EF4-FFF2-40B4-BE49-F238E27FC236}">
                <a16:creationId xmlns:a16="http://schemas.microsoft.com/office/drawing/2014/main" id="{1B6FEA82-2633-41B9-369C-A1FEA0AB7F7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CAB322D-25BC-664D-A896-078CB3A12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Gráfico 3">
            <a:extLst>
              <a:ext uri="{FF2B5EF4-FFF2-40B4-BE49-F238E27FC236}">
                <a16:creationId xmlns:a16="http://schemas.microsoft.com/office/drawing/2014/main" id="{D171FD46-F484-D1C5-EEAC-1BD70D37949D}"/>
              </a:ext>
            </a:extLst>
          </p:cNvPr>
          <p:cNvGraphicFramePr>
            <a:graphicFrameLocks/>
          </p:cNvGraphicFramePr>
          <p:nvPr>
            <p:extLst>
              <p:ext uri="{D42A27DB-BD31-4B8C-83A1-F6EECF244321}">
                <p14:modId xmlns:p14="http://schemas.microsoft.com/office/powerpoint/2010/main" val="1128368608"/>
              </p:ext>
            </p:extLst>
          </p:nvPr>
        </p:nvGraphicFramePr>
        <p:xfrm>
          <a:off x="1391773" y="2599814"/>
          <a:ext cx="8776309" cy="4051506"/>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5DC97074-A6C1-D63C-8D9A-73204E65542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B3E97F12-5CD6-7EC4-C15A-74F531BE3D8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5688162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9930-2E17-DFBF-B0E6-BF6F3C9BCD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BE5BC1-D418-E6D9-E8A9-EC91D5E7F0EF}"/>
              </a:ext>
            </a:extLst>
          </p:cNvPr>
          <p:cNvSpPr>
            <a:spLocks noGrp="1"/>
          </p:cNvSpPr>
          <p:nvPr>
            <p:ph type="title"/>
          </p:nvPr>
        </p:nvSpPr>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
        <p:nvSpPr>
          <p:cNvPr id="10" name="Rectángulo 9">
            <a:extLst>
              <a:ext uri="{FF2B5EF4-FFF2-40B4-BE49-F238E27FC236}">
                <a16:creationId xmlns:a16="http://schemas.microsoft.com/office/drawing/2014/main" id="{0BFBB425-EEA3-0857-EEB7-9D96C4E8D0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7B554C9-21DD-14B0-7D53-D05E588F7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531208F-9CFC-B795-97EF-A683D7658A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9" name="Table 4">
            <a:extLst>
              <a:ext uri="{FF2B5EF4-FFF2-40B4-BE49-F238E27FC236}">
                <a16:creationId xmlns:a16="http://schemas.microsoft.com/office/drawing/2014/main" id="{10C1BA69-7374-B9D1-3022-05596823E77E}"/>
              </a:ext>
            </a:extLst>
          </p:cNvPr>
          <p:cNvGraphicFramePr>
            <a:graphicFrameLocks noGrp="1"/>
          </p:cNvGraphicFramePr>
          <p:nvPr>
            <p:extLst>
              <p:ext uri="{D42A27DB-BD31-4B8C-83A1-F6EECF244321}">
                <p14:modId xmlns:p14="http://schemas.microsoft.com/office/powerpoint/2010/main" val="3667420801"/>
              </p:ext>
            </p:extLst>
          </p:nvPr>
        </p:nvGraphicFramePr>
        <p:xfrm>
          <a:off x="537074" y="2219287"/>
          <a:ext cx="7163205" cy="3697198"/>
        </p:xfrm>
        <a:graphic>
          <a:graphicData uri="http://schemas.openxmlformats.org/drawingml/2006/table">
            <a:tbl>
              <a:tblPr firstRow="1" bandRow="1">
                <a:tableStyleId>{72833802-FEF1-4C79-8D5D-14CF1EAF98D9}</a:tableStyleId>
              </a:tblPr>
              <a:tblGrid>
                <a:gridCol w="891029">
                  <a:extLst>
                    <a:ext uri="{9D8B030D-6E8A-4147-A177-3AD203B41FA5}">
                      <a16:colId xmlns:a16="http://schemas.microsoft.com/office/drawing/2014/main" val="20000"/>
                    </a:ext>
                  </a:extLst>
                </a:gridCol>
                <a:gridCol w="1482210">
                  <a:extLst>
                    <a:ext uri="{9D8B030D-6E8A-4147-A177-3AD203B41FA5}">
                      <a16:colId xmlns:a16="http://schemas.microsoft.com/office/drawing/2014/main" val="20001"/>
                    </a:ext>
                  </a:extLst>
                </a:gridCol>
                <a:gridCol w="1540828">
                  <a:extLst>
                    <a:ext uri="{9D8B030D-6E8A-4147-A177-3AD203B41FA5}">
                      <a16:colId xmlns:a16="http://schemas.microsoft.com/office/drawing/2014/main" val="20002"/>
                    </a:ext>
                  </a:extLst>
                </a:gridCol>
                <a:gridCol w="1155375">
                  <a:extLst>
                    <a:ext uri="{9D8B030D-6E8A-4147-A177-3AD203B41FA5}">
                      <a16:colId xmlns:a16="http://schemas.microsoft.com/office/drawing/2014/main" val="20003"/>
                    </a:ext>
                  </a:extLst>
                </a:gridCol>
                <a:gridCol w="301714">
                  <a:extLst>
                    <a:ext uri="{9D8B030D-6E8A-4147-A177-3AD203B41FA5}">
                      <a16:colId xmlns:a16="http://schemas.microsoft.com/office/drawing/2014/main" val="20004"/>
                    </a:ext>
                  </a:extLst>
                </a:gridCol>
                <a:gridCol w="1792049">
                  <a:extLst>
                    <a:ext uri="{9D8B030D-6E8A-4147-A177-3AD203B41FA5}">
                      <a16:colId xmlns:a16="http://schemas.microsoft.com/office/drawing/2014/main" val="20005"/>
                    </a:ext>
                  </a:extLst>
                </a:gridCol>
              </a:tblGrid>
              <a:tr h="4541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noProof="0" dirty="0">
                          <a:solidFill>
                            <a:schemeClr val="bg1"/>
                          </a:solidFill>
                          <a:latin typeface="Century Gothic" panose="020B0502020202020204" pitchFamily="34" charset="0"/>
                        </a:rPr>
                        <a:t>Periodo</a:t>
                      </a:r>
                    </a:p>
                  </a:txBody>
                  <a:tcPr marL="91437" marR="91437" marT="45719" marB="45719" anchor="ctr"/>
                </a:tc>
                <a:tc>
                  <a:txBody>
                    <a:bodyPr/>
                    <a:lstStyle/>
                    <a:p>
                      <a:pPr algn="ctr"/>
                      <a:r>
                        <a:rPr lang="es-ES_tradnl" sz="1200" noProof="0" dirty="0">
                          <a:solidFill>
                            <a:schemeClr val="bg1"/>
                          </a:solidFill>
                          <a:latin typeface="Century Gothic" panose="020B0502020202020204" pitchFamily="34" charset="0"/>
                        </a:rPr>
                        <a:t>Utilidad Bruta</a:t>
                      </a:r>
                    </a:p>
                  </a:txBody>
                  <a:tcPr marL="91437" marR="91437" marT="45719" marB="45719" anchor="ctr"/>
                </a:tc>
                <a:tc>
                  <a:txBody>
                    <a:bodyPr/>
                    <a:lstStyle/>
                    <a:p>
                      <a:pPr algn="ctr"/>
                      <a:r>
                        <a:rPr lang="es-ES_tradnl" sz="1200" noProof="0" dirty="0">
                          <a:solidFill>
                            <a:schemeClr val="bg1"/>
                          </a:solidFill>
                          <a:latin typeface="Century Gothic" panose="020B0502020202020204" pitchFamily="34" charset="0"/>
                        </a:rPr>
                        <a:t>Depreciación del Periodo (LR)</a:t>
                      </a:r>
                    </a:p>
                  </a:txBody>
                  <a:tcPr marL="91437" marR="91437" marT="45719" marB="45719" anchor="ctr"/>
                </a:tc>
                <a:tc>
                  <a:txBody>
                    <a:bodyPr/>
                    <a:lstStyle/>
                    <a:p>
                      <a:pPr algn="ctr"/>
                      <a:r>
                        <a:rPr lang="es-ES_tradnl" sz="1200" noProof="0" dirty="0">
                          <a:solidFill>
                            <a:schemeClr val="bg1"/>
                          </a:solidFill>
                          <a:latin typeface="Century Gothic" panose="020B0502020202020204" pitchFamily="34" charset="0"/>
                        </a:rPr>
                        <a:t>EBIT (UAII)</a:t>
                      </a:r>
                    </a:p>
                  </a:txBody>
                  <a:tcPr marL="91437" marR="91437" marT="45719" marB="45719"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dirty="0">
                          <a:solidFill>
                            <a:schemeClr val="tx1"/>
                          </a:solidFill>
                          <a:effectLst/>
                          <a:latin typeface="Century Gothic" panose="020B0502020202020204" pitchFamily="34" charset="0"/>
                        </a:rPr>
                        <a:t>  </a:t>
                      </a:r>
                      <a:endParaRPr lang="en-US" sz="1200" b="0" i="0" u="none" strike="noStrike" dirty="0">
                        <a:solidFill>
                          <a:schemeClr val="tx1"/>
                        </a:solidFill>
                        <a:effectLst/>
                        <a:latin typeface="Century Gothic" panose="020B0502020202020204" pitchFamily="34" charset="0"/>
                      </a:endParaRPr>
                    </a:p>
                  </a:txBody>
                  <a:tcPr marL="91437" marR="91437" marT="45719" marB="45719"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algn="ctr"/>
                      <a:r>
                        <a:rPr lang="es-ES_tradnl" sz="1200" noProof="0" dirty="0">
                          <a:solidFill>
                            <a:schemeClr val="bg1"/>
                          </a:solidFill>
                          <a:latin typeface="Century Gothic" panose="020B0502020202020204" pitchFamily="34" charset="0"/>
                        </a:rPr>
                        <a:t>Impuesto Operacional</a:t>
                      </a:r>
                    </a:p>
                  </a:txBody>
                  <a:tcPr marL="91437" marR="91437" marT="45719" marB="45719"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24000">
                <a:tc>
                  <a:txBody>
                    <a:bodyPr/>
                    <a:lstStyle/>
                    <a:p>
                      <a:pPr algn="ctr" fontAlgn="b"/>
                      <a:r>
                        <a:rPr lang="es-CO" sz="1400" b="1" u="none" strike="noStrike" dirty="0">
                          <a:effectLst/>
                          <a:latin typeface="Century Gothic" panose="020B0502020202020204" pitchFamily="34" charset="0"/>
                        </a:rPr>
                        <a:t>1</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algn="ctr" fontAlgn="b"/>
                      <a:r>
                        <a:rPr lang="en-US" sz="1400" u="none" strike="noStrike">
                          <a:solidFill>
                            <a:schemeClr val="tx1"/>
                          </a:solidFill>
                          <a:effectLst/>
                          <a:latin typeface="Century Gothic" panose="020B0502020202020204" pitchFamily="34" charset="0"/>
                        </a:rPr>
                        <a:t>$ 32.550.000</a:t>
                      </a:r>
                      <a:endParaRPr lang="es-CO" sz="1400" u="none" strike="noStrike">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24000">
                <a:tc>
                  <a:txBody>
                    <a:bodyPr/>
                    <a:lstStyle/>
                    <a:p>
                      <a:pPr algn="ctr" fontAlgn="b"/>
                      <a:r>
                        <a:rPr lang="es-CO" sz="1400" b="1" u="none" strike="noStrike" dirty="0">
                          <a:effectLst/>
                          <a:latin typeface="Century Gothic" panose="020B0502020202020204" pitchFamily="34" charset="0"/>
                        </a:rPr>
                        <a:t>2</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dirty="0">
                          <a:solidFill>
                            <a:schemeClr val="tx1"/>
                          </a:solidFill>
                          <a:effectLst/>
                          <a:latin typeface="Century Gothic" panose="020B0502020202020204" pitchFamily="34" charset="0"/>
                        </a:rPr>
                        <a:t>  </a:t>
                      </a:r>
                      <a:endParaRPr lang="en-US" sz="1200" b="0" i="0" u="none" strike="noStrike" dirty="0">
                        <a:solidFill>
                          <a:schemeClr val="tx1"/>
                        </a:solidFill>
                        <a:effectLst/>
                        <a:latin typeface="Century Gothic" panose="020B0502020202020204" pitchFamily="34" charset="0"/>
                      </a:endParaRPr>
                    </a:p>
                    <a:p>
                      <a:pPr algn="ctr" fontAlgn="b"/>
                      <a:r>
                        <a:rPr lang="en-US" sz="1200" u="none" strike="noStrike" dirty="0">
                          <a:solidFill>
                            <a:schemeClr val="tx1"/>
                          </a:solidFill>
                          <a:effectLst/>
                          <a:latin typeface="Century Gothic" panose="020B0502020202020204" pitchFamily="34" charset="0"/>
                        </a:rPr>
                        <a:t>  </a:t>
                      </a:r>
                      <a:endParaRPr lang="en-US" sz="1200" b="0" i="0" u="none" strike="noStrike" dirty="0">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 </a:t>
                      </a:r>
                      <a:r>
                        <a:rPr lang="en-US"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32.550.000</a:t>
                      </a:r>
                      <a:endParaRPr kumimoji="0" lang="es-CO"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24000">
                <a:tc>
                  <a:txBody>
                    <a:bodyPr/>
                    <a:lstStyle/>
                    <a:p>
                      <a:pPr algn="ctr" fontAlgn="b"/>
                      <a:r>
                        <a:rPr lang="es-CO" sz="1400" b="1" u="none" strike="noStrike" dirty="0">
                          <a:effectLst/>
                          <a:latin typeface="Century Gothic" panose="020B0502020202020204" pitchFamily="34" charset="0"/>
                        </a:rPr>
                        <a:t>3</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24000">
                <a:tc>
                  <a:txBody>
                    <a:bodyPr/>
                    <a:lstStyle/>
                    <a:p>
                      <a:pPr algn="ctr" fontAlgn="b"/>
                      <a:r>
                        <a:rPr lang="es-CO" sz="1400" b="1" u="none" strike="noStrike" dirty="0">
                          <a:effectLst/>
                          <a:latin typeface="Century Gothic" panose="020B0502020202020204" pitchFamily="34" charset="0"/>
                        </a:rPr>
                        <a:t>4</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dirty="0">
                          <a:solidFill>
                            <a:schemeClr val="tx1"/>
                          </a:solidFill>
                          <a:effectLst/>
                          <a:latin typeface="Century Gothic" panose="020B0502020202020204" pitchFamily="34" charset="0"/>
                        </a:rPr>
                        <a:t>  </a:t>
                      </a:r>
                      <a:endParaRPr lang="en-US" sz="1200" b="0" i="0" u="none" strike="noStrike" dirty="0">
                        <a:solidFill>
                          <a:schemeClr val="tx1"/>
                        </a:solidFill>
                        <a:effectLst/>
                        <a:latin typeface="Century Gothic" panose="020B0502020202020204" pitchFamily="34" charset="0"/>
                      </a:endParaRPr>
                    </a:p>
                    <a:p>
                      <a:pPr algn="ctr" fontAlgn="b"/>
                      <a:r>
                        <a:rPr lang="en-US" sz="1200" u="none" strike="noStrike" dirty="0">
                          <a:solidFill>
                            <a:schemeClr val="tx1"/>
                          </a:solidFill>
                          <a:effectLst/>
                          <a:latin typeface="Century Gothic" panose="020B0502020202020204" pitchFamily="34" charset="0"/>
                        </a:rPr>
                        <a:t>  </a:t>
                      </a:r>
                      <a:endParaRPr lang="en-US" sz="1200" b="0" i="0" u="none" strike="noStrike" dirty="0">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a:lnSpc>
                          <a:spcPct val="100000"/>
                        </a:lnSpc>
                        <a:spcBef>
                          <a:spcPts val="0"/>
                        </a:spcBef>
                        <a:spcAft>
                          <a:spcPts val="0"/>
                        </a:spcAft>
                        <a:buNone/>
                      </a:pPr>
                      <a:r>
                        <a:rPr lang="en-US" sz="1400" b="0" i="0" u="none" strike="noStrike" kern="1200" cap="none" spc="0" normalizeH="0" baseline="0" noProof="0">
                          <a:ln>
                            <a:noFill/>
                          </a:ln>
                          <a:solidFill>
                            <a:srgbClr val="000000"/>
                          </a:solidFill>
                          <a:effectLst/>
                          <a:uLnTx/>
                          <a:uFillTx/>
                          <a:latin typeface="Century Gothic" panose="020B0502020202020204" pitchFamily="34" charset="0"/>
                        </a:rPr>
                        <a:t>$ 32.550.000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24000">
                <a:tc>
                  <a:txBody>
                    <a:bodyPr/>
                    <a:lstStyle/>
                    <a:p>
                      <a:pPr algn="ctr" fontAlgn="b"/>
                      <a:r>
                        <a:rPr lang="es-CO" sz="1400" b="1" u="none" strike="noStrike" dirty="0">
                          <a:effectLst/>
                          <a:latin typeface="Century Gothic" panose="020B0502020202020204" pitchFamily="34" charset="0"/>
                        </a:rPr>
                        <a:t>5</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24000">
                <a:tc>
                  <a:txBody>
                    <a:bodyPr/>
                    <a:lstStyle/>
                    <a:p>
                      <a:pPr algn="ctr" fontAlgn="b"/>
                      <a:r>
                        <a:rPr lang="es-CO" sz="1400" b="1" u="none" strike="noStrike" dirty="0">
                          <a:effectLst/>
                          <a:latin typeface="Century Gothic" panose="020B0502020202020204" pitchFamily="34" charset="0"/>
                        </a:rPr>
                        <a:t>6</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5062689"/>
                  </a:ext>
                </a:extLst>
              </a:tr>
              <a:tr h="324000">
                <a:tc>
                  <a:txBody>
                    <a:bodyPr/>
                    <a:lstStyle/>
                    <a:p>
                      <a:pPr algn="ctr" fontAlgn="b"/>
                      <a:r>
                        <a:rPr lang="es-CO" sz="1400" b="1" u="none" strike="noStrike" dirty="0">
                          <a:effectLst/>
                          <a:latin typeface="Century Gothic" panose="020B0502020202020204" pitchFamily="34" charset="0"/>
                        </a:rPr>
                        <a:t>7</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951004"/>
                  </a:ext>
                </a:extLst>
              </a:tr>
              <a:tr h="324000">
                <a:tc>
                  <a:txBody>
                    <a:bodyPr/>
                    <a:lstStyle/>
                    <a:p>
                      <a:pPr algn="ctr" fontAlgn="b"/>
                      <a:r>
                        <a:rPr lang="es-CO" sz="1400" b="1" u="none" strike="noStrike" dirty="0">
                          <a:effectLst/>
                          <a:latin typeface="Century Gothic" panose="020B0502020202020204" pitchFamily="34" charset="0"/>
                        </a:rPr>
                        <a:t>8</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34404080"/>
                  </a:ext>
                </a:extLst>
              </a:tr>
              <a:tr h="324000">
                <a:tc>
                  <a:txBody>
                    <a:bodyPr/>
                    <a:lstStyle/>
                    <a:p>
                      <a:pPr algn="ctr" fontAlgn="b"/>
                      <a:r>
                        <a:rPr lang="es-CO" sz="1400" b="1" u="none" strike="noStrike" dirty="0">
                          <a:effectLst/>
                          <a:latin typeface="Century Gothic" panose="020B0502020202020204" pitchFamily="34" charset="0"/>
                        </a:rPr>
                        <a:t>9</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08483879"/>
                  </a:ext>
                </a:extLst>
              </a:tr>
              <a:tr h="324000">
                <a:tc>
                  <a:txBody>
                    <a:bodyPr/>
                    <a:lstStyle/>
                    <a:p>
                      <a:pPr algn="ctr" fontAlgn="b"/>
                      <a:r>
                        <a:rPr lang="es-CO" sz="1400" b="1" u="none" strike="noStrike" dirty="0">
                          <a:effectLst/>
                          <a:latin typeface="Century Gothic" panose="020B0502020202020204" pitchFamily="34" charset="0"/>
                        </a:rPr>
                        <a:t>10</a:t>
                      </a:r>
                      <a:endParaRPr lang="es-CO" sz="1400" b="1"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$ 100.000.000 </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$ 7.000.000</a:t>
                      </a:r>
                      <a:endParaRPr lang="es-CO" sz="1400" b="0" i="0" u="none" strike="noStrike" dirty="0">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dirty="0">
                          <a:effectLst/>
                          <a:latin typeface="Century Gothic" panose="020B0502020202020204" pitchFamily="34" charset="0"/>
                        </a:rPr>
                        <a:t> $ 93.000.000 </a:t>
                      </a:r>
                      <a:endParaRPr lang="es-CO" sz="1400" b="0" i="0" u="none" strike="noStrike" dirty="0">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dirty="0">
                          <a:ln>
                            <a:noFill/>
                          </a:ln>
                          <a:solidFill>
                            <a:srgbClr val="000000"/>
                          </a:solidFill>
                          <a:effectLst/>
                          <a:uLnTx/>
                          <a:uFillTx/>
                          <a:latin typeface="Century Gothic" panose="020B0502020202020204" pitchFamily="34" charset="0"/>
                        </a:rPr>
                        <a:t>32.550.000</a:t>
                      </a:r>
                      <a:endParaRPr kumimoji="0" lang="es-ES" dirty="0">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57525394"/>
                  </a:ext>
                </a:extLst>
              </a:tr>
            </a:tbl>
          </a:graphicData>
        </a:graphic>
      </p:graphicFrame>
      <p:grpSp>
        <p:nvGrpSpPr>
          <p:cNvPr id="11" name="Group 4">
            <a:extLst>
              <a:ext uri="{FF2B5EF4-FFF2-40B4-BE49-F238E27FC236}">
                <a16:creationId xmlns:a16="http://schemas.microsoft.com/office/drawing/2014/main" id="{2B743F86-1F3E-BC61-D01C-04A4AA6F3039}"/>
              </a:ext>
            </a:extLst>
          </p:cNvPr>
          <p:cNvGrpSpPr>
            <a:grpSpLocks/>
          </p:cNvGrpSpPr>
          <p:nvPr/>
        </p:nvGrpSpPr>
        <p:grpSpPr bwMode="auto">
          <a:xfrm>
            <a:off x="7700279" y="2205566"/>
            <a:ext cx="1929059" cy="400786"/>
            <a:chOff x="-656022" y="-295281"/>
            <a:chExt cx="2279935" cy="401150"/>
          </a:xfrm>
        </p:grpSpPr>
        <p:sp>
          <p:nvSpPr>
            <p:cNvPr id="12" name="AutoShape 5">
              <a:extLst>
                <a:ext uri="{FF2B5EF4-FFF2-40B4-BE49-F238E27FC236}">
                  <a16:creationId xmlns:a16="http://schemas.microsoft.com/office/drawing/2014/main" id="{32B9317A-A94C-DD75-81C4-AE388DFA6433}"/>
                </a:ext>
              </a:extLst>
            </p:cNvPr>
            <p:cNvSpPr>
              <a:spLocks/>
            </p:cNvSpPr>
            <p:nvPr/>
          </p:nvSpPr>
          <p:spPr bwMode="auto">
            <a:xfrm>
              <a:off x="477251" y="-295281"/>
              <a:ext cx="1146662" cy="3986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400" b="1">
                <a:solidFill>
                  <a:srgbClr val="404040"/>
                </a:solidFill>
                <a:latin typeface="Century Gothic" panose="020B0502020202020204" pitchFamily="34" charset="0"/>
              </a:endParaRPr>
            </a:p>
          </p:txBody>
        </p:sp>
        <p:sp>
          <p:nvSpPr>
            <p:cNvPr id="14" name="Line 6">
              <a:extLst>
                <a:ext uri="{FF2B5EF4-FFF2-40B4-BE49-F238E27FC236}">
                  <a16:creationId xmlns:a16="http://schemas.microsoft.com/office/drawing/2014/main" id="{F20A7FC4-6AB6-33BC-2F7A-69A6E4D22B0C}"/>
                </a:ext>
              </a:extLst>
            </p:cNvPr>
            <p:cNvSpPr>
              <a:spLocks noChangeShapeType="1"/>
            </p:cNvSpPr>
            <p:nvPr/>
          </p:nvSpPr>
          <p:spPr bwMode="auto">
            <a:xfrm flipH="1">
              <a:off x="-656022" y="-99609"/>
              <a:ext cx="1077524" cy="12710"/>
            </a:xfrm>
            <a:prstGeom prst="line">
              <a:avLst/>
            </a:prstGeom>
            <a:noFill/>
            <a:ln w="25400" cap="flat" cmpd="sng">
              <a:solidFill>
                <a:srgbClr val="718841"/>
              </a:solidFill>
              <a:prstDash val="solid"/>
              <a:round/>
              <a:headEnd type="triangle" w="med" len="med"/>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600">
                <a:latin typeface="Century Gothic" panose="020B0502020202020204" pitchFamily="34" charset="0"/>
                <a:cs typeface="Helvetica" charset="0"/>
                <a:sym typeface="Helvetica" charset="0"/>
              </a:endParaRPr>
            </a:p>
          </p:txBody>
        </p:sp>
        <p:sp>
          <p:nvSpPr>
            <p:cNvPr id="15" name="AutoShape 7">
              <a:extLst>
                <a:ext uri="{FF2B5EF4-FFF2-40B4-BE49-F238E27FC236}">
                  <a16:creationId xmlns:a16="http://schemas.microsoft.com/office/drawing/2014/main" id="{D9B86C68-65D5-2DD8-B78E-038AF62C19B6}"/>
                </a:ext>
              </a:extLst>
            </p:cNvPr>
            <p:cNvSpPr>
              <a:spLocks/>
            </p:cNvSpPr>
            <p:nvPr/>
          </p:nvSpPr>
          <p:spPr bwMode="auto">
            <a:xfrm>
              <a:off x="477250" y="-292756"/>
              <a:ext cx="1146662" cy="3986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400" b="1" dirty="0">
                  <a:solidFill>
                    <a:srgbClr val="404040"/>
                  </a:solidFill>
                  <a:latin typeface="Century Gothic" panose="020B0502020202020204" pitchFamily="34" charset="0"/>
                </a:rPr>
                <a:t>EBIT * 35%</a:t>
              </a:r>
              <a:endParaRPr lang="es-ES" sz="2400" dirty="0">
                <a:latin typeface="Century Gothic" panose="020B0502020202020204" pitchFamily="34" charset="0"/>
              </a:endParaRPr>
            </a:p>
          </p:txBody>
        </p:sp>
      </p:grpSp>
      <p:sp>
        <p:nvSpPr>
          <p:cNvPr id="16" name="TextBox 8">
            <a:extLst>
              <a:ext uri="{FF2B5EF4-FFF2-40B4-BE49-F238E27FC236}">
                <a16:creationId xmlns:a16="http://schemas.microsoft.com/office/drawing/2014/main" id="{9483BB07-18AE-6607-6182-09A87EF578F3}"/>
              </a:ext>
            </a:extLst>
          </p:cNvPr>
          <p:cNvSpPr txBox="1"/>
          <p:nvPr/>
        </p:nvSpPr>
        <p:spPr>
          <a:xfrm>
            <a:off x="8226576" y="3166970"/>
            <a:ext cx="3651842" cy="2554545"/>
          </a:xfrm>
          <a:prstGeom prst="rect">
            <a:avLst/>
          </a:prstGeom>
          <a:noFill/>
        </p:spPr>
        <p:txBody>
          <a:bodyPr wrap="square" rtlCol="0">
            <a:spAutoFit/>
          </a:bodyPr>
          <a:lstStyle/>
          <a:p>
            <a:pPr algn="ctr"/>
            <a:r>
              <a:rPr lang="es-ES_tradnl" sz="2000" b="1" dirty="0">
                <a:solidFill>
                  <a:srgbClr val="C00000"/>
                </a:solidFill>
                <a:latin typeface="Century Gothic" panose="020B0502020202020204" pitchFamily="34" charset="0"/>
              </a:rPr>
              <a:t>Suma Simple Impuestos</a:t>
            </a:r>
          </a:p>
          <a:p>
            <a:pPr algn="ctr"/>
            <a:endParaRPr lang="es-ES_tradnl" sz="2000" i="1" dirty="0">
              <a:latin typeface="Century Gothic" panose="020B0502020202020204" pitchFamily="34" charset="0"/>
            </a:endParaRPr>
          </a:p>
          <a:p>
            <a:pPr algn="ctr"/>
            <a:r>
              <a:rPr lang="es-ES_tradnl" sz="2000" dirty="0">
                <a:latin typeface="Century Gothic" panose="020B0502020202020204" pitchFamily="34" charset="0"/>
              </a:rPr>
              <a:t>$325.500.000</a:t>
            </a:r>
          </a:p>
          <a:p>
            <a:pPr algn="ctr"/>
            <a:endParaRPr lang="es-ES_tradnl" sz="2000" i="1" dirty="0">
              <a:latin typeface="Century Gothic" panose="020B0502020202020204" pitchFamily="34" charset="0"/>
            </a:endParaRPr>
          </a:p>
          <a:p>
            <a:pPr algn="ctr"/>
            <a:endParaRPr lang="es-ES_tradnl" sz="2000" i="1" dirty="0">
              <a:latin typeface="Century Gothic" panose="020B0502020202020204" pitchFamily="34" charset="0"/>
            </a:endParaRPr>
          </a:p>
          <a:p>
            <a:pPr algn="ctr"/>
            <a:r>
              <a:rPr lang="es-ES_tradnl" sz="2000" b="1" dirty="0">
                <a:solidFill>
                  <a:srgbClr val="C00000"/>
                </a:solidFill>
                <a:latin typeface="Century Gothic" panose="020B0502020202020204" pitchFamily="34" charset="0"/>
              </a:rPr>
              <a:t>VPN Impuestos (C.O.: 10%)</a:t>
            </a:r>
          </a:p>
          <a:p>
            <a:pPr algn="ctr"/>
            <a:endParaRPr lang="es-ES_tradnl" sz="2000" i="1" dirty="0">
              <a:latin typeface="Century Gothic" panose="020B0502020202020204" pitchFamily="34" charset="0"/>
            </a:endParaRPr>
          </a:p>
          <a:p>
            <a:pPr algn="ctr"/>
            <a:r>
              <a:rPr lang="es-ES_tradnl" sz="2000" dirty="0">
                <a:latin typeface="Century Gothic" panose="020B0502020202020204" pitchFamily="34" charset="0"/>
              </a:rPr>
              <a:t>$200.005.659</a:t>
            </a:r>
            <a:endParaRPr lang="es-ES_tradnl" dirty="0">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29F2E80-9369-D4C0-21F1-4F3CCFEE434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13314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72F4-08C9-C148-7FF0-2223ACF7F4D9}"/>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9A79375-8D1C-C434-650A-882E8B8C55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95741CDF-4D8C-BFC9-9754-D782891CC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977D4B-C70D-647E-1EDA-C646B458C8D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8" name="Table 4">
            <a:extLst>
              <a:ext uri="{FF2B5EF4-FFF2-40B4-BE49-F238E27FC236}">
                <a16:creationId xmlns:a16="http://schemas.microsoft.com/office/drawing/2014/main" id="{270DBAAF-7BA9-6593-C47C-15FAC6D09E41}"/>
              </a:ext>
            </a:extLst>
          </p:cNvPr>
          <p:cNvGraphicFramePr>
            <a:graphicFrameLocks noGrp="1"/>
          </p:cNvGraphicFramePr>
          <p:nvPr>
            <p:extLst>
              <p:ext uri="{D42A27DB-BD31-4B8C-83A1-F6EECF244321}">
                <p14:modId xmlns:p14="http://schemas.microsoft.com/office/powerpoint/2010/main" val="3032864555"/>
              </p:ext>
            </p:extLst>
          </p:nvPr>
        </p:nvGraphicFramePr>
        <p:xfrm>
          <a:off x="2052163" y="2824066"/>
          <a:ext cx="6347094" cy="2614189"/>
        </p:xfrm>
        <a:graphic>
          <a:graphicData uri="http://schemas.openxmlformats.org/drawingml/2006/table">
            <a:tbl>
              <a:tblPr firstRow="1" bandRow="1">
                <a:tableStyleId>{72833802-FEF1-4C79-8D5D-14CF1EAF98D9}</a:tableStyleId>
              </a:tblPr>
              <a:tblGrid>
                <a:gridCol w="1744271">
                  <a:extLst>
                    <a:ext uri="{9D8B030D-6E8A-4147-A177-3AD203B41FA5}">
                      <a16:colId xmlns:a16="http://schemas.microsoft.com/office/drawing/2014/main" val="20000"/>
                    </a:ext>
                  </a:extLst>
                </a:gridCol>
                <a:gridCol w="2013735">
                  <a:extLst>
                    <a:ext uri="{9D8B030D-6E8A-4147-A177-3AD203B41FA5}">
                      <a16:colId xmlns:a16="http://schemas.microsoft.com/office/drawing/2014/main" val="20001"/>
                    </a:ext>
                  </a:extLst>
                </a:gridCol>
                <a:gridCol w="2589088">
                  <a:extLst>
                    <a:ext uri="{9D8B030D-6E8A-4147-A177-3AD203B41FA5}">
                      <a16:colId xmlns:a16="http://schemas.microsoft.com/office/drawing/2014/main" val="20002"/>
                    </a:ext>
                  </a:extLst>
                </a:gridCol>
              </a:tblGrid>
              <a:tr h="454189">
                <a:tc>
                  <a:txBody>
                    <a:bodyPr/>
                    <a:lstStyle/>
                    <a:p>
                      <a:pPr algn="ctr" fontAlgn="b"/>
                      <a:r>
                        <a:rPr lang="es-CO" sz="2000" b="1" i="0" u="none" strike="noStrike">
                          <a:solidFill>
                            <a:srgbClr val="FFFFFF"/>
                          </a:solidFill>
                          <a:effectLst/>
                          <a:latin typeface="Century Gothic" panose="020B0502020202020204" pitchFamily="34" charset="0"/>
                        </a:rPr>
                        <a:t>Método</a:t>
                      </a:r>
                    </a:p>
                  </a:txBody>
                  <a:tcPr marL="6350" marR="6350" marT="6350" marB="0" anchor="ctr"/>
                </a:tc>
                <a:tc>
                  <a:txBody>
                    <a:bodyPr/>
                    <a:lstStyle/>
                    <a:p>
                      <a:pPr algn="ctr" fontAlgn="b"/>
                      <a:r>
                        <a:rPr lang="es-CO" sz="2000" b="1" i="0" u="none" strike="noStrike">
                          <a:solidFill>
                            <a:srgbClr val="FFFFFF"/>
                          </a:solidFill>
                          <a:effectLst/>
                          <a:latin typeface="Century Gothic" panose="020B0502020202020204" pitchFamily="34" charset="0"/>
                        </a:rPr>
                        <a:t>Suma Simple</a:t>
                      </a:r>
                    </a:p>
                  </a:txBody>
                  <a:tcPr marL="6350" marR="6350" marT="6350" marB="0" anchor="ctr"/>
                </a:tc>
                <a:tc>
                  <a:txBody>
                    <a:bodyPr/>
                    <a:lstStyle/>
                    <a:p>
                      <a:pPr algn="ctr" fontAlgn="b"/>
                      <a:r>
                        <a:rPr lang="es-CO" sz="2000" b="1" i="0" u="none" strike="noStrike">
                          <a:solidFill>
                            <a:srgbClr val="FFFFFF"/>
                          </a:solidFill>
                          <a:effectLst/>
                          <a:latin typeface="Century Gothic" panose="020B0502020202020204" pitchFamily="34" charset="0"/>
                        </a:rPr>
                        <a:t>VPN Impuestos</a:t>
                      </a:r>
                    </a:p>
                  </a:txBody>
                  <a:tcPr marL="6350" marR="6350" marT="6350" marB="0" anchor="ctr"/>
                </a:tc>
                <a:extLst>
                  <a:ext uri="{0D108BD9-81ED-4DB2-BD59-A6C34878D82A}">
                    <a16:rowId xmlns:a16="http://schemas.microsoft.com/office/drawing/2014/main" val="10000"/>
                  </a:ext>
                </a:extLst>
              </a:tr>
              <a:tr h="720000">
                <a:tc>
                  <a:txBody>
                    <a:bodyPr/>
                    <a:lstStyle/>
                    <a:p>
                      <a:pPr algn="ctr" fontAlgn="b"/>
                      <a:r>
                        <a:rPr lang="es-CO" sz="2000" b="0" i="0" u="none" strike="noStrike">
                          <a:solidFill>
                            <a:srgbClr val="000000"/>
                          </a:solidFill>
                          <a:effectLst/>
                          <a:latin typeface="Century Gothic" panose="020B0502020202020204" pitchFamily="34" charset="0"/>
                        </a:rPr>
                        <a:t>Línea Recta</a:t>
                      </a:r>
                    </a:p>
                  </a:txBody>
                  <a:tcPr marL="6350" marR="6350" marT="6350" marB="0" anchor="ctr"/>
                </a:tc>
                <a:tc>
                  <a:txBody>
                    <a:bodyPr/>
                    <a:lstStyle/>
                    <a:p>
                      <a:pPr algn="ctr" fontAlgn="b"/>
                      <a:r>
                        <a:rPr lang="es-CO" sz="2000" b="0" i="0" u="none" strike="noStrike">
                          <a:solidFill>
                            <a:srgbClr val="000000"/>
                          </a:solidFill>
                          <a:effectLst/>
                          <a:latin typeface="Century Gothic" panose="020B0502020202020204" pitchFamily="34" charset="0"/>
                        </a:rPr>
                        <a:t> $ 325.500.000 </a:t>
                      </a:r>
                    </a:p>
                  </a:txBody>
                  <a:tcPr marL="6350" marR="6350" marT="6350" marB="0" anchor="ctr"/>
                </a:tc>
                <a:tc>
                  <a:txBody>
                    <a:bodyPr/>
                    <a:lstStyle/>
                    <a:p>
                      <a:pPr algn="ctr" fontAlgn="b"/>
                      <a:r>
                        <a:rPr lang="es-CO" sz="2000" b="0" i="0" u="none" strike="noStrike">
                          <a:solidFill>
                            <a:srgbClr val="000000"/>
                          </a:solidFill>
                          <a:effectLst/>
                          <a:latin typeface="Century Gothic" panose="020B0502020202020204" pitchFamily="34" charset="0"/>
                        </a:rPr>
                        <a:t> $ 200.005.659 </a:t>
                      </a:r>
                    </a:p>
                  </a:txBody>
                  <a:tcPr marL="6350" marR="6350" marT="6350" marB="0" anchor="ctr"/>
                </a:tc>
                <a:extLst>
                  <a:ext uri="{0D108BD9-81ED-4DB2-BD59-A6C34878D82A}">
                    <a16:rowId xmlns:a16="http://schemas.microsoft.com/office/drawing/2014/main" val="10001"/>
                  </a:ext>
                </a:extLst>
              </a:tr>
              <a:tr h="720000">
                <a:tc>
                  <a:txBody>
                    <a:bodyPr/>
                    <a:lstStyle/>
                    <a:p>
                      <a:pPr algn="ctr" fontAlgn="b"/>
                      <a:r>
                        <a:rPr lang="es-CO" sz="2000" b="0" i="0" u="none" strike="noStrike">
                          <a:solidFill>
                            <a:srgbClr val="000000"/>
                          </a:solidFill>
                          <a:effectLst/>
                          <a:latin typeface="Century Gothic" panose="020B0502020202020204" pitchFamily="34" charset="0"/>
                        </a:rPr>
                        <a:t>Reducción de Saldos</a:t>
                      </a:r>
                    </a:p>
                  </a:txBody>
                  <a:tcPr marL="6350" marR="6350" marT="6350" marB="0" anchor="ctr">
                    <a:solidFill>
                      <a:schemeClr val="accent1">
                        <a:lumMod val="40000"/>
                        <a:lumOff val="60000"/>
                      </a:schemeClr>
                    </a:solidFill>
                  </a:tcPr>
                </a:tc>
                <a:tc>
                  <a:txBody>
                    <a:bodyPr/>
                    <a:lstStyle/>
                    <a:p>
                      <a:pPr algn="ctr" fontAlgn="b"/>
                      <a:r>
                        <a:rPr kumimoji="0" lang="es-CO" sz="20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 $ 325.500.000 </a:t>
                      </a:r>
                      <a:endParaRPr lang="es-CO" sz="2000" b="0" i="0" u="none" strike="noStrike">
                        <a:solidFill>
                          <a:srgbClr val="000000"/>
                        </a:solidFill>
                        <a:effectLst/>
                        <a:latin typeface="Century Gothic" panose="020B0502020202020204" pitchFamily="34" charset="0"/>
                      </a:endParaRPr>
                    </a:p>
                  </a:txBody>
                  <a:tcPr marL="6350" marR="6350" marT="6350" marB="0" anchor="ctr">
                    <a:solidFill>
                      <a:schemeClr val="accent1">
                        <a:lumMod val="40000"/>
                        <a:lumOff val="60000"/>
                      </a:schemeClr>
                    </a:solidFill>
                  </a:tcPr>
                </a:tc>
                <a:tc>
                  <a:txBody>
                    <a:bodyPr/>
                    <a:lstStyle/>
                    <a:p>
                      <a:pPr algn="ctr" fontAlgn="b"/>
                      <a:r>
                        <a:rPr lang="es-CO" sz="2000" b="0" i="0" u="none" strike="noStrike">
                          <a:solidFill>
                            <a:srgbClr val="000000"/>
                          </a:solidFill>
                          <a:effectLst/>
                          <a:latin typeface="Century Gothic" panose="020B0502020202020204" pitchFamily="34" charset="0"/>
                        </a:rPr>
                        <a:t> $ 197.671.047 </a:t>
                      </a:r>
                    </a:p>
                  </a:txBody>
                  <a:tcPr marL="6350" marR="6350" marT="6350" marB="0" anchor="ctr">
                    <a:solidFill>
                      <a:schemeClr val="accent1">
                        <a:lumMod val="40000"/>
                        <a:lumOff val="60000"/>
                      </a:schemeClr>
                    </a:solidFill>
                  </a:tcPr>
                </a:tc>
                <a:extLst>
                  <a:ext uri="{0D108BD9-81ED-4DB2-BD59-A6C34878D82A}">
                    <a16:rowId xmlns:a16="http://schemas.microsoft.com/office/drawing/2014/main" val="10003"/>
                  </a:ext>
                </a:extLst>
              </a:tr>
              <a:tr h="720000">
                <a:tc>
                  <a:txBody>
                    <a:bodyPr/>
                    <a:lstStyle/>
                    <a:p>
                      <a:pPr algn="ctr" fontAlgn="b"/>
                      <a:r>
                        <a:rPr lang="es-ES" sz="2000" b="0" i="0" u="none" strike="noStrike">
                          <a:solidFill>
                            <a:srgbClr val="000000"/>
                          </a:solidFill>
                          <a:effectLst/>
                          <a:latin typeface="Century Gothic" panose="020B0502020202020204" pitchFamily="34" charset="0"/>
                        </a:rPr>
                        <a:t>Unidades Productivas</a:t>
                      </a:r>
                      <a:endParaRPr lang="es-CO" sz="20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b"/>
                      <a:r>
                        <a:rPr kumimoji="0" lang="es-CO" sz="20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 $ 325.500.000 </a:t>
                      </a:r>
                      <a:endParaRPr lang="es-CO" sz="20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b"/>
                      <a:r>
                        <a:rPr lang="es-CO" sz="2000" b="0" i="0" u="none" strike="noStrike" dirty="0">
                          <a:solidFill>
                            <a:srgbClr val="000000"/>
                          </a:solidFill>
                          <a:effectLst/>
                          <a:latin typeface="Century Gothic" panose="020B0502020202020204" pitchFamily="34" charset="0"/>
                        </a:rPr>
                        <a:t> $ 200.230.400 </a:t>
                      </a:r>
                    </a:p>
                  </a:txBody>
                  <a:tcPr marL="6350" marR="6350" marT="6350" marB="0" anchor="ctr"/>
                </a:tc>
                <a:extLst>
                  <a:ext uri="{0D108BD9-81ED-4DB2-BD59-A6C34878D82A}">
                    <a16:rowId xmlns:a16="http://schemas.microsoft.com/office/drawing/2014/main" val="10005"/>
                  </a:ext>
                </a:extLst>
              </a:tr>
            </a:tbl>
          </a:graphicData>
        </a:graphic>
      </p:graphicFrame>
      <p:sp>
        <p:nvSpPr>
          <p:cNvPr id="17" name="Cerrar llave 16">
            <a:extLst>
              <a:ext uri="{FF2B5EF4-FFF2-40B4-BE49-F238E27FC236}">
                <a16:creationId xmlns:a16="http://schemas.microsoft.com/office/drawing/2014/main" id="{07E1BE17-9FF6-B251-9B1D-1B53B2E3A6D3}"/>
              </a:ext>
            </a:extLst>
          </p:cNvPr>
          <p:cNvSpPr/>
          <p:nvPr/>
        </p:nvSpPr>
        <p:spPr>
          <a:xfrm>
            <a:off x="8514731" y="3967595"/>
            <a:ext cx="370189" cy="77971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CO"/>
          </a:p>
        </p:txBody>
      </p:sp>
      <p:sp>
        <p:nvSpPr>
          <p:cNvPr id="18" name="CuadroTexto 17">
            <a:extLst>
              <a:ext uri="{FF2B5EF4-FFF2-40B4-BE49-F238E27FC236}">
                <a16:creationId xmlns:a16="http://schemas.microsoft.com/office/drawing/2014/main" id="{1DB692AA-8C07-AF66-C720-12C6D6C4062C}"/>
              </a:ext>
            </a:extLst>
          </p:cNvPr>
          <p:cNvSpPr txBox="1"/>
          <p:nvPr/>
        </p:nvSpPr>
        <p:spPr>
          <a:xfrm>
            <a:off x="8699825" y="4171567"/>
            <a:ext cx="2364600" cy="369332"/>
          </a:xfrm>
          <a:prstGeom prst="rect">
            <a:avLst/>
          </a:prstGeom>
          <a:noFill/>
        </p:spPr>
        <p:txBody>
          <a:bodyPr wrap="square">
            <a:spAutoFit/>
          </a:bodyPr>
          <a:lstStyle/>
          <a:p>
            <a:pPr algn="ctr"/>
            <a:r>
              <a:rPr lang="es-ES_tradnl" sz="1800" b="1">
                <a:solidFill>
                  <a:srgbClr val="C00000"/>
                </a:solidFill>
                <a:latin typeface="Century Gothic" panose="020B0502020202020204" pitchFamily="34" charset="0"/>
              </a:rPr>
              <a:t>ACELERADO</a:t>
            </a:r>
          </a:p>
        </p:txBody>
      </p:sp>
      <p:sp>
        <p:nvSpPr>
          <p:cNvPr id="7" name="Título 1">
            <a:extLst>
              <a:ext uri="{FF2B5EF4-FFF2-40B4-BE49-F238E27FC236}">
                <a16:creationId xmlns:a16="http://schemas.microsoft.com/office/drawing/2014/main" id="{6E36911E-8EE8-82B9-31F7-D8A75137EF8F}"/>
              </a:ext>
            </a:extLst>
          </p:cNvPr>
          <p:cNvSpPr>
            <a:spLocks noGrp="1"/>
          </p:cNvSpPr>
          <p:nvPr>
            <p:ph type="title"/>
          </p:nvPr>
        </p:nvSpPr>
        <p:spPr>
          <a:xfrm>
            <a:off x="581192" y="702156"/>
            <a:ext cx="11029616" cy="1013800"/>
          </a:xfrm>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
        <p:nvSpPr>
          <p:cNvPr id="9" name="Marcador de número de diapositiva 3">
            <a:extLst>
              <a:ext uri="{FF2B5EF4-FFF2-40B4-BE49-F238E27FC236}">
                <a16:creationId xmlns:a16="http://schemas.microsoft.com/office/drawing/2014/main" id="{1EA35FD9-9BCE-010D-4451-A0791F653DF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56</a:t>
            </a:fld>
            <a:endParaRPr lang="en-US" sz="2000" b="1">
              <a:latin typeface="Century Gothic" panose="020B0502020202020204" pitchFamily="34" charset="0"/>
            </a:endParaRPr>
          </a:p>
        </p:txBody>
      </p:sp>
    </p:spTree>
    <p:extLst>
      <p:ext uri="{BB962C8B-B14F-4D97-AF65-F5344CB8AC3E}">
        <p14:creationId xmlns:p14="http://schemas.microsoft.com/office/powerpoint/2010/main" val="27806308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FA08F-A412-1F1B-494D-3FCE453615F6}"/>
            </a:ext>
          </a:extLst>
        </p:cNvPr>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CE5921D4-0036-6F82-1E43-107486AACFBC}"/>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57</a:t>
            </a:fld>
            <a:endParaRPr lang="en-US" sz="2000" b="1">
              <a:latin typeface="Century Gothic" panose="020B0502020202020204" pitchFamily="34" charset="0"/>
            </a:endParaRPr>
          </a:p>
        </p:txBody>
      </p:sp>
      <p:sp>
        <p:nvSpPr>
          <p:cNvPr id="10" name="Rectángulo 9">
            <a:extLst>
              <a:ext uri="{FF2B5EF4-FFF2-40B4-BE49-F238E27FC236}">
                <a16:creationId xmlns:a16="http://schemas.microsoft.com/office/drawing/2014/main" id="{DD656E86-6746-1891-48DE-EA332AD82C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4F8B0C6-9241-B5C4-D6C6-C1DD4559F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9B056C5-D830-230C-D035-5ED9E1E0D6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7" name="Cerrar llave 16">
            <a:extLst>
              <a:ext uri="{FF2B5EF4-FFF2-40B4-BE49-F238E27FC236}">
                <a16:creationId xmlns:a16="http://schemas.microsoft.com/office/drawing/2014/main" id="{03E9A7A9-D868-709E-33E6-4432A4ADA6BA}"/>
              </a:ext>
            </a:extLst>
          </p:cNvPr>
          <p:cNvSpPr/>
          <p:nvPr/>
        </p:nvSpPr>
        <p:spPr>
          <a:xfrm>
            <a:off x="3908864" y="3933728"/>
            <a:ext cx="370189" cy="77971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CO"/>
          </a:p>
        </p:txBody>
      </p:sp>
      <p:sp>
        <p:nvSpPr>
          <p:cNvPr id="3" name="Rectangle 7">
            <a:extLst>
              <a:ext uri="{FF2B5EF4-FFF2-40B4-BE49-F238E27FC236}">
                <a16:creationId xmlns:a16="http://schemas.microsoft.com/office/drawing/2014/main" id="{1DEF15A7-DFB7-95B5-7A2F-1EB973A2429A}"/>
              </a:ext>
            </a:extLst>
          </p:cNvPr>
          <p:cNvSpPr/>
          <p:nvPr/>
        </p:nvSpPr>
        <p:spPr>
          <a:xfrm>
            <a:off x="850719" y="2376157"/>
            <a:ext cx="3496577" cy="501914"/>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Costo de Ventas</a:t>
            </a:r>
          </a:p>
        </p:txBody>
      </p:sp>
      <p:sp>
        <p:nvSpPr>
          <p:cNvPr id="4" name="Rectangle 8">
            <a:extLst>
              <a:ext uri="{FF2B5EF4-FFF2-40B4-BE49-F238E27FC236}">
                <a16:creationId xmlns:a16="http://schemas.microsoft.com/office/drawing/2014/main" id="{5C6D74D6-E4F4-417F-F6FA-5AA4555333E4}"/>
              </a:ext>
            </a:extLst>
          </p:cNvPr>
          <p:cNvSpPr/>
          <p:nvPr/>
        </p:nvSpPr>
        <p:spPr>
          <a:xfrm>
            <a:off x="850718" y="3292253"/>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Gastos Operacionales (AOM)</a:t>
            </a:r>
          </a:p>
        </p:txBody>
      </p:sp>
      <p:sp>
        <p:nvSpPr>
          <p:cNvPr id="7" name="Rectangle 13">
            <a:extLst>
              <a:ext uri="{FF2B5EF4-FFF2-40B4-BE49-F238E27FC236}">
                <a16:creationId xmlns:a16="http://schemas.microsoft.com/office/drawing/2014/main" id="{25DCC349-7620-7A7E-DF6E-9C2A9BD876C6}"/>
              </a:ext>
            </a:extLst>
          </p:cNvPr>
          <p:cNvSpPr/>
          <p:nvPr/>
        </p:nvSpPr>
        <p:spPr>
          <a:xfrm>
            <a:off x="850718" y="4577393"/>
            <a:ext cx="3496577" cy="378540"/>
          </a:xfrm>
          <a:prstGeom prst="rect">
            <a:avLst/>
          </a:prstGeom>
          <a:solidFill>
            <a:srgbClr val="92D05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Ingresos No Operacionales</a:t>
            </a:r>
          </a:p>
        </p:txBody>
      </p:sp>
      <p:sp>
        <p:nvSpPr>
          <p:cNvPr id="9" name="Rectangle 14">
            <a:extLst>
              <a:ext uri="{FF2B5EF4-FFF2-40B4-BE49-F238E27FC236}">
                <a16:creationId xmlns:a16="http://schemas.microsoft.com/office/drawing/2014/main" id="{02059B8B-EEDC-9F28-0C09-0A09E9CBCA5A}"/>
              </a:ext>
            </a:extLst>
          </p:cNvPr>
          <p:cNvSpPr/>
          <p:nvPr/>
        </p:nvSpPr>
        <p:spPr>
          <a:xfrm>
            <a:off x="850717" y="5766442"/>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Impuestos</a:t>
            </a:r>
          </a:p>
        </p:txBody>
      </p:sp>
      <p:sp>
        <p:nvSpPr>
          <p:cNvPr id="11" name="Rectangle 15">
            <a:extLst>
              <a:ext uri="{FF2B5EF4-FFF2-40B4-BE49-F238E27FC236}">
                <a16:creationId xmlns:a16="http://schemas.microsoft.com/office/drawing/2014/main" id="{8AA1E9E7-C4BC-CCD0-0B9A-F18D3B34CEAB}"/>
              </a:ext>
            </a:extLst>
          </p:cNvPr>
          <p:cNvSpPr/>
          <p:nvPr/>
        </p:nvSpPr>
        <p:spPr>
          <a:xfrm>
            <a:off x="850717" y="6180468"/>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12" name="Rectangle 2">
            <a:extLst>
              <a:ext uri="{FF2B5EF4-FFF2-40B4-BE49-F238E27FC236}">
                <a16:creationId xmlns:a16="http://schemas.microsoft.com/office/drawing/2014/main" id="{5E7B25D9-1D1B-3E42-7A8C-EEB6EBE4D725}"/>
              </a:ext>
            </a:extLst>
          </p:cNvPr>
          <p:cNvSpPr/>
          <p:nvPr/>
        </p:nvSpPr>
        <p:spPr>
          <a:xfrm>
            <a:off x="850718" y="4103537"/>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14" name="Rectangle 5">
            <a:extLst>
              <a:ext uri="{FF2B5EF4-FFF2-40B4-BE49-F238E27FC236}">
                <a16:creationId xmlns:a16="http://schemas.microsoft.com/office/drawing/2014/main" id="{90592217-D5E4-91A7-567D-3E822499810E}"/>
              </a:ext>
            </a:extLst>
          </p:cNvPr>
          <p:cNvSpPr/>
          <p:nvPr/>
        </p:nvSpPr>
        <p:spPr>
          <a:xfrm>
            <a:off x="850719" y="1899178"/>
            <a:ext cx="3496577" cy="479214"/>
          </a:xfrm>
          <a:prstGeom prst="rect">
            <a:avLst/>
          </a:prstGeom>
          <a:solidFill>
            <a:srgbClr val="92D05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Ingresos</a:t>
            </a:r>
          </a:p>
        </p:txBody>
      </p:sp>
      <p:sp>
        <p:nvSpPr>
          <p:cNvPr id="15" name="Rectangle 8">
            <a:extLst>
              <a:ext uri="{FF2B5EF4-FFF2-40B4-BE49-F238E27FC236}">
                <a16:creationId xmlns:a16="http://schemas.microsoft.com/office/drawing/2014/main" id="{5E166150-9440-2D54-78D3-7697C619C68B}"/>
              </a:ext>
            </a:extLst>
          </p:cNvPr>
          <p:cNvSpPr/>
          <p:nvPr/>
        </p:nvSpPr>
        <p:spPr>
          <a:xfrm>
            <a:off x="850719" y="2878072"/>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16" name="Rectangle 8">
            <a:extLst>
              <a:ext uri="{FF2B5EF4-FFF2-40B4-BE49-F238E27FC236}">
                <a16:creationId xmlns:a16="http://schemas.microsoft.com/office/drawing/2014/main" id="{10732D99-3380-2C27-0226-FD629B9CC35F}"/>
              </a:ext>
            </a:extLst>
          </p:cNvPr>
          <p:cNvSpPr/>
          <p:nvPr/>
        </p:nvSpPr>
        <p:spPr>
          <a:xfrm>
            <a:off x="850717" y="3693051"/>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Depreciación/Amortización</a:t>
            </a:r>
          </a:p>
        </p:txBody>
      </p:sp>
      <p:sp>
        <p:nvSpPr>
          <p:cNvPr id="19" name="Rectangle 13">
            <a:extLst>
              <a:ext uri="{FF2B5EF4-FFF2-40B4-BE49-F238E27FC236}">
                <a16:creationId xmlns:a16="http://schemas.microsoft.com/office/drawing/2014/main" id="{AD86B1BB-A00A-52EC-F1B0-141B3AC451D8}"/>
              </a:ext>
            </a:extLst>
          </p:cNvPr>
          <p:cNvSpPr/>
          <p:nvPr/>
        </p:nvSpPr>
        <p:spPr>
          <a:xfrm>
            <a:off x="850717" y="4949575"/>
            <a:ext cx="3496577" cy="378540"/>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Egresos No Operacionales</a:t>
            </a:r>
          </a:p>
        </p:txBody>
      </p:sp>
      <p:sp>
        <p:nvSpPr>
          <p:cNvPr id="20" name="Rectangle 2">
            <a:extLst>
              <a:ext uri="{FF2B5EF4-FFF2-40B4-BE49-F238E27FC236}">
                <a16:creationId xmlns:a16="http://schemas.microsoft.com/office/drawing/2014/main" id="{BDDFFA2D-551C-720C-3B7C-6EDCF062E0A0}"/>
              </a:ext>
            </a:extLst>
          </p:cNvPr>
          <p:cNvSpPr/>
          <p:nvPr/>
        </p:nvSpPr>
        <p:spPr>
          <a:xfrm>
            <a:off x="850719" y="5306115"/>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cxnSp>
        <p:nvCxnSpPr>
          <p:cNvPr id="21" name="Conector recto de flecha 20">
            <a:extLst>
              <a:ext uri="{FF2B5EF4-FFF2-40B4-BE49-F238E27FC236}">
                <a16:creationId xmlns:a16="http://schemas.microsoft.com/office/drawing/2014/main" id="{90A000BB-7D1E-9855-63C5-9E52B828BF26}"/>
              </a:ext>
            </a:extLst>
          </p:cNvPr>
          <p:cNvCxnSpPr>
            <a:cxnSpLocks/>
          </p:cNvCxnSpPr>
          <p:nvPr/>
        </p:nvCxnSpPr>
        <p:spPr>
          <a:xfrm flipH="1">
            <a:off x="4345541" y="3918857"/>
            <a:ext cx="416464" cy="846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5AD17B6F-303A-9851-C593-FA96A1149ADD}"/>
              </a:ext>
            </a:extLst>
          </p:cNvPr>
          <p:cNvCxnSpPr>
            <a:cxnSpLocks/>
          </p:cNvCxnSpPr>
          <p:nvPr/>
        </p:nvCxnSpPr>
        <p:spPr>
          <a:xfrm flipH="1">
            <a:off x="4345541" y="6007295"/>
            <a:ext cx="416464" cy="846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F1B89FD5-52D3-2188-5907-EF47812E3331}"/>
              </a:ext>
            </a:extLst>
          </p:cNvPr>
          <p:cNvCxnSpPr/>
          <p:nvPr/>
        </p:nvCxnSpPr>
        <p:spPr>
          <a:xfrm>
            <a:off x="4762005" y="3918857"/>
            <a:ext cx="0" cy="209689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9E789D62-FA7C-6307-70CC-BFBA573AE38D}"/>
              </a:ext>
            </a:extLst>
          </p:cNvPr>
          <p:cNvSpPr/>
          <p:nvPr/>
        </p:nvSpPr>
        <p:spPr>
          <a:xfrm rot="16200000">
            <a:off x="4098554" y="4786022"/>
            <a:ext cx="1696234" cy="369332"/>
          </a:xfrm>
          <a:prstGeom prst="rect">
            <a:avLst/>
          </a:prstGeom>
        </p:spPr>
        <p:txBody>
          <a:bodyPr wrap="none">
            <a:spAutoFit/>
          </a:bodyPr>
          <a:lstStyle/>
          <a:p>
            <a:r>
              <a:rPr lang="es-ES_tradnl" u="sng">
                <a:solidFill>
                  <a:schemeClr val="accent2">
                    <a:lumMod val="75000"/>
                  </a:schemeClr>
                </a:solidFill>
              </a:rPr>
              <a:t>Relación Inversa</a:t>
            </a:r>
            <a:endParaRPr lang="es-CO" u="sng">
              <a:solidFill>
                <a:schemeClr val="accent2">
                  <a:lumMod val="75000"/>
                </a:schemeClr>
              </a:solidFill>
            </a:endParaRPr>
          </a:p>
        </p:txBody>
      </p:sp>
      <p:sp>
        <p:nvSpPr>
          <p:cNvPr id="25" name="TextBox 8">
            <a:extLst>
              <a:ext uri="{FF2B5EF4-FFF2-40B4-BE49-F238E27FC236}">
                <a16:creationId xmlns:a16="http://schemas.microsoft.com/office/drawing/2014/main" id="{BF0FBAD5-5BFF-DBCD-2311-BEC8F4877372}"/>
              </a:ext>
            </a:extLst>
          </p:cNvPr>
          <p:cNvSpPr txBox="1"/>
          <p:nvPr/>
        </p:nvSpPr>
        <p:spPr>
          <a:xfrm>
            <a:off x="5399798" y="2317102"/>
            <a:ext cx="5998917" cy="923330"/>
          </a:xfrm>
          <a:prstGeom prst="rect">
            <a:avLst/>
          </a:prstGeom>
          <a:noFill/>
        </p:spPr>
        <p:txBody>
          <a:bodyPr wrap="square" rtlCol="0">
            <a:spAutoFit/>
          </a:bodyPr>
          <a:lstStyle/>
          <a:p>
            <a:pPr algn="ctr"/>
            <a:r>
              <a:rPr lang="es-ES_tradnl" dirty="0">
                <a:solidFill>
                  <a:schemeClr val="accent1"/>
                </a:solidFill>
                <a:latin typeface="Century Gothic" panose="020B0502020202020204" pitchFamily="34" charset="0"/>
              </a:rPr>
              <a:t>Aunque la depreciación </a:t>
            </a:r>
            <a:r>
              <a:rPr lang="es-ES_tradnl" dirty="0">
                <a:solidFill>
                  <a:srgbClr val="FF0000"/>
                </a:solidFill>
                <a:latin typeface="Century Gothic" panose="020B0502020202020204" pitchFamily="34" charset="0"/>
              </a:rPr>
              <a:t>NO ES UN GASTO EFECTIVO</a:t>
            </a:r>
            <a:r>
              <a:rPr lang="es-ES_tradnl" dirty="0">
                <a:solidFill>
                  <a:schemeClr val="accent1"/>
                </a:solidFill>
                <a:latin typeface="Century Gothic" panose="020B0502020202020204" pitchFamily="34" charset="0"/>
              </a:rPr>
              <a:t>, si puede llegar a impactar la liquidez a través del </a:t>
            </a:r>
            <a:r>
              <a:rPr lang="es-ES_tradnl" dirty="0">
                <a:solidFill>
                  <a:srgbClr val="FF0000"/>
                </a:solidFill>
                <a:latin typeface="Century Gothic" panose="020B0502020202020204" pitchFamily="34" charset="0"/>
              </a:rPr>
              <a:t>PAGO DE IMPUESTOS</a:t>
            </a:r>
            <a:r>
              <a:rPr lang="es-ES_tradnl" dirty="0">
                <a:solidFill>
                  <a:schemeClr val="accent1"/>
                </a:solidFill>
                <a:latin typeface="Century Gothic" panose="020B0502020202020204" pitchFamily="34" charset="0"/>
              </a:rPr>
              <a:t>.</a:t>
            </a:r>
          </a:p>
        </p:txBody>
      </p:sp>
      <p:sp>
        <p:nvSpPr>
          <p:cNvPr id="26" name="TextBox 8">
            <a:extLst>
              <a:ext uri="{FF2B5EF4-FFF2-40B4-BE49-F238E27FC236}">
                <a16:creationId xmlns:a16="http://schemas.microsoft.com/office/drawing/2014/main" id="{B41A4EF7-FF46-B754-CAD1-ADBABDC1433A}"/>
              </a:ext>
            </a:extLst>
          </p:cNvPr>
          <p:cNvSpPr txBox="1"/>
          <p:nvPr/>
        </p:nvSpPr>
        <p:spPr>
          <a:xfrm>
            <a:off x="5433761" y="3788508"/>
            <a:ext cx="5998917" cy="2019014"/>
          </a:xfrm>
          <a:prstGeom prst="rect">
            <a:avLst/>
          </a:prstGeom>
          <a:noFill/>
        </p:spPr>
        <p:txBody>
          <a:bodyPr wrap="square" rtlCol="0">
            <a:spAutoFit/>
          </a:bodyPr>
          <a:lstStyle/>
          <a:p>
            <a:pPr algn="ctr">
              <a:spcBef>
                <a:spcPct val="20000"/>
              </a:spcBef>
              <a:spcAft>
                <a:spcPts val="600"/>
              </a:spcAft>
              <a:buClr>
                <a:schemeClr val="accent2"/>
              </a:buClr>
              <a:buSzPct val="92000"/>
            </a:pPr>
            <a:r>
              <a:rPr lang="es-ES_tradnl">
                <a:solidFill>
                  <a:schemeClr val="accent1"/>
                </a:solidFill>
                <a:latin typeface="Century Gothic" panose="020B0502020202020204" pitchFamily="34" charset="0"/>
              </a:rPr>
              <a:t>Por el concepto de Valor de Dinero en el Tiempo (VDT), se prefieren los métodos de depreciación acelerados.</a:t>
            </a:r>
          </a:p>
          <a:p>
            <a:pPr algn="ctr">
              <a:spcBef>
                <a:spcPct val="20000"/>
              </a:spcBef>
              <a:spcAft>
                <a:spcPts val="600"/>
              </a:spcAft>
              <a:buClr>
                <a:schemeClr val="accent2"/>
              </a:buClr>
              <a:buSzPct val="92000"/>
            </a:pPr>
            <a:endParaRPr lang="es-ES_tradnl">
              <a:solidFill>
                <a:schemeClr val="accent1"/>
              </a:solidFill>
              <a:latin typeface="Century Gothic" panose="020B0502020202020204" pitchFamily="34" charset="0"/>
            </a:endParaRPr>
          </a:p>
          <a:p>
            <a:pPr algn="ctr">
              <a:spcBef>
                <a:spcPct val="20000"/>
              </a:spcBef>
              <a:spcAft>
                <a:spcPts val="600"/>
              </a:spcAft>
              <a:buClr>
                <a:schemeClr val="accent2"/>
              </a:buClr>
              <a:buSzPct val="92000"/>
            </a:pPr>
            <a:r>
              <a:rPr lang="es-ES_tradnl">
                <a:solidFill>
                  <a:schemeClr val="accent1"/>
                </a:solidFill>
                <a:latin typeface="Century Gothic" panose="020B0502020202020204" pitchFamily="34" charset="0"/>
              </a:rPr>
              <a:t>Es preferible pagar un peso mañana y no pagarlo hoy.</a:t>
            </a:r>
          </a:p>
        </p:txBody>
      </p:sp>
      <p:sp>
        <p:nvSpPr>
          <p:cNvPr id="27" name="Título 1">
            <a:extLst>
              <a:ext uri="{FF2B5EF4-FFF2-40B4-BE49-F238E27FC236}">
                <a16:creationId xmlns:a16="http://schemas.microsoft.com/office/drawing/2014/main" id="{10DDB495-ED45-DAD6-2835-61C59D96830F}"/>
              </a:ext>
            </a:extLst>
          </p:cNvPr>
          <p:cNvSpPr>
            <a:spLocks noGrp="1"/>
          </p:cNvSpPr>
          <p:nvPr>
            <p:ph type="title"/>
          </p:nvPr>
        </p:nvSpPr>
        <p:spPr>
          <a:xfrm>
            <a:off x="581192" y="702156"/>
            <a:ext cx="11029616" cy="1013800"/>
          </a:xfrm>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Tree>
    <p:extLst>
      <p:ext uri="{BB962C8B-B14F-4D97-AF65-F5344CB8AC3E}">
        <p14:creationId xmlns:p14="http://schemas.microsoft.com/office/powerpoint/2010/main" val="33900069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4" name="CuadroTexto 3">
            <a:extLst>
              <a:ext uri="{FF2B5EF4-FFF2-40B4-BE49-F238E27FC236}">
                <a16:creationId xmlns:a16="http://schemas.microsoft.com/office/drawing/2014/main" id="{ECB11DE2-0B3A-D7E4-92B9-679B181D33C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9AE185D3-8DC7-2CA9-EAB4-D356BCC4ACA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3" name="Título 1">
            <a:extLst>
              <a:ext uri="{FF2B5EF4-FFF2-40B4-BE49-F238E27FC236}">
                <a16:creationId xmlns:a16="http://schemas.microsoft.com/office/drawing/2014/main" id="{B92D859E-C0DF-723B-D43C-3568A40B3711}"/>
              </a:ext>
            </a:extLst>
          </p:cNvPr>
          <p:cNvSpPr>
            <a:spLocks noGrp="1"/>
          </p:cNvSpPr>
          <p:nvPr>
            <p:ph type="ctrTitle"/>
          </p:nvPr>
        </p:nvSpPr>
        <p:spPr>
          <a:xfrm>
            <a:off x="470868" y="1814732"/>
            <a:ext cx="10359896" cy="826833"/>
          </a:xfrm>
        </p:spPr>
        <p:txBody>
          <a:bodyPr>
            <a:noAutofit/>
          </a:bodyPr>
          <a:lstStyle/>
          <a:p>
            <a:r>
              <a:rPr lang="es-CO" sz="4000">
                <a:latin typeface="Century Gothic"/>
              </a:rPr>
              <a:t>LA CONSTRUCCIÓN DEL FLUJO DE CAJA LIBRE DE UN PROYECTO (</a:t>
            </a:r>
            <a:r>
              <a:rPr lang="es-CO" sz="4000">
                <a:solidFill>
                  <a:srgbClr val="D7A700"/>
                </a:solidFill>
                <a:latin typeface="Century Gothic"/>
              </a:rPr>
              <a:t>parte II</a:t>
            </a:r>
            <a:r>
              <a:rPr lang="es-CO" sz="4000">
                <a:latin typeface="Century Gothic"/>
              </a:rPr>
              <a:t>)</a:t>
            </a:r>
            <a:endParaRPr lang="es-CO" sz="4000">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TM03457464[[fn=Dividendo]]</Template>
  <TotalTime>41</TotalTime>
  <Words>4405</Words>
  <Application>Microsoft Office PowerPoint</Application>
  <PresentationFormat>Widescreen</PresentationFormat>
  <Paragraphs>1346</Paragraphs>
  <Slides>58</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Century Gothic</vt:lpstr>
      <vt:lpstr>Gill Sans MT</vt:lpstr>
      <vt:lpstr>Wingdings</vt:lpstr>
      <vt:lpstr>Wingdings 2</vt:lpstr>
      <vt:lpstr>Dividendo</vt:lpstr>
      <vt:lpstr>LA CONSTRUCCIÓN DEL FLUJO DE CAJA LIBRE DE UN PROYECTO (parte II)</vt:lpstr>
      <vt:lpstr>AGENDA PROPUESTA</vt:lpstr>
      <vt:lpstr>AGENDA PROPUESTA</vt:lpstr>
      <vt:lpstr>Concepto de Depreciación </vt:lpstr>
      <vt:lpstr>Concepto de Depreciación</vt:lpstr>
      <vt:lpstr>Concepto de Depreciación</vt:lpstr>
      <vt:lpstr>¿Qué es la amortización?</vt:lpstr>
      <vt:lpstr>AGENDA PROPUESTA</vt:lpstr>
      <vt:lpstr>¿Cómo se CONTABILIZA una depreciación?</vt:lpstr>
      <vt:lpstr>¿Cómo se contabiliza la depreciación?</vt:lpstr>
      <vt:lpstr>¿Cómo se contabiliza la depreciación?</vt:lpstr>
      <vt:lpstr>¿Cómo se contabiliza la depreciación?</vt:lpstr>
      <vt:lpstr>¿Cómo se contabiliza la depreciación?</vt:lpstr>
      <vt:lpstr>¿Cómo se contabiliza la depreciación?</vt:lpstr>
      <vt:lpstr>¿Cómo se contabiliza la depreciación?</vt:lpstr>
      <vt:lpstr>¿Es la depreciación un gasto efectivo?</vt:lpstr>
      <vt:lpstr>¿Es la depreciación un gasto efectivo?</vt:lpstr>
      <vt:lpstr>AGENDA PROPUESTA</vt:lpstr>
      <vt:lpstr>El cálculo de la depreciación</vt:lpstr>
      <vt:lpstr>El cálculo de la depreciación</vt:lpstr>
      <vt:lpstr>El cálculo de la depreciación</vt:lpstr>
      <vt:lpstr>El cálculo de la depreciación</vt:lpstr>
      <vt:lpstr>AGENDA PROPUESTA</vt:lpstr>
      <vt:lpstr>¿Cuáles son los métodos de depreciación?</vt:lpstr>
      <vt:lpstr>AGENDA PROPUESTA</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AGENDA PROPUESTA</vt:lpstr>
      <vt:lpstr>2. Método Acelerado</vt:lpstr>
      <vt:lpstr>2. Método Acelerado</vt:lpstr>
      <vt:lpstr>2. MÉTODO ACELERADO</vt:lpstr>
      <vt:lpstr>2. Método Acelerado</vt:lpstr>
      <vt:lpstr>2. Método Acelerado</vt:lpstr>
      <vt:lpstr>2. Método Acelerado</vt:lpstr>
      <vt:lpstr>2. Método Acelerado</vt:lpstr>
      <vt:lpstr>2. Método Acelerado</vt:lpstr>
      <vt:lpstr>2. Método Acelerado</vt:lpstr>
      <vt:lpstr>AGENDA PROPUESTA</vt:lpstr>
      <vt:lpstr>3. Método DE UNIDADES PRODUCTIVAS</vt:lpstr>
      <vt:lpstr>3. MÉTODO DE UNIDADES PRODUCTIVAS</vt:lpstr>
      <vt:lpstr>3. Método De UNIDADES PRODUCTIVAS</vt:lpstr>
      <vt:lpstr>3. Método De UNIDADES PRODUCTIVAS</vt:lpstr>
      <vt:lpstr>3. Método De UNIDADES PRODUCTIVAS</vt:lpstr>
      <vt:lpstr>3. Método De UNIDADES PRODUCTIVAS</vt:lpstr>
      <vt:lpstr>3. Método De UNIDADES PRODUCTIVAS</vt:lpstr>
      <vt:lpstr>RESUMEN – Métodos de depreciación &amp; AMORTIZACIÓN</vt:lpstr>
      <vt:lpstr>RESUMEN – Métodos de depreciación &amp; AMORTIZACIÓN</vt:lpstr>
      <vt:lpstr>¿CUÁL ES EL IMPACTO DE LA DEPRECIACIÓN EN LOS IMPUESTOS?</vt:lpstr>
      <vt:lpstr>¿CUÁL ES EL IMPACTO DE LA DEPRECIACIÓN EN LOS IMPUESTOS?</vt:lpstr>
      <vt:lpstr>¿CUÁL ES EL IMPACTO DE LA DEPRECIACIÓN EN LOS IMPUESTOS?</vt:lpstr>
      <vt:lpstr>LA CONSTRUCCIÓN DEL FLUJO DE CAJA LIBRE DE UN PROYECTO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Pedro Ruiz</cp:lastModifiedBy>
  <cp:revision>6</cp:revision>
  <dcterms:created xsi:type="dcterms:W3CDTF">2019-06-20T04:25:04Z</dcterms:created>
  <dcterms:modified xsi:type="dcterms:W3CDTF">2026-02-22T23:44:22Z</dcterms:modified>
</cp:coreProperties>
</file>